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2.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autoCompressPictures="0">
  <p:sldMasterIdLst>
    <p:sldMasterId id="2147483706" r:id="rId1"/>
    <p:sldMasterId id="2147483721" r:id="rId2"/>
  </p:sldMasterIdLst>
  <p:notesMasterIdLst>
    <p:notesMasterId r:id="rId7"/>
  </p:notesMasterIdLst>
  <p:handoutMasterIdLst>
    <p:handoutMasterId r:id="rId8"/>
  </p:handoutMasterIdLst>
  <p:sldIdLst>
    <p:sldId id="509" r:id="rId3"/>
    <p:sldId id="1448944975" r:id="rId4"/>
    <p:sldId id="1448944974" r:id="rId5"/>
    <p:sldId id="507" r:id="rId6"/>
  </p:sldIdLst>
  <p:sldSz cx="24384000" cy="13716000"/>
  <p:notesSz cx="7010400" cy="9296400"/>
  <p:embeddedFontLst>
    <p:embeddedFont>
      <p:font typeface="Bahij TheSansArabic Bold" panose="02040503050201020203" pitchFamily="18" charset="-78"/>
      <p:regular r:id="rId9"/>
    </p:embeddedFont>
    <p:embeddedFont>
      <p:font typeface="Bahij TheSansArabic ExtraBold" panose="02040503050201020203" charset="-78"/>
      <p:regular r:id="rId10"/>
      <p:bold r:id="rId11"/>
    </p:embeddedFont>
    <p:embeddedFont>
      <p:font typeface="Bahij TheSansArabic Plain" panose="02040503050201020203" charset="-78"/>
      <p:regular r:id="rId12"/>
    </p:embeddedFont>
    <p:embeddedFont>
      <p:font typeface="KPMG Bold" panose="020B0604020202020204" charset="0"/>
      <p:bold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440" userDrawn="1">
          <p15:clr>
            <a:srgbClr val="A4A3A4"/>
          </p15:clr>
        </p15:guide>
        <p15:guide id="2" pos="7681"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E40952-AE85-F739-3608-63E7A335AB77}" name="Elrayes, Eslam" initials="EE" userId="S::eelrayes@kpmg.com::26e5f067-9b40-497f-97c7-c4952bfce656" providerId="AD"/>
  <p188:author id="{BCBB67BA-32BF-515F-41B4-1C8BAC5417D5}" name="Shweikeh, Abdelmajid" initials="SA" userId="S::ashweikeh@kpmg.com::6deae7ab-f5f1-4355-957a-0bbe0b22650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faisal alateeq" initials="fa" lastIdx="3" clrIdx="0">
    <p:extLst>
      <p:ext uri="{19B8F6BF-5375-455C-9EA6-DF929625EA0E}">
        <p15:presenceInfo xmlns:p15="http://schemas.microsoft.com/office/powerpoint/2012/main" userId="9c6b852a9f8e3b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686A"/>
    <a:srgbClr val="106946"/>
    <a:srgbClr val="A9D18E"/>
    <a:srgbClr val="4B8A6E"/>
    <a:srgbClr val="72988B"/>
    <a:srgbClr val="FBFBFA"/>
    <a:srgbClr val="79B59A"/>
    <a:srgbClr val="00B050"/>
    <a:srgbClr val="002060"/>
    <a:srgbClr val="E9ED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C47C4EF-55E2-4766-BE84-DB4DE8EFA2F4}">
  <a:tblStyle styleId="{0C47C4EF-55E2-4766-BE84-DB4DE8EFA2F4}" styleName="Table_0">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FEEEC"/>
          </a:solidFill>
        </a:fill>
      </a:tcStyle>
    </a:wholeTbl>
    <a:band1H>
      <a:tcTxStyle/>
      <a:tcStyle>
        <a:tcBdr/>
        <a:fill>
          <a:solidFill>
            <a:srgbClr val="DEDCD8"/>
          </a:solidFill>
        </a:fill>
      </a:tcStyle>
    </a:band1H>
    <a:band2H>
      <a:tcTxStyle/>
      <a:tcStyle>
        <a:tcBdr/>
      </a:tcStyle>
    </a:band2H>
    <a:band1V>
      <a:tcTxStyle/>
      <a:tcStyle>
        <a:tcBdr/>
        <a:fill>
          <a:solidFill>
            <a:srgbClr val="DEDCD8"/>
          </a:solidFill>
        </a:fill>
      </a:tcStyle>
    </a:band1V>
    <a:band2V>
      <a:tcTxStyle/>
      <a:tcStyle>
        <a:tcBdr/>
      </a:tcStyle>
    </a:band2V>
    <a:lastCol>
      <a:tcTxStyle b="on" i="off">
        <a:font>
          <a:latin typeface="Segoe UI"/>
          <a:ea typeface="Segoe UI"/>
          <a:cs typeface="Segoe UI"/>
        </a:font>
        <a:schemeClr val="lt1"/>
      </a:tcTxStyle>
      <a:tcStyle>
        <a:tcBdr/>
        <a:fill>
          <a:solidFill>
            <a:schemeClr val="accent1"/>
          </a:solidFill>
        </a:fill>
      </a:tcStyle>
    </a:lastCol>
    <a:firstCol>
      <a:tcTxStyle b="on" i="off">
        <a:font>
          <a:latin typeface="Segoe UI"/>
          <a:ea typeface="Segoe UI"/>
          <a:cs typeface="Segoe UI"/>
        </a:font>
        <a:schemeClr val="lt1"/>
      </a:tcTxStyle>
      <a:tcStyle>
        <a:tcBdr/>
        <a:fill>
          <a:solidFill>
            <a:schemeClr val="accent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9EC23CB0-B3A5-4C79-A7E5-B9AB0166D200}" styleName="Table_1">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E8EA"/>
          </a:solidFill>
        </a:fill>
      </a:tcStyle>
    </a:wholeTbl>
    <a:band1H>
      <a:tcTxStyle/>
      <a:tcStyle>
        <a:tcBdr/>
        <a:fill>
          <a:solidFill>
            <a:srgbClr val="CBCED2"/>
          </a:solidFill>
        </a:fill>
      </a:tcStyle>
    </a:band1H>
    <a:band2H>
      <a:tcTxStyle/>
      <a:tcStyle>
        <a:tcBdr/>
      </a:tcStyle>
    </a:band2H>
    <a:band1V>
      <a:tcTxStyle/>
      <a:tcStyle>
        <a:tcBdr/>
        <a:fill>
          <a:solidFill>
            <a:srgbClr val="CBCED2"/>
          </a:solidFill>
        </a:fill>
      </a:tcStyle>
    </a:band1V>
    <a:band2V>
      <a:tcTxStyle/>
      <a:tcStyle>
        <a:tcBdr/>
      </a:tcStyle>
    </a:band2V>
    <a:lastCol>
      <a:tcTxStyle b="on" i="off">
        <a:font>
          <a:latin typeface="Segoe UI"/>
          <a:ea typeface="Segoe UI"/>
          <a:cs typeface="Segoe UI"/>
        </a:font>
        <a:schemeClr val="lt1"/>
      </a:tcTxStyle>
      <a:tcStyle>
        <a:tcBdr/>
        <a:fill>
          <a:solidFill>
            <a:schemeClr val="dk1"/>
          </a:solidFill>
        </a:fill>
      </a:tcStyle>
    </a:lastCol>
    <a:firstCol>
      <a:tcTxStyle b="on" i="off">
        <a:font>
          <a:latin typeface="Segoe UI"/>
          <a:ea typeface="Segoe UI"/>
          <a:cs typeface="Segoe UI"/>
        </a:font>
        <a:schemeClr val="lt1"/>
      </a:tcTxStyle>
      <a:tcStyle>
        <a:tcBdr/>
        <a:fill>
          <a:solidFill>
            <a:schemeClr val="dk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dk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dk1"/>
          </a:solidFill>
        </a:fill>
      </a:tcStyle>
    </a:firstRow>
    <a:neCell>
      <a:tcTxStyle/>
      <a:tcStyle>
        <a:tcBdr/>
      </a:tcStyle>
    </a:neCell>
    <a:nwCell>
      <a:tcTxStyle/>
      <a:tcStyle>
        <a:tcBdr/>
      </a:tcStyle>
    </a:nw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2" d="100"/>
          <a:sy n="52" d="100"/>
        </p:scale>
        <p:origin x="834" y="90"/>
      </p:cViewPr>
      <p:guideLst>
        <p:guide orient="horz" pos="7440"/>
        <p:guide pos="7681"/>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font" Target="fonts/font5.fntdata"/><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notesMaster" Target="notesMasters/notesMaster1.xml"/><Relationship Id="rId12" Type="http://schemas.openxmlformats.org/officeDocument/2006/relationships/font" Target="fonts/font4.fntdata"/><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3.fntdata"/><Relationship Id="rId5" Type="http://schemas.openxmlformats.org/officeDocument/2006/relationships/slide" Target="slides/slide3.xml"/><Relationship Id="rId15" Type="http://schemas.openxmlformats.org/officeDocument/2006/relationships/commentAuthors" Target="commentAuthors.xml"/><Relationship Id="rId10" Type="http://schemas.openxmlformats.org/officeDocument/2006/relationships/font" Target="fonts/font2.fntdata"/><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font" Target="fonts/font1.fntdata"/><Relationship Id="rId14" Type="http://schemas.openxmlformats.org/officeDocument/2006/relationships/font" Target="fonts/font6.fntdata"/></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9991774266349952E-4"/>
          <c:y val="0.18265546207998398"/>
          <c:w val="0.67142644748006319"/>
          <c:h val="0.81734453792001582"/>
        </c:manualLayout>
      </c:layout>
      <c:doughnutChart>
        <c:varyColors val="1"/>
        <c:ser>
          <c:idx val="0"/>
          <c:order val="0"/>
          <c:tx>
            <c:strRef>
              <c:f>Sheet1!$B$1</c:f>
              <c:strCache>
                <c:ptCount val="1"/>
                <c:pt idx="0">
                  <c:v>Column1</c:v>
                </c:pt>
              </c:strCache>
            </c:strRef>
          </c:tx>
          <c:spPr>
            <a:ln>
              <a:solidFill>
                <a:schemeClr val="bg1"/>
              </a:solidFill>
            </a:ln>
          </c:spPr>
          <c:dPt>
            <c:idx val="0"/>
            <c:bubble3D val="0"/>
            <c:spPr>
              <a:solidFill>
                <a:srgbClr val="00338D"/>
              </a:solidFill>
              <a:ln>
                <a:solidFill>
                  <a:schemeClr val="bg1"/>
                </a:solidFill>
              </a:ln>
              <a:effectLst/>
            </c:spPr>
            <c:extLst>
              <c:ext xmlns:c16="http://schemas.microsoft.com/office/drawing/2014/chart" uri="{C3380CC4-5D6E-409C-BE32-E72D297353CC}">
                <c16:uniqueId val="{00000001-01FE-409C-BBD3-B5441BA30450}"/>
              </c:ext>
            </c:extLst>
          </c:dPt>
          <c:dPt>
            <c:idx val="1"/>
            <c:bubble3D val="0"/>
            <c:spPr>
              <a:solidFill>
                <a:schemeClr val="accent4"/>
              </a:solidFill>
              <a:ln>
                <a:solidFill>
                  <a:schemeClr val="bg1"/>
                </a:solidFill>
              </a:ln>
              <a:effectLst/>
            </c:spPr>
            <c:extLst>
              <c:ext xmlns:c16="http://schemas.microsoft.com/office/drawing/2014/chart" uri="{C3380CC4-5D6E-409C-BE32-E72D297353CC}">
                <c16:uniqueId val="{00000003-01FE-409C-BBD3-B5441BA30450}"/>
              </c:ext>
            </c:extLst>
          </c:dPt>
          <c:dPt>
            <c:idx val="2"/>
            <c:bubble3D val="0"/>
            <c:spPr>
              <a:solidFill>
                <a:schemeClr val="accent1"/>
              </a:solidFill>
              <a:ln>
                <a:solidFill>
                  <a:schemeClr val="bg1"/>
                </a:solidFill>
              </a:ln>
              <a:effectLst/>
            </c:spPr>
            <c:extLst>
              <c:ext xmlns:c16="http://schemas.microsoft.com/office/drawing/2014/chart" uri="{C3380CC4-5D6E-409C-BE32-E72D297353CC}">
                <c16:uniqueId val="{00000005-01FE-409C-BBD3-B5441BA30450}"/>
              </c:ext>
            </c:extLst>
          </c:dPt>
          <c:dPt>
            <c:idx val="3"/>
            <c:bubble3D val="0"/>
            <c:spPr>
              <a:solidFill>
                <a:srgbClr val="76D2FF"/>
              </a:solidFill>
              <a:ln>
                <a:solidFill>
                  <a:schemeClr val="bg1"/>
                </a:solidFill>
              </a:ln>
              <a:effectLst/>
            </c:spPr>
            <c:extLst>
              <c:ext xmlns:c16="http://schemas.microsoft.com/office/drawing/2014/chart" uri="{C3380CC4-5D6E-409C-BE32-E72D297353CC}">
                <c16:uniqueId val="{00000007-01FE-409C-BBD3-B5441BA30450}"/>
              </c:ext>
            </c:extLst>
          </c:dPt>
          <c:dPt>
            <c:idx val="4"/>
            <c:bubble3D val="0"/>
            <c:spPr>
              <a:solidFill>
                <a:srgbClr val="510DBC"/>
              </a:solidFill>
              <a:ln>
                <a:solidFill>
                  <a:schemeClr val="bg1"/>
                </a:solidFill>
              </a:ln>
              <a:effectLst/>
            </c:spPr>
            <c:extLst>
              <c:ext xmlns:c16="http://schemas.microsoft.com/office/drawing/2014/chart" uri="{C3380CC4-5D6E-409C-BE32-E72D297353CC}">
                <c16:uniqueId val="{00000009-01FE-409C-BBD3-B5441BA30450}"/>
              </c:ext>
            </c:extLst>
          </c:dPt>
          <c:dPt>
            <c:idx val="5"/>
            <c:bubble3D val="0"/>
            <c:spPr>
              <a:solidFill>
                <a:srgbClr val="B497FF"/>
              </a:solidFill>
              <a:ln>
                <a:solidFill>
                  <a:schemeClr val="bg1"/>
                </a:solidFill>
              </a:ln>
              <a:effectLst/>
            </c:spPr>
            <c:extLst>
              <c:ext xmlns:c16="http://schemas.microsoft.com/office/drawing/2014/chart" uri="{C3380CC4-5D6E-409C-BE32-E72D297353CC}">
                <c16:uniqueId val="{0000000B-01FE-409C-BBD3-B5441BA30450}"/>
              </c:ext>
            </c:extLst>
          </c:dPt>
          <c:dPt>
            <c:idx val="6"/>
            <c:bubble3D val="0"/>
            <c:spPr>
              <a:solidFill>
                <a:srgbClr val="098E7E"/>
              </a:solidFill>
              <a:ln>
                <a:solidFill>
                  <a:schemeClr val="bg1"/>
                </a:solidFill>
              </a:ln>
              <a:effectLst/>
            </c:spPr>
            <c:extLst>
              <c:ext xmlns:c16="http://schemas.microsoft.com/office/drawing/2014/chart" uri="{C3380CC4-5D6E-409C-BE32-E72D297353CC}">
                <c16:uniqueId val="{0000000D-01FE-409C-BBD3-B5441BA30450}"/>
              </c:ext>
            </c:extLst>
          </c:dPt>
          <c:dPt>
            <c:idx val="7"/>
            <c:bubble3D val="0"/>
            <c:spPr>
              <a:solidFill>
                <a:srgbClr val="00C0AE"/>
              </a:solidFill>
              <a:ln>
                <a:solidFill>
                  <a:schemeClr val="bg1"/>
                </a:solidFill>
              </a:ln>
              <a:effectLst/>
            </c:spPr>
            <c:extLst>
              <c:ext xmlns:c16="http://schemas.microsoft.com/office/drawing/2014/chart" uri="{C3380CC4-5D6E-409C-BE32-E72D297353CC}">
                <c16:uniqueId val="{0000000F-01FE-409C-BBD3-B5441BA30450}"/>
              </c:ext>
            </c:extLst>
          </c:dPt>
          <c:dPt>
            <c:idx val="8"/>
            <c:bubble3D val="0"/>
            <c:spPr>
              <a:solidFill>
                <a:srgbClr val="AB0D82"/>
              </a:solidFill>
              <a:ln>
                <a:solidFill>
                  <a:schemeClr val="bg1"/>
                </a:solidFill>
              </a:ln>
              <a:effectLst/>
            </c:spPr>
            <c:extLst>
              <c:ext xmlns:c16="http://schemas.microsoft.com/office/drawing/2014/chart" uri="{C3380CC4-5D6E-409C-BE32-E72D297353CC}">
                <c16:uniqueId val="{00000011-01FE-409C-BBD3-B5441BA30450}"/>
              </c:ext>
            </c:extLst>
          </c:dPt>
          <c:dPt>
            <c:idx val="9"/>
            <c:bubble3D val="0"/>
            <c:spPr>
              <a:solidFill>
                <a:srgbClr val="FD349C"/>
              </a:solidFill>
              <a:ln>
                <a:solidFill>
                  <a:schemeClr val="bg1"/>
                </a:solidFill>
              </a:ln>
              <a:effectLst/>
            </c:spPr>
            <c:extLst>
              <c:ext xmlns:c16="http://schemas.microsoft.com/office/drawing/2014/chart" uri="{C3380CC4-5D6E-409C-BE32-E72D297353CC}">
                <c16:uniqueId val="{00000013-01FE-409C-BBD3-B5441BA30450}"/>
              </c:ext>
            </c:extLst>
          </c:dPt>
          <c:dLbls>
            <c:delete val="1"/>
          </c:dLbls>
          <c:cat>
            <c:strRef>
              <c:f>Sheet1!$A$2:$A$11</c:f>
              <c:strCache>
                <c:ptCount val="10"/>
                <c:pt idx="0">
                  <c:v>Label 1</c:v>
                </c:pt>
                <c:pt idx="1">
                  <c:v>Label 2</c:v>
                </c:pt>
                <c:pt idx="2">
                  <c:v>Label 3</c:v>
                </c:pt>
                <c:pt idx="3">
                  <c:v>Label 4</c:v>
                </c:pt>
                <c:pt idx="4">
                  <c:v>Label 5</c:v>
                </c:pt>
                <c:pt idx="5">
                  <c:v>Label 6</c:v>
                </c:pt>
                <c:pt idx="6">
                  <c:v>Label 7</c:v>
                </c:pt>
                <c:pt idx="7">
                  <c:v>Label 8</c:v>
                </c:pt>
                <c:pt idx="8">
                  <c:v>Label 9</c:v>
                </c:pt>
                <c:pt idx="9">
                  <c:v>Label 10</c:v>
                </c:pt>
              </c:strCache>
            </c:strRef>
          </c:cat>
          <c:val>
            <c:numRef>
              <c:f>Sheet1!$B$2:$B$11</c:f>
              <c:numCache>
                <c:formatCode>General</c:formatCode>
                <c:ptCount val="10"/>
                <c:pt idx="0">
                  <c:v>1</c:v>
                </c:pt>
                <c:pt idx="1">
                  <c:v>1</c:v>
                </c:pt>
                <c:pt idx="2">
                  <c:v>1</c:v>
                </c:pt>
                <c:pt idx="3">
                  <c:v>1</c:v>
                </c:pt>
                <c:pt idx="4">
                  <c:v>1</c:v>
                </c:pt>
                <c:pt idx="5">
                  <c:v>1</c:v>
                </c:pt>
                <c:pt idx="6">
                  <c:v>1</c:v>
                </c:pt>
                <c:pt idx="7">
                  <c:v>1</c:v>
                </c:pt>
                <c:pt idx="8">
                  <c:v>1</c:v>
                </c:pt>
                <c:pt idx="9">
                  <c:v>1</c:v>
                </c:pt>
              </c:numCache>
            </c:numRef>
          </c:val>
          <c:extLst>
            <c:ext xmlns:c16="http://schemas.microsoft.com/office/drawing/2014/chart" uri="{C3380CC4-5D6E-409C-BE32-E72D297353CC}">
              <c16:uniqueId val="{00000014-01FE-409C-BBD3-B5441BA30450}"/>
            </c:ext>
          </c:extLst>
        </c:ser>
        <c:dLbls>
          <c:showLegendKey val="0"/>
          <c:showVal val="1"/>
          <c:showCatName val="0"/>
          <c:showSerName val="0"/>
          <c:showPercent val="0"/>
          <c:showBubbleSize val="0"/>
          <c:showLeaderLines val="1"/>
        </c:dLbls>
        <c:firstSliceAng val="0"/>
        <c:holeSize val="40"/>
      </c:doughnutChart>
      <c:spPr>
        <a:noFill/>
        <a:ln>
          <a:noFill/>
        </a:ln>
        <a:effectLst/>
      </c:spPr>
    </c:plotArea>
    <c:plotVisOnly val="1"/>
    <c:dispBlanksAs val="gap"/>
    <c:showDLblsOverMax val="0"/>
  </c:chart>
  <c:spPr>
    <a:noFill/>
    <a:ln w="6350" cap="flat" cmpd="sng" algn="ctr">
      <a:noFill/>
      <a:prstDash val="solid"/>
      <a:miter lim="800000"/>
    </a:ln>
    <a:effectLst/>
  </c:spPr>
  <c:txPr>
    <a:bodyPr/>
    <a:lstStyle/>
    <a:p>
      <a:pPr>
        <a:defRPr sz="1000" b="0" baseline="0">
          <a:latin typeface="+mn-lt"/>
          <a:cs typeface="Arial" pitchFamily="34"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33910933.49</c:v>
                </c:pt>
                <c:pt idx="1">
                  <c:v>19089205.89</c:v>
                </c:pt>
                <c:pt idx="2">
                  <c:v>34474898.45</c:v>
                </c:pt>
                <c:pt idx="3">
                  <c:v>73692912.65</c:v>
                </c:pt>
                <c:pt idx="4">
                  <c:v>38481934.10000001</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8234884.26</c:v>
                </c:pt>
                <c:pt idx="1">
                  <c:v>17371217.88</c:v>
                </c:pt>
                <c:pt idx="2">
                  <c:v>30024191.68</c:v>
                </c:pt>
                <c:pt idx="3">
                  <c:v>74654772.45000002</c:v>
                </c:pt>
                <c:pt idx="4">
                  <c:v>474087329.8899999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9434464.65</c:v>
                </c:pt>
                <c:pt idx="1">
                  <c:v>26698792.11999981</c:v>
                </c:pt>
                <c:pt idx="2">
                  <c:v>44335914.15</c:v>
                </c:pt>
                <c:pt idx="3">
                  <c:v>78108897.81</c:v>
                </c:pt>
                <c:pt idx="4">
                  <c:v>100179709.84</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244923358.63</c:v>
                </c:pt>
                <c:pt idx="1">
                  <c:v>272254135.7099998</c:v>
                </c:pt>
                <c:pt idx="2">
                  <c:v>747829906.0</c:v>
                </c:pt>
                <c:pt idx="3">
                  <c:v>1120096722.93</c:v>
                </c:pt>
                <c:pt idx="4">
                  <c:v>1664895876.76</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8004727445995387E-3"/>
          <c:y val="9.5639166664568134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Sheet1!$B$2</c:f>
              <c:numCache>
                <c:formatCode>_(* #,##0_);_(* \(#,##0\);_(* "-"??_);_(@_)</c:formatCode>
                <c:ptCount val="1"/>
                <c:pt idx="0">
                  <c:v>4050000000.0299997</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33698904.559999995</c:v>
                </c:pt>
                <c:pt idx="1">
                  <c:v>9836293.05</c:v>
                </c:pt>
                <c:pt idx="2">
                  <c:v>25609460.23</c:v>
                </c:pt>
                <c:pt idx="3">
                  <c:v>83284790.61</c:v>
                </c:pt>
                <c:pt idx="4">
                  <c:v>42058613.78</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8008175.83</c:v>
                </c:pt>
                <c:pt idx="1">
                  <c:v>8951828.549999999</c:v>
                </c:pt>
                <c:pt idx="2">
                  <c:v>23017814.34</c:v>
                </c:pt>
                <c:pt idx="3">
                  <c:v>64664625.02000001</c:v>
                </c:pt>
                <c:pt idx="4">
                  <c:v>78006164.00999999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8675213.58</c:v>
                </c:pt>
                <c:pt idx="1">
                  <c:v>23105866.589999996</c:v>
                </c:pt>
                <c:pt idx="2">
                  <c:v>33306929.0</c:v>
                </c:pt>
                <c:pt idx="3">
                  <c:v>78404496.24</c:v>
                </c:pt>
                <c:pt idx="4">
                  <c:v>45487295.11</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243725370.2</c:v>
                </c:pt>
                <c:pt idx="1">
                  <c:v>250988908.01</c:v>
                </c:pt>
                <c:pt idx="2">
                  <c:v>720929105.2900001</c:v>
                </c:pt>
                <c:pt idx="3">
                  <c:v>1119994051.89</c:v>
                </c:pt>
                <c:pt idx="4">
                  <c:v>1217698975.83</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Sheet1!$B$2</c:f>
              <c:numCache>
                <c:formatCode>_(* #,##0_);_(* \(#,##0\);_(* "-"??_);_(@_)</c:formatCode>
                <c:ptCount val="1"/>
                <c:pt idx="0">
                  <c:v>3553336411.2200003</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808652F-9F44-28B5-F89C-ACBA484C95B5}"/>
              </a:ext>
            </a:extLst>
          </p:cNvPr>
          <p:cNvSpPr>
            <a:spLocks noGrp="1"/>
          </p:cNvSpPr>
          <p:nvPr>
            <p:ph type="hdr" sz="quarter"/>
          </p:nvPr>
        </p:nvSpPr>
        <p:spPr>
          <a:xfrm>
            <a:off x="0" y="0"/>
            <a:ext cx="3037840" cy="466434"/>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7D67839-0D8B-D7D5-0486-B8260FC5FCCE}"/>
              </a:ext>
            </a:extLst>
          </p:cNvPr>
          <p:cNvSpPr>
            <a:spLocks noGrp="1"/>
          </p:cNvSpPr>
          <p:nvPr>
            <p:ph type="dt" sz="quarter" idx="1"/>
          </p:nvPr>
        </p:nvSpPr>
        <p:spPr>
          <a:xfrm>
            <a:off x="3970939" y="0"/>
            <a:ext cx="3037840" cy="466434"/>
          </a:xfrm>
          <a:prstGeom prst="rect">
            <a:avLst/>
          </a:prstGeom>
        </p:spPr>
        <p:txBody>
          <a:bodyPr vert="horz" lIns="91440" tIns="45720" rIns="91440" bIns="45720" rtlCol="0"/>
          <a:lstStyle>
            <a:lvl1pPr algn="r">
              <a:defRPr sz="1200"/>
            </a:lvl1pPr>
          </a:lstStyle>
          <a:p>
            <a:fld id="{907E4247-4E69-4C8F-BCAF-268C6D049FC1}" type="datetimeFigureOut">
              <a:rPr lang="en-US" smtClean="0"/>
              <a:t>10/19/2026</a:t>
            </a:fld>
            <a:endParaRPr lang="en-US"/>
          </a:p>
        </p:txBody>
      </p:sp>
      <p:sp>
        <p:nvSpPr>
          <p:cNvPr id="4" name="Footer Placeholder 3">
            <a:extLst>
              <a:ext uri="{FF2B5EF4-FFF2-40B4-BE49-F238E27FC236}">
                <a16:creationId xmlns:a16="http://schemas.microsoft.com/office/drawing/2014/main" id="{2B4B98B1-A325-AC61-0CC9-3926903BD86D}"/>
              </a:ext>
            </a:extLst>
          </p:cNvPr>
          <p:cNvSpPr>
            <a:spLocks noGrp="1"/>
          </p:cNvSpPr>
          <p:nvPr>
            <p:ph type="ftr" sz="quarter" idx="2"/>
          </p:nvPr>
        </p:nvSpPr>
        <p:spPr>
          <a:xfrm>
            <a:off x="0" y="8829967"/>
            <a:ext cx="3037840" cy="466433"/>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960B90C-748F-4DEA-E396-C47CA6732758}"/>
              </a:ext>
            </a:extLst>
          </p:cNvPr>
          <p:cNvSpPr>
            <a:spLocks noGrp="1"/>
          </p:cNvSpPr>
          <p:nvPr>
            <p:ph type="sldNum" sz="quarter" idx="3"/>
          </p:nvPr>
        </p:nvSpPr>
        <p:spPr>
          <a:xfrm>
            <a:off x="3970939" y="8829967"/>
            <a:ext cx="3037840" cy="466433"/>
          </a:xfrm>
          <a:prstGeom prst="rect">
            <a:avLst/>
          </a:prstGeom>
        </p:spPr>
        <p:txBody>
          <a:bodyPr vert="horz" lIns="91440" tIns="45720" rIns="91440" bIns="45720" rtlCol="0" anchor="b"/>
          <a:lstStyle>
            <a:lvl1pPr algn="r">
              <a:defRPr sz="1200"/>
            </a:lvl1pPr>
          </a:lstStyle>
          <a:p>
            <a:fld id="{460175DA-BA9B-44CB-A019-967114970605}" type="slidenum">
              <a:rPr lang="en-US" smtClean="0"/>
              <a:t>‹#›</a:t>
            </a:fld>
            <a:endParaRPr lang="en-US"/>
          </a:p>
        </p:txBody>
      </p:sp>
    </p:spTree>
    <p:extLst>
      <p:ext uri="{BB962C8B-B14F-4D97-AF65-F5344CB8AC3E}">
        <p14:creationId xmlns:p14="http://schemas.microsoft.com/office/powerpoint/2010/main" val="36933388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840" cy="46482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70939" y="0"/>
            <a:ext cx="3037840" cy="46482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1040" y="4415790"/>
            <a:ext cx="5608320" cy="418338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829967"/>
            <a:ext cx="3037840" cy="46482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70939" y="8829967"/>
            <a:ext cx="3037840" cy="46482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40568434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1650749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2.xml"/><Relationship Id="rId1" Type="http://schemas.openxmlformats.org/officeDocument/2006/relationships/tags" Target="../tags/tag2.xml"/><Relationship Id="rId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3.xml"/><Relationship Id="rId4" Type="http://schemas.openxmlformats.org/officeDocument/2006/relationships/image" Target="../media/image5.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2.xml"/><Relationship Id="rId1" Type="http://schemas.openxmlformats.org/officeDocument/2006/relationships/tags" Target="../tags/tag4.xml"/><Relationship Id="rId4" Type="http://schemas.openxmlformats.org/officeDocument/2006/relationships/image" Target="../media/image5.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5.xml"/><Relationship Id="rId4" Type="http://schemas.openxmlformats.org/officeDocument/2006/relationships/image" Target="../media/image5.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6.xml"/><Relationship Id="rId4" Type="http://schemas.openxmlformats.org/officeDocument/2006/relationships/image" Target="../media/image5.emf"/></Relationships>
</file>

<file path=ppt/slideLayouts/_rels/slideLayout2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chart" Target="../charts/chart1.xml"/><Relationship Id="rId5" Type="http://schemas.openxmlformats.org/officeDocument/2006/relationships/image" Target="../media/image5.emf"/><Relationship Id="rId4"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2.xml"/><Relationship Id="rId1" Type="http://schemas.openxmlformats.org/officeDocument/2006/relationships/tags" Target="../tags/tag9.xml"/><Relationship Id="rId4" Type="http://schemas.openxmlformats.org/officeDocument/2006/relationships/image" Target="../media/image5.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2.xml"/><Relationship Id="rId1" Type="http://schemas.openxmlformats.org/officeDocument/2006/relationships/tags" Target="../tags/tag10.xml"/><Relationship Id="rId4" Type="http://schemas.openxmlformats.org/officeDocument/2006/relationships/image" Target="../media/image5.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2.xml"/><Relationship Id="rId1" Type="http://schemas.openxmlformats.org/officeDocument/2006/relationships/tags" Target="../tags/tag11.xml"/><Relationship Id="rId4" Type="http://schemas.openxmlformats.org/officeDocument/2006/relationships/image" Target="../media/image5.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2.xml"/><Relationship Id="rId1" Type="http://schemas.openxmlformats.org/officeDocument/2006/relationships/tags" Target="../tags/tag12.xml"/><Relationship Id="rId4" Type="http://schemas.openxmlformats.org/officeDocument/2006/relationships/image" Target="../media/image5.emf"/></Relationships>
</file>

<file path=ppt/slideLayouts/_rels/slideLayout2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Master" Target="../slideMasters/slideMaster2.xml"/><Relationship Id="rId7" Type="http://schemas.openxmlformats.org/officeDocument/2006/relationships/image" Target="../media/image8.sv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7.jpeg"/><Relationship Id="rId5" Type="http://schemas.openxmlformats.org/officeDocument/2006/relationships/image" Target="../media/image6.emf"/><Relationship Id="rId4" Type="http://schemas.openxmlformats.org/officeDocument/2006/relationships/oleObject" Target="../embeddings/oleObject12.bin"/></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000" y="2244726"/>
            <a:ext cx="18288000" cy="4775200"/>
          </a:xfrm>
        </p:spPr>
        <p:txBody>
          <a:bodyPr anchor="b"/>
          <a:lstStyle>
            <a:lvl1pPr algn="ctr">
              <a:defRPr sz="12000"/>
            </a:lvl1pPr>
          </a:lstStyle>
          <a:p>
            <a:r>
              <a:rPr lang="en-US"/>
              <a:t>Click to edit Master title style</a:t>
            </a:r>
          </a:p>
        </p:txBody>
      </p:sp>
      <p:sp>
        <p:nvSpPr>
          <p:cNvPr id="3" name="Subtitle 2"/>
          <p:cNvSpPr>
            <a:spLocks noGrp="1"/>
          </p:cNvSpPr>
          <p:nvPr>
            <p:ph type="subTitle" idx="1"/>
          </p:nvPr>
        </p:nvSpPr>
        <p:spPr>
          <a:xfrm>
            <a:off x="3048000" y="7204076"/>
            <a:ext cx="18288000"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070286264"/>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9367565"/>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700" y="3419477"/>
            <a:ext cx="21031200" cy="5705474"/>
          </a:xfrm>
        </p:spPr>
        <p:txBody>
          <a:bodyPr anchor="b"/>
          <a:lstStyle>
            <a:lvl1pPr>
              <a:defRPr sz="12000"/>
            </a:lvl1pPr>
          </a:lstStyle>
          <a:p>
            <a:r>
              <a:rPr lang="en-US"/>
              <a:t>Click to edit Master title style</a:t>
            </a:r>
          </a:p>
        </p:txBody>
      </p:sp>
      <p:sp>
        <p:nvSpPr>
          <p:cNvPr id="3" name="Text Placeholder 2"/>
          <p:cNvSpPr>
            <a:spLocks noGrp="1"/>
          </p:cNvSpPr>
          <p:nvPr>
            <p:ph type="body" idx="1"/>
          </p:nvPr>
        </p:nvSpPr>
        <p:spPr>
          <a:xfrm>
            <a:off x="1663700" y="9178927"/>
            <a:ext cx="21031200" cy="3000374"/>
          </a:xfrm>
        </p:spPr>
        <p:txBody>
          <a:bodyPr/>
          <a:lstStyle>
            <a:lvl1pPr marL="0" indent="0">
              <a:buNone/>
              <a:defRPr sz="4800">
                <a:solidFill>
                  <a:schemeClr val="tx1">
                    <a:tint val="75000"/>
                  </a:schemeClr>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96386027"/>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676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2344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49210506"/>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576" y="730251"/>
            <a:ext cx="21031200" cy="2651126"/>
          </a:xfrm>
        </p:spPr>
        <p:txBody>
          <a:bodyPr/>
          <a:lstStyle/>
          <a:p>
            <a:r>
              <a:rPr lang="en-US"/>
              <a:t>Click to edit Master title style</a:t>
            </a:r>
          </a:p>
        </p:txBody>
      </p:sp>
      <p:sp>
        <p:nvSpPr>
          <p:cNvPr id="3" name="Text Placeholder 2"/>
          <p:cNvSpPr>
            <a:spLocks noGrp="1"/>
          </p:cNvSpPr>
          <p:nvPr>
            <p:ph type="body" idx="1"/>
          </p:nvPr>
        </p:nvSpPr>
        <p:spPr>
          <a:xfrm>
            <a:off x="1679577" y="3362326"/>
            <a:ext cx="10315574"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1679577" y="5010150"/>
            <a:ext cx="10315574"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2344400" y="3362326"/>
            <a:ext cx="1036637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p:cNvSpPr>
            <a:spLocks noGrp="1"/>
          </p:cNvSpPr>
          <p:nvPr>
            <p:ph sz="quarter" idx="4"/>
          </p:nvPr>
        </p:nvSpPr>
        <p:spPr>
          <a:xfrm>
            <a:off x="12344400" y="5010150"/>
            <a:ext cx="10366376"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347005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2609169112"/>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30372022"/>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Content Placeholder 2"/>
          <p:cNvSpPr>
            <a:spLocks noGrp="1"/>
          </p:cNvSpPr>
          <p:nvPr>
            <p:ph idx="1"/>
          </p:nvPr>
        </p:nvSpPr>
        <p:spPr>
          <a:xfrm>
            <a:off x="10366376" y="1974851"/>
            <a:ext cx="123444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618770"/>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Picture Placeholder 2"/>
          <p:cNvSpPr>
            <a:spLocks noGrp="1" noChangeAspect="1"/>
          </p:cNvSpPr>
          <p:nvPr>
            <p:ph type="pic" idx="1"/>
          </p:nvPr>
        </p:nvSpPr>
        <p:spPr>
          <a:xfrm>
            <a:off x="10366376" y="1974851"/>
            <a:ext cx="123444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8664250"/>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625644562"/>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49800" y="730250"/>
            <a:ext cx="5257800"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676400" y="730250"/>
            <a:ext cx="15468600"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3082056"/>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7_Title Only">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CAED2C5-D635-4620-C026-DBFF5C3A84BD}"/>
              </a:ext>
            </a:extLst>
          </p:cNvPr>
          <p:cNvGrpSpPr/>
          <p:nvPr userDrawn="1"/>
        </p:nvGrpSpPr>
        <p:grpSpPr>
          <a:xfrm>
            <a:off x="926444" y="12865731"/>
            <a:ext cx="22531111" cy="499402"/>
            <a:chOff x="474623" y="6481482"/>
            <a:chExt cx="11243553" cy="249065"/>
          </a:xfrm>
        </p:grpSpPr>
        <p:pic>
          <p:nvPicPr>
            <p:cNvPr id="3" name="Picture 2">
              <a:extLst>
                <a:ext uri="{FF2B5EF4-FFF2-40B4-BE49-F238E27FC236}">
                  <a16:creationId xmlns:a16="http://schemas.microsoft.com/office/drawing/2014/main" id="{2AE720B6-3677-EA81-0A37-74E77DF0D181}"/>
                </a:ext>
              </a:extLst>
            </p:cNvPr>
            <p:cNvPicPr>
              <a:picLocks noChangeAspect="1"/>
            </p:cNvPicPr>
            <p:nvPr/>
          </p:nvPicPr>
          <p:blipFill>
            <a:blip r:embed="rId2"/>
            <a:stretch>
              <a:fillRect/>
            </a:stretch>
          </p:blipFill>
          <p:spPr>
            <a:xfrm>
              <a:off x="474623" y="6481482"/>
              <a:ext cx="1872431" cy="249065"/>
            </a:xfrm>
            <a:prstGeom prst="rect">
              <a:avLst/>
            </a:prstGeom>
          </p:spPr>
        </p:pic>
        <p:pic>
          <p:nvPicPr>
            <p:cNvPr id="4" name="Picture 3">
              <a:extLst>
                <a:ext uri="{FF2B5EF4-FFF2-40B4-BE49-F238E27FC236}">
                  <a16:creationId xmlns:a16="http://schemas.microsoft.com/office/drawing/2014/main" id="{02B28FCA-0EA9-4C15-66C7-223C41BADC27}"/>
                </a:ext>
              </a:extLst>
            </p:cNvPr>
            <p:cNvPicPr>
              <a:picLocks noChangeAspect="1"/>
            </p:cNvPicPr>
            <p:nvPr/>
          </p:nvPicPr>
          <p:blipFill>
            <a:blip r:embed="rId2"/>
            <a:stretch>
              <a:fillRect/>
            </a:stretch>
          </p:blipFill>
          <p:spPr>
            <a:xfrm>
              <a:off x="2347054" y="6481482"/>
              <a:ext cx="1872431" cy="249065"/>
            </a:xfrm>
            <a:prstGeom prst="rect">
              <a:avLst/>
            </a:prstGeom>
          </p:spPr>
        </p:pic>
        <p:pic>
          <p:nvPicPr>
            <p:cNvPr id="5" name="Picture 4">
              <a:extLst>
                <a:ext uri="{FF2B5EF4-FFF2-40B4-BE49-F238E27FC236}">
                  <a16:creationId xmlns:a16="http://schemas.microsoft.com/office/drawing/2014/main" id="{2A5B3C04-4B91-6B3C-D9C3-3AF90E36B2D0}"/>
                </a:ext>
              </a:extLst>
            </p:cNvPr>
            <p:cNvPicPr>
              <a:picLocks noChangeAspect="1"/>
            </p:cNvPicPr>
            <p:nvPr/>
          </p:nvPicPr>
          <p:blipFill>
            <a:blip r:embed="rId2"/>
            <a:stretch>
              <a:fillRect/>
            </a:stretch>
          </p:blipFill>
          <p:spPr>
            <a:xfrm>
              <a:off x="4219485" y="6481482"/>
              <a:ext cx="1872431" cy="249065"/>
            </a:xfrm>
            <a:prstGeom prst="rect">
              <a:avLst/>
            </a:prstGeom>
          </p:spPr>
        </p:pic>
        <p:pic>
          <p:nvPicPr>
            <p:cNvPr id="7" name="Picture 6">
              <a:extLst>
                <a:ext uri="{FF2B5EF4-FFF2-40B4-BE49-F238E27FC236}">
                  <a16:creationId xmlns:a16="http://schemas.microsoft.com/office/drawing/2014/main" id="{184FF2C4-5621-5E93-8D76-23DB5CBAE7A7}"/>
                </a:ext>
              </a:extLst>
            </p:cNvPr>
            <p:cNvPicPr>
              <a:picLocks noChangeAspect="1"/>
            </p:cNvPicPr>
            <p:nvPr/>
          </p:nvPicPr>
          <p:blipFill>
            <a:blip r:embed="rId2"/>
            <a:stretch>
              <a:fillRect/>
            </a:stretch>
          </p:blipFill>
          <p:spPr>
            <a:xfrm>
              <a:off x="6100883" y="6481482"/>
              <a:ext cx="1872431" cy="249065"/>
            </a:xfrm>
            <a:prstGeom prst="rect">
              <a:avLst/>
            </a:prstGeom>
          </p:spPr>
        </p:pic>
        <p:pic>
          <p:nvPicPr>
            <p:cNvPr id="8" name="Picture 7">
              <a:extLst>
                <a:ext uri="{FF2B5EF4-FFF2-40B4-BE49-F238E27FC236}">
                  <a16:creationId xmlns:a16="http://schemas.microsoft.com/office/drawing/2014/main" id="{89F3F185-701A-341E-9E99-6A77DD4381BD}"/>
                </a:ext>
              </a:extLst>
            </p:cNvPr>
            <p:cNvPicPr>
              <a:picLocks noChangeAspect="1"/>
            </p:cNvPicPr>
            <p:nvPr/>
          </p:nvPicPr>
          <p:blipFill>
            <a:blip r:embed="rId2"/>
            <a:stretch>
              <a:fillRect/>
            </a:stretch>
          </p:blipFill>
          <p:spPr>
            <a:xfrm>
              <a:off x="7973314" y="6481482"/>
              <a:ext cx="1872431" cy="249065"/>
            </a:xfrm>
            <a:prstGeom prst="rect">
              <a:avLst/>
            </a:prstGeom>
          </p:spPr>
        </p:pic>
        <p:pic>
          <p:nvPicPr>
            <p:cNvPr id="9" name="Picture 8">
              <a:extLst>
                <a:ext uri="{FF2B5EF4-FFF2-40B4-BE49-F238E27FC236}">
                  <a16:creationId xmlns:a16="http://schemas.microsoft.com/office/drawing/2014/main" id="{1AB26C84-3E76-5837-8325-58494C5E53BF}"/>
                </a:ext>
              </a:extLst>
            </p:cNvPr>
            <p:cNvPicPr>
              <a:picLocks noChangeAspect="1"/>
            </p:cNvPicPr>
            <p:nvPr/>
          </p:nvPicPr>
          <p:blipFill>
            <a:blip r:embed="rId2"/>
            <a:stretch>
              <a:fillRect/>
            </a:stretch>
          </p:blipFill>
          <p:spPr>
            <a:xfrm>
              <a:off x="9845745" y="6481482"/>
              <a:ext cx="1872431" cy="249065"/>
            </a:xfrm>
            <a:prstGeom prst="rect">
              <a:avLst/>
            </a:prstGeom>
          </p:spPr>
        </p:pic>
      </p:grpSp>
      <p:pic>
        <p:nvPicPr>
          <p:cNvPr id="12" name="Picture 11">
            <a:extLst>
              <a:ext uri="{FF2B5EF4-FFF2-40B4-BE49-F238E27FC236}">
                <a16:creationId xmlns:a16="http://schemas.microsoft.com/office/drawing/2014/main" id="{D8B3F7B9-FA25-9848-A233-94A5A2C2AA3A}"/>
              </a:ext>
            </a:extLst>
          </p:cNvPr>
          <p:cNvPicPr>
            <a:picLocks noChangeAspect="1"/>
          </p:cNvPicPr>
          <p:nvPr userDrawn="1"/>
        </p:nvPicPr>
        <p:blipFill>
          <a:blip r:embed="rId3"/>
          <a:stretch>
            <a:fillRect/>
          </a:stretch>
        </p:blipFill>
        <p:spPr>
          <a:xfrm>
            <a:off x="678115" y="461195"/>
            <a:ext cx="2504564" cy="680932"/>
          </a:xfrm>
          <a:prstGeom prst="rect">
            <a:avLst/>
          </a:prstGeom>
        </p:spPr>
      </p:pic>
      <p:sp>
        <p:nvSpPr>
          <p:cNvPr id="13" name="Slide Number Placeholder 12">
            <a:extLst>
              <a:ext uri="{FF2B5EF4-FFF2-40B4-BE49-F238E27FC236}">
                <a16:creationId xmlns:a16="http://schemas.microsoft.com/office/drawing/2014/main" id="{A54731CD-D1FF-B5B5-9B1D-7AE99994AC6C}"/>
              </a:ext>
            </a:extLst>
          </p:cNvPr>
          <p:cNvSpPr>
            <a:spLocks noGrp="1"/>
          </p:cNvSpPr>
          <p:nvPr>
            <p:ph type="sldNum" sz="quarter" idx="12"/>
          </p:nvPr>
        </p:nvSpPr>
        <p:spPr>
          <a:xfrm>
            <a:off x="133265" y="12865731"/>
            <a:ext cx="775210" cy="614826"/>
          </a:xfrm>
        </p:spPr>
        <p:txBody>
          <a:bodyPr/>
          <a:lstStyle>
            <a:lvl1pPr algn="ctr">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425616211"/>
      </p:ext>
    </p:extLst>
  </p:cSld>
  <p:clrMapOvr>
    <a:masterClrMapping/>
  </p:clrMapOvr>
  <p:extLst>
    <p:ext uri="{DCECCB84-F9BA-43D5-87BE-67443E8EF086}">
      <p15:sldGuideLst xmlns:p15="http://schemas.microsoft.com/office/powerpoint/2012/main">
        <p15:guide id="1" orient="horz" pos="2155">
          <p15:clr>
            <a:srgbClr val="FBAE40"/>
          </p15:clr>
        </p15:guide>
        <p15:guide id="2" pos="38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فواصل العناوين &quot;A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D6C303-87D3-BE5E-E000-BAE6DD6C94B9}"/>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3086031054"/>
      </p:ext>
    </p:extLst>
  </p:cSld>
  <p:clrMapOvr>
    <a:masterClrMapping/>
  </p:clrMapOvr>
  <p:extLst>
    <p:ext uri="{DCECCB84-F9BA-43D5-87BE-67443E8EF086}">
      <p15:sldGuideLst xmlns:p15="http://schemas.microsoft.com/office/powerpoint/2012/main">
        <p15:guide id="1" orient="horz" pos="2154">
          <p15:clr>
            <a:srgbClr val="FBAE40"/>
          </p15:clr>
        </p15:guide>
        <p15:guide id="2" pos="383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الصفحة النهائية ,C3">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34C1603-BBBF-93B2-B8B1-88A7BF495EFE}"/>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741513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_Cover style 1-D">
    <p:bg>
      <p:bgPr>
        <a:solidFill>
          <a:schemeClr val="tx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5C27FAD-320F-4066-9307-B3E13962AB70}"/>
              </a:ext>
            </a:extLst>
          </p:cNvPr>
          <p:cNvGraphicFramePr>
            <a:graphicFrameLocks noChangeAspect="1"/>
          </p:cNvGraphicFramePr>
          <p:nvPr userDrawn="1">
            <p:custDataLst>
              <p:tags r:id="rId1"/>
            </p:custDataLst>
            <p:extLst>
              <p:ext uri="{D42A27DB-BD31-4B8C-83A1-F6EECF244321}">
                <p14:modId xmlns:p14="http://schemas.microsoft.com/office/powerpoint/2010/main" val="322730232"/>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5C27FAD-320F-4066-9307-B3E13962AB70}"/>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3" name="Picture Placeholder 3">
            <a:extLst>
              <a:ext uri="{FF2B5EF4-FFF2-40B4-BE49-F238E27FC236}">
                <a16:creationId xmlns:a16="http://schemas.microsoft.com/office/drawing/2014/main" id="{82C4E76F-A8D1-4DD8-B2EF-CC976FEB5E1E}"/>
              </a:ext>
            </a:extLst>
          </p:cNvPr>
          <p:cNvSpPr>
            <a:spLocks noGrp="1" noChangeAspect="1"/>
          </p:cNvSpPr>
          <p:nvPr>
            <p:ph type="pic" sz="quarter" idx="12"/>
          </p:nvPr>
        </p:nvSpPr>
        <p:spPr>
          <a:xfrm>
            <a:off x="1463677" y="2651127"/>
            <a:ext cx="10963274" cy="8729982"/>
          </a:xfrm>
          <a:solidFill>
            <a:schemeClr val="accent4"/>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8" name="Title 1">
            <a:extLst>
              <a:ext uri="{FF2B5EF4-FFF2-40B4-BE49-F238E27FC236}">
                <a16:creationId xmlns:a16="http://schemas.microsoft.com/office/drawing/2014/main" id="{B9014A73-C13F-4EC8-ABEB-4919B6F49109}"/>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1" name="Text Placeholder 3">
            <a:extLst>
              <a:ext uri="{FF2B5EF4-FFF2-40B4-BE49-F238E27FC236}">
                <a16:creationId xmlns:a16="http://schemas.microsoft.com/office/drawing/2014/main" id="{5884F64E-FE94-4439-887B-2D573705B0CC}"/>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4" name="Freeform 19">
            <a:extLst>
              <a:ext uri="{FF2B5EF4-FFF2-40B4-BE49-F238E27FC236}">
                <a16:creationId xmlns:a16="http://schemas.microsoft.com/office/drawing/2014/main" id="{D9266C27-1FA2-433C-BCEB-00CB8A0EB8ED}"/>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4391658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style 1-C">
    <p:bg>
      <p:bgPr>
        <a:solidFill>
          <a:schemeClr val="accent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1DE2CA8E-908D-408E-B697-938F70D989CE}"/>
              </a:ext>
            </a:extLst>
          </p:cNvPr>
          <p:cNvGraphicFramePr>
            <a:graphicFrameLocks noChangeAspect="1"/>
          </p:cNvGraphicFramePr>
          <p:nvPr userDrawn="1">
            <p:custDataLst>
              <p:tags r:id="rId1"/>
            </p:custDataLst>
            <p:extLst>
              <p:ext uri="{D42A27DB-BD31-4B8C-83A1-F6EECF244321}">
                <p14:modId xmlns:p14="http://schemas.microsoft.com/office/powerpoint/2010/main" val="63098471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1DE2CA8E-908D-408E-B697-938F70D989CE}"/>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AB6042D1-1122-45AF-9049-A2AAF486E28B}"/>
              </a:ext>
            </a:extLst>
          </p:cNvPr>
          <p:cNvSpPr>
            <a:spLocks noChangeAspect="1"/>
          </p:cNvSpPr>
          <p:nvPr userDrawn="1"/>
        </p:nvSpPr>
        <p:spPr>
          <a:xfrm>
            <a:off x="0" y="2"/>
            <a:ext cx="24384000" cy="1371600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8" name="Picture Placeholder 3">
            <a:extLst>
              <a:ext uri="{FF2B5EF4-FFF2-40B4-BE49-F238E27FC236}">
                <a16:creationId xmlns:a16="http://schemas.microsoft.com/office/drawing/2014/main" id="{13BD1F9C-C7CA-4162-BCD4-0E8701D30076}"/>
              </a:ext>
            </a:extLst>
          </p:cNvPr>
          <p:cNvSpPr>
            <a:spLocks noGrp="1" noChangeAspect="1"/>
          </p:cNvSpPr>
          <p:nvPr>
            <p:ph type="pic" sz="quarter" idx="12"/>
          </p:nvPr>
        </p:nvSpPr>
        <p:spPr>
          <a:xfrm>
            <a:off x="1463676" y="2912777"/>
            <a:ext cx="6028908" cy="8721242"/>
          </a:xfrm>
          <a:solidFill>
            <a:schemeClr val="accent2"/>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11" name="Title 1">
            <a:extLst>
              <a:ext uri="{FF2B5EF4-FFF2-40B4-BE49-F238E27FC236}">
                <a16:creationId xmlns:a16="http://schemas.microsoft.com/office/drawing/2014/main" id="{A69D131D-7F76-4CC1-9730-16B44AE4BA1B}"/>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2" name="Text Placeholder 3">
            <a:extLst>
              <a:ext uri="{FF2B5EF4-FFF2-40B4-BE49-F238E27FC236}">
                <a16:creationId xmlns:a16="http://schemas.microsoft.com/office/drawing/2014/main" id="{B8860AEB-AE6A-4087-B910-8172D6E63614}"/>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94B90CDA-4F7D-4D3E-B408-0EADED34F929}"/>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18617070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style 2-A">
    <p:bg>
      <p:bgPr>
        <a:solidFill>
          <a:schemeClr val="accent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C2383941-2515-4FD3-A95A-711350C9D2FA}"/>
              </a:ext>
            </a:extLst>
          </p:cNvPr>
          <p:cNvGraphicFramePr>
            <a:graphicFrameLocks noChangeAspect="1"/>
          </p:cNvGraphicFramePr>
          <p:nvPr userDrawn="1">
            <p:custDataLst>
              <p:tags r:id="rId1"/>
            </p:custDataLst>
            <p:extLst>
              <p:ext uri="{D42A27DB-BD31-4B8C-83A1-F6EECF244321}">
                <p14:modId xmlns:p14="http://schemas.microsoft.com/office/powerpoint/2010/main" val="271415220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5" name="Object 4" hidden="1">
                        <a:extLst>
                          <a:ext uri="{FF2B5EF4-FFF2-40B4-BE49-F238E27FC236}">
                            <a16:creationId xmlns:a16="http://schemas.microsoft.com/office/drawing/2014/main" id="{C2383941-2515-4FD3-A95A-711350C9D2FA}"/>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FD832923-A321-4406-AB69-435E06724A46}"/>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 name="Title 1"/>
          <p:cNvSpPr>
            <a:spLocks noGrp="1"/>
          </p:cNvSpPr>
          <p:nvPr>
            <p:ph type="ctrTitle" hasCustomPrompt="1"/>
          </p:nvPr>
        </p:nvSpPr>
        <p:spPr>
          <a:xfrm>
            <a:off x="10837768" y="3529398"/>
            <a:ext cx="11531964" cy="5806976"/>
          </a:xfrm>
          <a:noFill/>
          <a:ln w="3175">
            <a:noFill/>
            <a:prstDash val="lgDash"/>
          </a:ln>
        </p:spPr>
        <p:txBody>
          <a:bodyPr vert="horz" lIns="0" tIns="0" rIns="0" bIns="0" anchor="t" anchorCtr="0">
            <a:noAutofit/>
          </a:bodyPr>
          <a:lstStyle>
            <a:lvl1pPr algn="r" rtl="1">
              <a:defRPr sz="12000"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6" name="Text Placeholder 3"/>
          <p:cNvSpPr>
            <a:spLocks noGrp="1"/>
          </p:cNvSpPr>
          <p:nvPr>
            <p:ph type="body" sz="quarter" idx="11"/>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8" name="Freeform 19">
            <a:extLst>
              <a:ext uri="{FF2B5EF4-FFF2-40B4-BE49-F238E27FC236}">
                <a16:creationId xmlns:a16="http://schemas.microsoft.com/office/drawing/2014/main" id="{AD170D80-7833-48BC-B601-204F242B6F98}"/>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2013756433"/>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Cover style 2-B">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665A34A-BFE3-41B0-83FD-6E8147E44019}"/>
              </a:ext>
            </a:extLst>
          </p:cNvPr>
          <p:cNvGraphicFramePr>
            <a:graphicFrameLocks noChangeAspect="1"/>
          </p:cNvGraphicFramePr>
          <p:nvPr userDrawn="1">
            <p:custDataLst>
              <p:tags r:id="rId1"/>
            </p:custDataLst>
            <p:extLst>
              <p:ext uri="{D42A27DB-BD31-4B8C-83A1-F6EECF244321}">
                <p14:modId xmlns:p14="http://schemas.microsoft.com/office/powerpoint/2010/main" val="394712442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0665A34A-BFE3-41B0-83FD-6E8147E44019}"/>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9E7C9A26-A64F-4BD2-B42E-DE9FC2E36A4D}"/>
              </a:ext>
            </a:extLst>
          </p:cNvPr>
          <p:cNvSpPr/>
          <p:nvPr userDrawn="1"/>
        </p:nvSpPr>
        <p:spPr>
          <a:xfrm>
            <a:off x="0" y="0"/>
            <a:ext cx="24384000" cy="13716000"/>
          </a:xfrm>
          <a:prstGeom prst="rect">
            <a:avLst/>
          </a:prstGeom>
          <a:gradFill>
            <a:gsLst>
              <a:gs pos="0">
                <a:schemeClr val="accent4"/>
              </a:gs>
              <a:gs pos="100000">
                <a:srgbClr val="ACEAF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GB" sz="3000" err="1">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 name="Rectangle 9">
            <a:extLst>
              <a:ext uri="{FF2B5EF4-FFF2-40B4-BE49-F238E27FC236}">
                <a16:creationId xmlns:a16="http://schemas.microsoft.com/office/drawing/2014/main" id="{1F33E586-263B-4E54-B74B-2301AD5EF5F1}"/>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11" name="Title 1">
            <a:extLst>
              <a:ext uri="{FF2B5EF4-FFF2-40B4-BE49-F238E27FC236}">
                <a16:creationId xmlns:a16="http://schemas.microsoft.com/office/drawing/2014/main" id="{FA034333-5877-475E-A04E-16AD07AB0FCD}"/>
              </a:ext>
            </a:extLst>
          </p:cNvPr>
          <p:cNvSpPr txBox="1">
            <a:spLocks/>
          </p:cNvSpPr>
          <p:nvPr userDrawn="1"/>
        </p:nvSpPr>
        <p:spPr>
          <a:xfrm>
            <a:off x="10837768" y="3529398"/>
            <a:ext cx="11531964" cy="5806976"/>
          </a:xfrm>
          <a:prstGeom prst="rect">
            <a:avLst/>
          </a:prstGeom>
          <a:noFill/>
          <a:ln w="3175">
            <a:noFill/>
            <a:prstDash val="lgDash"/>
          </a:ln>
        </p:spPr>
        <p:txBody>
          <a:bodyPr vert="horz" lIns="0" tIns="0" rIns="0" bIns="0" rtlCol="0" anchor="t" anchorCtr="0">
            <a:noAutofit/>
          </a:bodyPr>
          <a:lstStyle>
            <a:lvl1pPr algn="r" defTabSz="914400" rtl="1" eaLnBrk="1" latinLnBrk="0" hangingPunct="1">
              <a:lnSpc>
                <a:spcPct val="90000"/>
              </a:lnSpc>
              <a:spcBef>
                <a:spcPct val="0"/>
              </a:spcBef>
              <a:buNone/>
              <a:defRPr sz="6600" b="1" kern="1200" baseline="0">
                <a:solidFill>
                  <a:schemeClr val="bg1"/>
                </a:solidFill>
                <a:latin typeface="DIN Next LT Arabic" panose="020B0503020203050203" pitchFamily="34" charset="-78"/>
                <a:ea typeface="+mj-ea"/>
                <a:cs typeface="DIN Next LT Arabic" panose="020B0503020203050203" pitchFamily="34" charset="-78"/>
              </a:defRPr>
            </a:lvl1pPr>
          </a:lstStyle>
          <a:p>
            <a:r>
              <a:rPr lang="en-GB" sz="12000">
                <a:latin typeface="DIN Next LT Arabic" panose="020B0503020203050203" pitchFamily="34" charset="-78"/>
                <a:cs typeface="DIN Next LT Arabic" panose="020B0503020203050203" pitchFamily="34" charset="-78"/>
                <a:sym typeface="DIN Next LT Arabic" panose="020B0503020203050203" pitchFamily="34" charset="-78"/>
              </a:rPr>
              <a:t>Title slide text only</a:t>
            </a:r>
            <a:endParaRPr lang="en-US" sz="120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2" name="Text Placeholder 3">
            <a:extLst>
              <a:ext uri="{FF2B5EF4-FFF2-40B4-BE49-F238E27FC236}">
                <a16:creationId xmlns:a16="http://schemas.microsoft.com/office/drawing/2014/main" id="{C17EC321-E8FA-4A99-BA72-9EAF62BC04AB}"/>
              </a:ext>
            </a:extLst>
          </p:cNvPr>
          <p:cNvSpPr>
            <a:spLocks noGrp="1"/>
          </p:cNvSpPr>
          <p:nvPr>
            <p:ph type="body" sz="quarter" idx="12"/>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77B9FC36-ED64-416F-BFCE-489745A4860C}"/>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tx2"/>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682384255"/>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over style 3-A">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F0C1698-BD00-4EFC-AE24-A6C38A6B748D}"/>
              </a:ext>
            </a:extLst>
          </p:cNvPr>
          <p:cNvGraphicFramePr>
            <a:graphicFrameLocks noChangeAspect="1"/>
          </p:cNvGraphicFramePr>
          <p:nvPr userDrawn="1">
            <p:custDataLst>
              <p:tags r:id="rId1"/>
            </p:custDataLst>
            <p:extLst>
              <p:ext uri="{D42A27DB-BD31-4B8C-83A1-F6EECF244321}">
                <p14:modId xmlns:p14="http://schemas.microsoft.com/office/powerpoint/2010/main" val="2869887050"/>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F0C1698-BD00-4EFC-AE24-A6C38A6B748D}"/>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BE1C10C3-827B-49A6-893F-D8E3A612B3BF}"/>
              </a:ext>
            </a:extLst>
          </p:cNvPr>
          <p:cNvSpPr/>
          <p:nvPr userDrawn="1"/>
        </p:nvSpPr>
        <p:spPr>
          <a:xfrm>
            <a:off x="0" y="0"/>
            <a:ext cx="7871792" cy="13716000"/>
          </a:xfrm>
          <a:prstGeom prst="rect">
            <a:avLst/>
          </a:prstGeom>
          <a:solidFill>
            <a:schemeClr val="accent2"/>
          </a:solidFill>
          <a:ln w="12700" cap="flat" cmpd="sng" algn="ctr">
            <a:noFill/>
            <a:prstDash val="solid"/>
            <a:miter lim="800000"/>
          </a:ln>
          <a:effectLst/>
        </p:spPr>
        <p:txBody>
          <a:bodyPr wrap="none" lIns="109220" tIns="109220" rIns="109220" bIns="10922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6" name="Title 1">
            <a:extLst>
              <a:ext uri="{FF2B5EF4-FFF2-40B4-BE49-F238E27FC236}">
                <a16:creationId xmlns:a16="http://schemas.microsoft.com/office/drawing/2014/main" id="{50035612-8634-48A3-9355-EEEE76087FA3}"/>
              </a:ext>
            </a:extLst>
          </p:cNvPr>
          <p:cNvSpPr>
            <a:spLocks noGrp="1"/>
          </p:cNvSpPr>
          <p:nvPr>
            <p:ph type="ctrTitle" hasCustomPrompt="1"/>
          </p:nvPr>
        </p:nvSpPr>
        <p:spPr>
          <a:xfrm>
            <a:off x="14822907" y="5627111"/>
            <a:ext cx="8116538" cy="3065630"/>
          </a:xfrm>
          <a:noFill/>
        </p:spPr>
        <p:txBody>
          <a:bodyPr vert="horz" lIns="0" tIns="0" rIns="0" bIns="0" anchor="t" anchorCtr="0"/>
          <a:lstStyle>
            <a:lvl1pPr algn="r">
              <a:defRPr sz="10800" baseline="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7" name="Text Placeholder 3">
            <a:extLst>
              <a:ext uri="{FF2B5EF4-FFF2-40B4-BE49-F238E27FC236}">
                <a16:creationId xmlns:a16="http://schemas.microsoft.com/office/drawing/2014/main" id="{1CE06135-4376-470B-9136-FE1565DB633F}"/>
              </a:ext>
            </a:extLst>
          </p:cNvPr>
          <p:cNvSpPr>
            <a:spLocks noGrp="1"/>
          </p:cNvSpPr>
          <p:nvPr>
            <p:ph type="body" sz="quarter" idx="13" hasCustomPrompt="1"/>
          </p:nvPr>
        </p:nvSpPr>
        <p:spPr>
          <a:xfrm>
            <a:off x="19851912" y="2768392"/>
            <a:ext cx="3087532" cy="1477328"/>
          </a:xfrm>
        </p:spPr>
        <p:txBody>
          <a:bodyPr wrap="square">
            <a:spAutoFit/>
          </a:bodyPr>
          <a:lstStyle>
            <a:lvl1pPr algn="r">
              <a:lnSpc>
                <a:spcPct val="80000"/>
              </a:lnSpc>
              <a:defRPr lang="en-US" sz="12000" kern="1200" baseline="0" dirty="0" smtClean="0">
                <a:solidFill>
                  <a:schemeClr val="tx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a:lstStyle>
          <a:p>
            <a:pPr lvl="0"/>
            <a:r>
              <a:rPr lang="en-US"/>
              <a:t>00</a:t>
            </a:r>
          </a:p>
        </p:txBody>
      </p:sp>
      <p:sp>
        <p:nvSpPr>
          <p:cNvPr id="9" name="Picture Placeholder 16">
            <a:extLst>
              <a:ext uri="{FF2B5EF4-FFF2-40B4-BE49-F238E27FC236}">
                <a16:creationId xmlns:a16="http://schemas.microsoft.com/office/drawing/2014/main" id="{18C7026C-029A-4AB1-A634-0C67B54D21D1}"/>
              </a:ext>
            </a:extLst>
          </p:cNvPr>
          <p:cNvSpPr>
            <a:spLocks noGrp="1"/>
          </p:cNvSpPr>
          <p:nvPr>
            <p:ph type="pic" sz="quarter" idx="10"/>
          </p:nvPr>
        </p:nvSpPr>
        <p:spPr>
          <a:xfrm>
            <a:off x="1795179" y="1952626"/>
            <a:ext cx="12111382" cy="9815304"/>
          </a:xfrm>
          <a:gradFill>
            <a:gsLst>
              <a:gs pos="100000">
                <a:srgbClr val="ACEAFF"/>
              </a:gs>
              <a:gs pos="0">
                <a:schemeClr val="accent4"/>
              </a:gs>
            </a:gsLst>
            <a:lin ang="0" scaled="0"/>
          </a:gradFill>
        </p:spPr>
        <p:txBody>
          <a:bodyPr/>
          <a:lstStyle/>
          <a:p>
            <a:endParaRPr lang="en-US"/>
          </a:p>
        </p:txBody>
      </p:sp>
    </p:spTree>
    <p:extLst>
      <p:ext uri="{BB962C8B-B14F-4D97-AF65-F5344CB8AC3E}">
        <p14:creationId xmlns:p14="http://schemas.microsoft.com/office/powerpoint/2010/main" val="295199614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18843912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83" imgH="384" progId="TCLayout.ActiveDocument.1">
                  <p:embed/>
                </p:oleObj>
              </mc:Choice>
              <mc:Fallback>
                <p:oleObj name="think-cell Slide" r:id="rId4"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 style</a:t>
            </a:r>
          </a:p>
        </p:txBody>
      </p:sp>
      <p:sp>
        <p:nvSpPr>
          <p:cNvPr id="85" name="object 7">
            <a:extLst>
              <a:ext uri="{FF2B5EF4-FFF2-40B4-BE49-F238E27FC236}">
                <a16:creationId xmlns:a16="http://schemas.microsoft.com/office/drawing/2014/main" id="{CC790043-FEBE-4052-9AC1-14F9D755B950}"/>
              </a:ext>
            </a:extLst>
          </p:cNvPr>
          <p:cNvSpPr txBox="1"/>
          <p:nvPr userDrawn="1"/>
        </p:nvSpPr>
        <p:spPr>
          <a:xfrm>
            <a:off x="1463676" y="4993350"/>
            <a:ext cx="2212172" cy="888524"/>
          </a:xfrm>
          <a:prstGeom prst="rect">
            <a:avLst/>
          </a:prstGeom>
        </p:spPr>
        <p:txBody>
          <a:bodyPr vert="horz" wrap="square" lIns="0" tIns="21220" rIns="0" bIns="0" rtlCol="0">
            <a:spAutoFit/>
          </a:bodyPr>
          <a:lstStyle/>
          <a:p>
            <a:pPr marL="21220">
              <a:lnSpc>
                <a:spcPct val="70000"/>
              </a:lnSpc>
            </a:pPr>
            <a:r>
              <a:rPr lang="en-US" sz="4000" spc="84">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endParaRPr sz="4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86" name="object 11">
            <a:extLst>
              <a:ext uri="{FF2B5EF4-FFF2-40B4-BE49-F238E27FC236}">
                <a16:creationId xmlns:a16="http://schemas.microsoft.com/office/drawing/2014/main" id="{45F9F208-C936-4D8D-B230-231D9CC4FF12}"/>
              </a:ext>
            </a:extLst>
          </p:cNvPr>
          <p:cNvSpPr txBox="1"/>
          <p:nvPr userDrawn="1"/>
        </p:nvSpPr>
        <p:spPr>
          <a:xfrm>
            <a:off x="1463676" y="2763079"/>
            <a:ext cx="5852160" cy="636980"/>
          </a:xfrm>
          <a:prstGeom prst="rect">
            <a:avLst/>
          </a:prstGeom>
        </p:spPr>
        <p:txBody>
          <a:bodyPr vert="horz" wrap="squar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Typefaces - </a:t>
            </a:r>
            <a:r>
              <a:rPr sz="2000">
                <a:latin typeface="DIN Next LT Arabic" panose="020B0503020203050203" pitchFamily="34" charset="-78"/>
                <a:cs typeface="DIN Next LT Arabic" panose="020B0503020203050203" pitchFamily="34" charset="-78"/>
                <a:sym typeface="DIN Next LT Arabic" panose="020B0503020203050203" pitchFamily="34" charset="-78"/>
              </a:rPr>
              <a:t>Use compatible fonts (TTF) if output is for PowerPoint.</a:t>
            </a:r>
          </a:p>
        </p:txBody>
      </p:sp>
      <p:sp>
        <p:nvSpPr>
          <p:cNvPr id="87" name="object 14">
            <a:extLst>
              <a:ext uri="{FF2B5EF4-FFF2-40B4-BE49-F238E27FC236}">
                <a16:creationId xmlns:a16="http://schemas.microsoft.com/office/drawing/2014/main" id="{F56EDE2F-3122-4323-AF42-2DAB839217DA}"/>
              </a:ext>
            </a:extLst>
          </p:cNvPr>
          <p:cNvSpPr txBox="1"/>
          <p:nvPr userDrawn="1"/>
        </p:nvSpPr>
        <p:spPr>
          <a:xfrm>
            <a:off x="1463677" y="3546196"/>
            <a:ext cx="102303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Headline</a:t>
            </a:r>
          </a:p>
        </p:txBody>
      </p:sp>
      <p:sp>
        <p:nvSpPr>
          <p:cNvPr id="88" name="object 14">
            <a:extLst>
              <a:ext uri="{FF2B5EF4-FFF2-40B4-BE49-F238E27FC236}">
                <a16:creationId xmlns:a16="http://schemas.microsoft.com/office/drawing/2014/main" id="{CC2A017F-6855-4435-A4B7-0754CA5DC349}"/>
              </a:ext>
            </a:extLst>
          </p:cNvPr>
          <p:cNvSpPr txBox="1"/>
          <p:nvPr userDrawn="1"/>
        </p:nvSpPr>
        <p:spPr>
          <a:xfrm>
            <a:off x="1463677" y="4052052"/>
            <a:ext cx="586058" cy="915576"/>
          </a:xfrm>
          <a:prstGeom prst="rect">
            <a:avLst/>
          </a:prstGeom>
        </p:spPr>
        <p:txBody>
          <a:bodyPr vert="horz" wrap="none" lIns="0" tIns="0" rIns="0" bIns="0" rtlCol="0">
            <a:noAutofit/>
          </a:bodyPr>
          <a:lstStyle/>
          <a:p>
            <a:pPr>
              <a:lnSpc>
                <a:spcPct val="70000"/>
              </a:lnSpc>
            </a:pPr>
            <a:r>
              <a:rPr sz="8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89" name="object 14">
            <a:extLst>
              <a:ext uri="{FF2B5EF4-FFF2-40B4-BE49-F238E27FC236}">
                <a16:creationId xmlns:a16="http://schemas.microsoft.com/office/drawing/2014/main" id="{869D6BB8-31B9-4A6E-AD93-45C0ADDDC2CF}"/>
              </a:ext>
            </a:extLst>
          </p:cNvPr>
          <p:cNvSpPr txBox="1"/>
          <p:nvPr userDrawn="1"/>
        </p:nvSpPr>
        <p:spPr>
          <a:xfrm>
            <a:off x="4197133" y="3546196"/>
            <a:ext cx="58541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Body</a:t>
            </a:r>
          </a:p>
        </p:txBody>
      </p:sp>
      <p:sp>
        <p:nvSpPr>
          <p:cNvPr id="90" name="object 7">
            <a:extLst>
              <a:ext uri="{FF2B5EF4-FFF2-40B4-BE49-F238E27FC236}">
                <a16:creationId xmlns:a16="http://schemas.microsoft.com/office/drawing/2014/main" id="{9082B2CF-0B67-451A-9A35-5B20D56EE8E8}"/>
              </a:ext>
            </a:extLst>
          </p:cNvPr>
          <p:cNvSpPr txBox="1"/>
          <p:nvPr userDrawn="1"/>
        </p:nvSpPr>
        <p:spPr>
          <a:xfrm>
            <a:off x="4223384" y="4993350"/>
            <a:ext cx="2212172" cy="883202"/>
          </a:xfrm>
          <a:prstGeom prst="rect">
            <a:avLst/>
          </a:prstGeom>
        </p:spPr>
        <p:txBody>
          <a:bodyPr vert="horz" wrap="square" lIns="0" tIns="21220" rIns="0" bIns="0" rtlCol="0">
            <a:spAutoFit/>
          </a:bodyPr>
          <a:lstStyle/>
          <a:p>
            <a:pPr marL="21220"/>
            <a:r>
              <a:rPr lang="en-US" sz="2800" spc="84">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p>
        </p:txBody>
      </p:sp>
      <p:sp>
        <p:nvSpPr>
          <p:cNvPr id="91" name="object 14">
            <a:extLst>
              <a:ext uri="{FF2B5EF4-FFF2-40B4-BE49-F238E27FC236}">
                <a16:creationId xmlns:a16="http://schemas.microsoft.com/office/drawing/2014/main" id="{CD8EC745-B9F6-4ECB-9D8D-9FB6D7548A63}"/>
              </a:ext>
            </a:extLst>
          </p:cNvPr>
          <p:cNvSpPr txBox="1"/>
          <p:nvPr userDrawn="1"/>
        </p:nvSpPr>
        <p:spPr>
          <a:xfrm>
            <a:off x="4228227" y="3900540"/>
            <a:ext cx="586058" cy="1067088"/>
          </a:xfrm>
          <a:prstGeom prst="rect">
            <a:avLst/>
          </a:prstGeom>
        </p:spPr>
        <p:txBody>
          <a:bodyPr vert="horz" wrap="none" lIns="0" tIns="0" rIns="0" bIns="0" rtlCol="0">
            <a:noAutofit/>
          </a:bodyPr>
          <a:lstStyle/>
          <a:p>
            <a:r>
              <a:rPr sz="6934">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92" name="Rectangle 91">
            <a:extLst>
              <a:ext uri="{FF2B5EF4-FFF2-40B4-BE49-F238E27FC236}">
                <a16:creationId xmlns:a16="http://schemas.microsoft.com/office/drawing/2014/main" id="{459A0548-5D47-442B-9D7B-AD25C9E9BBDC}"/>
              </a:ext>
            </a:extLst>
          </p:cNvPr>
          <p:cNvSpPr/>
          <p:nvPr userDrawn="1"/>
        </p:nvSpPr>
        <p:spPr>
          <a:xfrm>
            <a:off x="1463676" y="6133986"/>
            <a:ext cx="5852160" cy="1847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r>
              <a:rPr lang="en-GB" sz="2000" b="1">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Note:</a:t>
            </a:r>
            <a:r>
              <a:rPr lang="en-GB" sz="20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 This template is built based on six column guide and will give the flexibly to work on two and three column formats. Before continuing, be sure that the Guides are turned on. Click on the View menu option and then check Guides.</a:t>
            </a:r>
          </a:p>
        </p:txBody>
      </p:sp>
      <p:sp>
        <p:nvSpPr>
          <p:cNvPr id="93" name="Rectangle 92">
            <a:extLst>
              <a:ext uri="{FF2B5EF4-FFF2-40B4-BE49-F238E27FC236}">
                <a16:creationId xmlns:a16="http://schemas.microsoft.com/office/drawing/2014/main" id="{607474EB-D790-4BB8-951F-F12918C198D8}"/>
              </a:ext>
            </a:extLst>
          </p:cNvPr>
          <p:cNvSpPr/>
          <p:nvPr userDrawn="1"/>
        </p:nvSpPr>
        <p:spPr>
          <a:xfrm>
            <a:off x="17466068" y="6257057"/>
            <a:ext cx="1097280" cy="822450"/>
          </a:xfrm>
          <a:prstGeom prst="rect">
            <a:avLst/>
          </a:prstGeom>
          <a:gradFill>
            <a:gsLst>
              <a:gs pos="100000">
                <a:schemeClr val="accent1"/>
              </a:gs>
              <a:gs pos="0">
                <a:schemeClr val="accent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4" name="Rectangle 93">
            <a:extLst>
              <a:ext uri="{FF2B5EF4-FFF2-40B4-BE49-F238E27FC236}">
                <a16:creationId xmlns:a16="http://schemas.microsoft.com/office/drawing/2014/main" id="{AEF03E68-3E44-4794-B5F0-B65F17F7326B}"/>
              </a:ext>
            </a:extLst>
          </p:cNvPr>
          <p:cNvSpPr/>
          <p:nvPr userDrawn="1"/>
        </p:nvSpPr>
        <p:spPr>
          <a:xfrm>
            <a:off x="20133298" y="6257057"/>
            <a:ext cx="1097280" cy="822450"/>
          </a:xfrm>
          <a:prstGeom prst="rect">
            <a:avLst/>
          </a:prstGeom>
          <a:gradFill>
            <a:gsLst>
              <a:gs pos="100000">
                <a:srgbClr val="ACEAFF"/>
              </a:gs>
              <a:gs pos="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5" name="TextBox 94">
            <a:extLst>
              <a:ext uri="{FF2B5EF4-FFF2-40B4-BE49-F238E27FC236}">
                <a16:creationId xmlns:a16="http://schemas.microsoft.com/office/drawing/2014/main" id="{317710EE-59F8-40C4-BD02-AF5AC3A7BF80}"/>
              </a:ext>
            </a:extLst>
          </p:cNvPr>
          <p:cNvSpPr txBox="1"/>
          <p:nvPr userDrawn="1"/>
        </p:nvSpPr>
        <p:spPr>
          <a:xfrm>
            <a:off x="18710831" y="6207839"/>
            <a:ext cx="1274986"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gradient</a:t>
            </a:r>
          </a:p>
        </p:txBody>
      </p:sp>
      <p:sp>
        <p:nvSpPr>
          <p:cNvPr id="96" name="TextBox 95">
            <a:extLst>
              <a:ext uri="{FF2B5EF4-FFF2-40B4-BE49-F238E27FC236}">
                <a16:creationId xmlns:a16="http://schemas.microsoft.com/office/drawing/2014/main" id="{90862F31-BF10-4112-994C-F9296338B03B}"/>
              </a:ext>
            </a:extLst>
          </p:cNvPr>
          <p:cNvSpPr txBox="1"/>
          <p:nvPr userDrawn="1"/>
        </p:nvSpPr>
        <p:spPr>
          <a:xfrm>
            <a:off x="17466069" y="2651126"/>
            <a:ext cx="5477930" cy="3262432"/>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Gradients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colors are applied at both ends of the gradient, at 0% and 100%locations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mid-point is at 50%</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gradients are used at a 0º angle</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Use the linear gradient, never radial</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Do not create new gradients; use only the gradients shown here</a:t>
            </a:r>
            <a:endParaRPr lang="en-US" sz="2000" b="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7" name="TextBox 96">
            <a:extLst>
              <a:ext uri="{FF2B5EF4-FFF2-40B4-BE49-F238E27FC236}">
                <a16:creationId xmlns:a16="http://schemas.microsoft.com/office/drawing/2014/main" id="{CD5009EA-342A-4500-8CEC-75A66CFF8A74}"/>
              </a:ext>
            </a:extLst>
          </p:cNvPr>
          <p:cNvSpPr txBox="1"/>
          <p:nvPr userDrawn="1"/>
        </p:nvSpPr>
        <p:spPr>
          <a:xfrm>
            <a:off x="15622613" y="6595751"/>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3</a:t>
            </a:r>
          </a:p>
        </p:txBody>
      </p:sp>
      <p:sp>
        <p:nvSpPr>
          <p:cNvPr id="98" name="TextBox 97">
            <a:extLst>
              <a:ext uri="{FF2B5EF4-FFF2-40B4-BE49-F238E27FC236}">
                <a16:creationId xmlns:a16="http://schemas.microsoft.com/office/drawing/2014/main" id="{C1AE71E0-3AD8-4C17-8718-268BBC37EE95}"/>
              </a:ext>
            </a:extLst>
          </p:cNvPr>
          <p:cNvSpPr txBox="1"/>
          <p:nvPr userDrawn="1"/>
        </p:nvSpPr>
        <p:spPr>
          <a:xfrm>
            <a:off x="15622613" y="4551523"/>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1</a:t>
            </a:r>
          </a:p>
        </p:txBody>
      </p:sp>
      <p:sp>
        <p:nvSpPr>
          <p:cNvPr id="99" name="TextBox 98">
            <a:extLst>
              <a:ext uri="{FF2B5EF4-FFF2-40B4-BE49-F238E27FC236}">
                <a16:creationId xmlns:a16="http://schemas.microsoft.com/office/drawing/2014/main" id="{548B9553-339E-4A4B-A2A6-E5335D4D7A77}"/>
              </a:ext>
            </a:extLst>
          </p:cNvPr>
          <p:cNvSpPr txBox="1"/>
          <p:nvPr userDrawn="1"/>
        </p:nvSpPr>
        <p:spPr>
          <a:xfrm>
            <a:off x="15622613" y="7617865"/>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4</a:t>
            </a:r>
          </a:p>
        </p:txBody>
      </p:sp>
      <p:sp>
        <p:nvSpPr>
          <p:cNvPr id="100" name="TextBox 99">
            <a:extLst>
              <a:ext uri="{FF2B5EF4-FFF2-40B4-BE49-F238E27FC236}">
                <a16:creationId xmlns:a16="http://schemas.microsoft.com/office/drawing/2014/main" id="{E5F60CB7-DABF-4632-8547-0D42F0B20BFD}"/>
              </a:ext>
            </a:extLst>
          </p:cNvPr>
          <p:cNvSpPr txBox="1"/>
          <p:nvPr userDrawn="1"/>
        </p:nvSpPr>
        <p:spPr>
          <a:xfrm>
            <a:off x="15622613" y="8639979"/>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5</a:t>
            </a:r>
          </a:p>
        </p:txBody>
      </p:sp>
      <p:sp>
        <p:nvSpPr>
          <p:cNvPr id="101" name="TextBox 100">
            <a:extLst>
              <a:ext uri="{FF2B5EF4-FFF2-40B4-BE49-F238E27FC236}">
                <a16:creationId xmlns:a16="http://schemas.microsoft.com/office/drawing/2014/main" id="{E44E275E-D4D0-4346-8E38-B250EEE1478E}"/>
              </a:ext>
            </a:extLst>
          </p:cNvPr>
          <p:cNvSpPr txBox="1"/>
          <p:nvPr userDrawn="1"/>
        </p:nvSpPr>
        <p:spPr>
          <a:xfrm>
            <a:off x="15622613" y="5573637"/>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2</a:t>
            </a:r>
          </a:p>
        </p:txBody>
      </p:sp>
      <p:sp>
        <p:nvSpPr>
          <p:cNvPr id="102" name="object 12">
            <a:extLst>
              <a:ext uri="{FF2B5EF4-FFF2-40B4-BE49-F238E27FC236}">
                <a16:creationId xmlns:a16="http://schemas.microsoft.com/office/drawing/2014/main" id="{A0216981-8F63-4E79-9127-20EF0EB85D1B}"/>
              </a:ext>
            </a:extLst>
          </p:cNvPr>
          <p:cNvSpPr txBox="1"/>
          <p:nvPr userDrawn="1"/>
        </p:nvSpPr>
        <p:spPr>
          <a:xfrm>
            <a:off x="8153917" y="2651126"/>
            <a:ext cx="5960042" cy="359981"/>
          </a:xfrm>
          <a:prstGeom prst="rect">
            <a:avLst/>
          </a:prstGeom>
        </p:spPr>
        <p:txBody>
          <a:bodyPr vert="horz" wrap="square" lIns="0" tIns="21220" rIns="0" bIns="0" rtlCol="0">
            <a:spAutoFit/>
          </a:bodyPr>
          <a:lstStyle/>
          <a:p>
            <a:pPr marL="21220">
              <a:spcBef>
                <a:spcPts val="168"/>
              </a:spcBef>
            </a:pP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Colour palette </a:t>
            </a: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t>
            </a: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 </a:t>
            </a:r>
            <a:r>
              <a:rPr lang="en-GB" sz="2200">
                <a:latin typeface="DIN Next LT Arabic" panose="020B0503020203050203" pitchFamily="34" charset="-78"/>
                <a:cs typeface="DIN Next LT Arabic" panose="020B0503020203050203" pitchFamily="34" charset="-78"/>
                <a:sym typeface="DIN Next LT Arabic" panose="020B0503020203050203" pitchFamily="34" charset="-78"/>
              </a:rPr>
              <a:t>Standard KPMG Colours</a:t>
            </a:r>
            <a:endParaRPr sz="22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3" name="TextBox 102">
            <a:extLst>
              <a:ext uri="{FF2B5EF4-FFF2-40B4-BE49-F238E27FC236}">
                <a16:creationId xmlns:a16="http://schemas.microsoft.com/office/drawing/2014/main" id="{31241172-4C8D-46B6-9E92-6C521FC97505}"/>
              </a:ext>
            </a:extLst>
          </p:cNvPr>
          <p:cNvSpPr txBox="1"/>
          <p:nvPr userDrawn="1"/>
        </p:nvSpPr>
        <p:spPr>
          <a:xfrm>
            <a:off x="8153916" y="3530539"/>
            <a:ext cx="2728092" cy="615553"/>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Primary </a:t>
            </a:r>
            <a:b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b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Colors</a:t>
            </a:r>
          </a:p>
        </p:txBody>
      </p:sp>
      <p:sp>
        <p:nvSpPr>
          <p:cNvPr id="104" name="TextBox 103">
            <a:extLst>
              <a:ext uri="{FF2B5EF4-FFF2-40B4-BE49-F238E27FC236}">
                <a16:creationId xmlns:a16="http://schemas.microsoft.com/office/drawing/2014/main" id="{C9E7B0CF-AEFD-4D5E-8A4C-807B45A27781}"/>
              </a:ext>
            </a:extLst>
          </p:cNvPr>
          <p:cNvSpPr txBox="1"/>
          <p:nvPr userDrawn="1"/>
        </p:nvSpPr>
        <p:spPr>
          <a:xfrm>
            <a:off x="11360666" y="3222763"/>
            <a:ext cx="279082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Accent Colors for Infographics and charts only</a:t>
            </a:r>
          </a:p>
        </p:txBody>
      </p:sp>
      <p:sp>
        <p:nvSpPr>
          <p:cNvPr id="105" name="Rectangle 104">
            <a:extLst>
              <a:ext uri="{FF2B5EF4-FFF2-40B4-BE49-F238E27FC236}">
                <a16:creationId xmlns:a16="http://schemas.microsoft.com/office/drawing/2014/main" id="{D627D661-3C30-48B0-A851-AD955AFD6842}"/>
              </a:ext>
            </a:extLst>
          </p:cNvPr>
          <p:cNvSpPr/>
          <p:nvPr userDrawn="1"/>
        </p:nvSpPr>
        <p:spPr>
          <a:xfrm>
            <a:off x="8182854" y="5299833"/>
            <a:ext cx="1097280" cy="822450"/>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226</a:t>
            </a:r>
          </a:p>
        </p:txBody>
      </p:sp>
      <p:sp>
        <p:nvSpPr>
          <p:cNvPr id="106" name="Rectangle 105">
            <a:extLst>
              <a:ext uri="{FF2B5EF4-FFF2-40B4-BE49-F238E27FC236}">
                <a16:creationId xmlns:a16="http://schemas.microsoft.com/office/drawing/2014/main" id="{7B7E5966-055B-4A98-AB02-AACACB297980}"/>
              </a:ext>
            </a:extLst>
          </p:cNvPr>
          <p:cNvSpPr/>
          <p:nvPr userDrawn="1"/>
        </p:nvSpPr>
        <p:spPr>
          <a:xfrm>
            <a:off x="8182854" y="4270709"/>
            <a:ext cx="1097280" cy="822450"/>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141</a:t>
            </a:r>
          </a:p>
        </p:txBody>
      </p:sp>
      <p:sp>
        <p:nvSpPr>
          <p:cNvPr id="107" name="Rectangle 106">
            <a:extLst>
              <a:ext uri="{FF2B5EF4-FFF2-40B4-BE49-F238E27FC236}">
                <a16:creationId xmlns:a16="http://schemas.microsoft.com/office/drawing/2014/main" id="{BE3D2069-A4CE-4DA3-A2A2-C8033CA4E536}"/>
              </a:ext>
            </a:extLst>
          </p:cNvPr>
          <p:cNvSpPr/>
          <p:nvPr userDrawn="1"/>
        </p:nvSpPr>
        <p:spPr>
          <a:xfrm>
            <a:off x="8182854" y="6328955"/>
            <a:ext cx="1097280" cy="822450"/>
          </a:xfrm>
          <a:prstGeom prst="rect">
            <a:avLst/>
          </a:prstGeom>
          <a:solidFill>
            <a:srgbClr val="0C233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35</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60</a:t>
            </a:r>
          </a:p>
        </p:txBody>
      </p:sp>
      <p:sp>
        <p:nvSpPr>
          <p:cNvPr id="108" name="Rectangle 107">
            <a:extLst>
              <a:ext uri="{FF2B5EF4-FFF2-40B4-BE49-F238E27FC236}">
                <a16:creationId xmlns:a16="http://schemas.microsoft.com/office/drawing/2014/main" id="{F71A2664-6926-4485-A9B6-1CEC3F0E086C}"/>
              </a:ext>
            </a:extLst>
          </p:cNvPr>
          <p:cNvSpPr/>
          <p:nvPr userDrawn="1"/>
        </p:nvSpPr>
        <p:spPr>
          <a:xfrm>
            <a:off x="8182854" y="7358079"/>
            <a:ext cx="1097280" cy="822450"/>
          </a:xfrm>
          <a:prstGeom prst="rect">
            <a:avLst/>
          </a:prstGeom>
          <a:solidFill>
            <a:srgbClr val="ACEA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172</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09" name="Rectangle 108">
            <a:extLst>
              <a:ext uri="{FF2B5EF4-FFF2-40B4-BE49-F238E27FC236}">
                <a16:creationId xmlns:a16="http://schemas.microsoft.com/office/drawing/2014/main" id="{18C6AC56-41DE-485E-B6CA-EC4E39BC8267}"/>
              </a:ext>
            </a:extLst>
          </p:cNvPr>
          <p:cNvSpPr/>
          <p:nvPr userDrawn="1"/>
        </p:nvSpPr>
        <p:spPr>
          <a:xfrm>
            <a:off x="8182854" y="8380189"/>
            <a:ext cx="1097280" cy="822450"/>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245</a:t>
            </a:r>
          </a:p>
        </p:txBody>
      </p:sp>
      <p:sp>
        <p:nvSpPr>
          <p:cNvPr id="110" name="Rectangle 109">
            <a:extLst>
              <a:ext uri="{FF2B5EF4-FFF2-40B4-BE49-F238E27FC236}">
                <a16:creationId xmlns:a16="http://schemas.microsoft.com/office/drawing/2014/main" id="{E3E3AAB5-542F-462D-AA8F-CE5D7ECF2BB3}"/>
              </a:ext>
            </a:extLst>
          </p:cNvPr>
          <p:cNvSpPr/>
          <p:nvPr userDrawn="1"/>
        </p:nvSpPr>
        <p:spPr>
          <a:xfrm>
            <a:off x="8182854" y="9409309"/>
            <a:ext cx="1097280" cy="822450"/>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p:txBody>
      </p:sp>
      <p:sp>
        <p:nvSpPr>
          <p:cNvPr id="111" name="Rectangle 110">
            <a:extLst>
              <a:ext uri="{FF2B5EF4-FFF2-40B4-BE49-F238E27FC236}">
                <a16:creationId xmlns:a16="http://schemas.microsoft.com/office/drawing/2014/main" id="{E2A2EE0A-3B09-4CC8-8E49-DA3985DC5CC6}"/>
              </a:ext>
            </a:extLst>
          </p:cNvPr>
          <p:cNvSpPr/>
          <p:nvPr userDrawn="1"/>
        </p:nvSpPr>
        <p:spPr>
          <a:xfrm>
            <a:off x="8182854" y="10425645"/>
            <a:ext cx="1097280" cy="822450"/>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156</a:t>
            </a:r>
          </a:p>
        </p:txBody>
      </p:sp>
      <p:sp>
        <p:nvSpPr>
          <p:cNvPr id="112" name="TextBox 111">
            <a:extLst>
              <a:ext uri="{FF2B5EF4-FFF2-40B4-BE49-F238E27FC236}">
                <a16:creationId xmlns:a16="http://schemas.microsoft.com/office/drawing/2014/main" id="{450D0B18-9AAA-4328-8EAD-AA86D018926D}"/>
              </a:ext>
            </a:extLst>
          </p:cNvPr>
          <p:cNvSpPr txBox="1"/>
          <p:nvPr userDrawn="1"/>
        </p:nvSpPr>
        <p:spPr>
          <a:xfrm>
            <a:off x="9400627" y="659575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Spectrum Blue</a:t>
            </a:r>
          </a:p>
        </p:txBody>
      </p:sp>
      <p:sp>
        <p:nvSpPr>
          <p:cNvPr id="113" name="TextBox 112">
            <a:extLst>
              <a:ext uri="{FF2B5EF4-FFF2-40B4-BE49-F238E27FC236}">
                <a16:creationId xmlns:a16="http://schemas.microsoft.com/office/drawing/2014/main" id="{43844290-7836-4FB9-9E00-46E3E5A403E1}"/>
              </a:ext>
            </a:extLst>
          </p:cNvPr>
          <p:cNvSpPr txBox="1"/>
          <p:nvPr userDrawn="1"/>
        </p:nvSpPr>
        <p:spPr>
          <a:xfrm>
            <a:off x="9400627" y="4551523"/>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KPMG blue</a:t>
            </a:r>
          </a:p>
        </p:txBody>
      </p:sp>
      <p:sp>
        <p:nvSpPr>
          <p:cNvPr id="114" name="TextBox 113">
            <a:extLst>
              <a:ext uri="{FF2B5EF4-FFF2-40B4-BE49-F238E27FC236}">
                <a16:creationId xmlns:a16="http://schemas.microsoft.com/office/drawing/2014/main" id="{C13DA9E5-6E57-411E-B6A0-D92370C06856}"/>
              </a:ext>
            </a:extLst>
          </p:cNvPr>
          <p:cNvSpPr txBox="1"/>
          <p:nvPr userDrawn="1"/>
        </p:nvSpPr>
        <p:spPr>
          <a:xfrm>
            <a:off x="9400627" y="7617865"/>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a:t>
            </a:r>
          </a:p>
        </p:txBody>
      </p:sp>
      <p:sp>
        <p:nvSpPr>
          <p:cNvPr id="115" name="TextBox 114">
            <a:extLst>
              <a:ext uri="{FF2B5EF4-FFF2-40B4-BE49-F238E27FC236}">
                <a16:creationId xmlns:a16="http://schemas.microsoft.com/office/drawing/2014/main" id="{D40F3406-B098-424A-9681-741838D326B3}"/>
              </a:ext>
            </a:extLst>
          </p:cNvPr>
          <p:cNvSpPr txBox="1"/>
          <p:nvPr userDrawn="1"/>
        </p:nvSpPr>
        <p:spPr>
          <a:xfrm>
            <a:off x="9400627" y="557363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Blue</a:t>
            </a:r>
          </a:p>
        </p:txBody>
      </p:sp>
      <p:sp>
        <p:nvSpPr>
          <p:cNvPr id="116" name="TextBox 115">
            <a:extLst>
              <a:ext uri="{FF2B5EF4-FFF2-40B4-BE49-F238E27FC236}">
                <a16:creationId xmlns:a16="http://schemas.microsoft.com/office/drawing/2014/main" id="{6BDF82C1-EA6A-4769-BEC6-53189C4941B5}"/>
              </a:ext>
            </a:extLst>
          </p:cNvPr>
          <p:cNvSpPr txBox="1"/>
          <p:nvPr userDrawn="1"/>
        </p:nvSpPr>
        <p:spPr>
          <a:xfrm>
            <a:off x="9400627" y="863874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 Blue</a:t>
            </a:r>
          </a:p>
        </p:txBody>
      </p:sp>
      <p:sp>
        <p:nvSpPr>
          <p:cNvPr id="117" name="TextBox 116">
            <a:extLst>
              <a:ext uri="{FF2B5EF4-FFF2-40B4-BE49-F238E27FC236}">
                <a16:creationId xmlns:a16="http://schemas.microsoft.com/office/drawing/2014/main" id="{C77D46A9-F61D-4A37-A171-F1E09C608663}"/>
              </a:ext>
            </a:extLst>
          </p:cNvPr>
          <p:cNvSpPr txBox="1"/>
          <p:nvPr userDrawn="1"/>
        </p:nvSpPr>
        <p:spPr>
          <a:xfrm>
            <a:off x="9400627" y="966086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p>
        </p:txBody>
      </p:sp>
      <p:sp>
        <p:nvSpPr>
          <p:cNvPr id="118" name="TextBox 117">
            <a:extLst>
              <a:ext uri="{FF2B5EF4-FFF2-40B4-BE49-F238E27FC236}">
                <a16:creationId xmlns:a16="http://schemas.microsoft.com/office/drawing/2014/main" id="{63B1F8A4-2F61-4A65-9C7D-19F3AF694E3E}"/>
              </a:ext>
            </a:extLst>
          </p:cNvPr>
          <p:cNvSpPr txBox="1"/>
          <p:nvPr userDrawn="1"/>
        </p:nvSpPr>
        <p:spPr>
          <a:xfrm>
            <a:off x="9400627" y="1068298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Pink</a:t>
            </a:r>
          </a:p>
        </p:txBody>
      </p:sp>
      <p:sp>
        <p:nvSpPr>
          <p:cNvPr id="119" name="Rectangle 118">
            <a:extLst>
              <a:ext uri="{FF2B5EF4-FFF2-40B4-BE49-F238E27FC236}">
                <a16:creationId xmlns:a16="http://schemas.microsoft.com/office/drawing/2014/main" id="{9B3F18CA-31B2-478D-A2CE-1D65E63B0289}"/>
              </a:ext>
            </a:extLst>
          </p:cNvPr>
          <p:cNvSpPr/>
          <p:nvPr userDrawn="1"/>
        </p:nvSpPr>
        <p:spPr>
          <a:xfrm>
            <a:off x="11360666" y="4271723"/>
            <a:ext cx="1097280" cy="822450"/>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118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210</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0" name="TextBox 119">
            <a:extLst>
              <a:ext uri="{FF2B5EF4-FFF2-40B4-BE49-F238E27FC236}">
                <a16:creationId xmlns:a16="http://schemas.microsoft.com/office/drawing/2014/main" id="{C58FDFB7-D698-4D57-AAFF-250F2C95FF43}"/>
              </a:ext>
            </a:extLst>
          </p:cNvPr>
          <p:cNvSpPr txBox="1"/>
          <p:nvPr userDrawn="1"/>
        </p:nvSpPr>
        <p:spPr>
          <a:xfrm>
            <a:off x="12578438" y="452450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Blue</a:t>
            </a:r>
          </a:p>
        </p:txBody>
      </p:sp>
      <p:sp>
        <p:nvSpPr>
          <p:cNvPr id="121" name="Rectangle 120">
            <a:extLst>
              <a:ext uri="{FF2B5EF4-FFF2-40B4-BE49-F238E27FC236}">
                <a16:creationId xmlns:a16="http://schemas.microsoft.com/office/drawing/2014/main" id="{DADF6F05-045A-46C6-BAB2-D09994A26C91}"/>
              </a:ext>
            </a:extLst>
          </p:cNvPr>
          <p:cNvSpPr/>
          <p:nvPr userDrawn="1"/>
        </p:nvSpPr>
        <p:spPr>
          <a:xfrm>
            <a:off x="11374256" y="5292823"/>
            <a:ext cx="1097280" cy="822450"/>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188</a:t>
            </a:r>
          </a:p>
        </p:txBody>
      </p:sp>
      <p:sp>
        <p:nvSpPr>
          <p:cNvPr id="122" name="Rectangle 121">
            <a:extLst>
              <a:ext uri="{FF2B5EF4-FFF2-40B4-BE49-F238E27FC236}">
                <a16:creationId xmlns:a16="http://schemas.microsoft.com/office/drawing/2014/main" id="{70D43CC1-B310-42B7-9987-C7C930637969}"/>
              </a:ext>
            </a:extLst>
          </p:cNvPr>
          <p:cNvSpPr/>
          <p:nvPr userDrawn="1"/>
        </p:nvSpPr>
        <p:spPr>
          <a:xfrm>
            <a:off x="11374256" y="6321947"/>
            <a:ext cx="1097280" cy="822450"/>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3" name="Rectangle 122">
            <a:extLst>
              <a:ext uri="{FF2B5EF4-FFF2-40B4-BE49-F238E27FC236}">
                <a16:creationId xmlns:a16="http://schemas.microsoft.com/office/drawing/2014/main" id="{10141450-B708-4127-A0C6-88213DF9FDE3}"/>
              </a:ext>
            </a:extLst>
          </p:cNvPr>
          <p:cNvSpPr/>
          <p:nvPr userDrawn="1"/>
        </p:nvSpPr>
        <p:spPr>
          <a:xfrm>
            <a:off x="11374256" y="7351069"/>
            <a:ext cx="1097280" cy="822450"/>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130</a:t>
            </a:r>
          </a:p>
        </p:txBody>
      </p:sp>
      <p:sp>
        <p:nvSpPr>
          <p:cNvPr id="124" name="Rectangle 123">
            <a:extLst>
              <a:ext uri="{FF2B5EF4-FFF2-40B4-BE49-F238E27FC236}">
                <a16:creationId xmlns:a16="http://schemas.microsoft.com/office/drawing/2014/main" id="{3724FC0F-A38C-4604-94A6-D96C305023DB}"/>
              </a:ext>
            </a:extLst>
          </p:cNvPr>
          <p:cNvSpPr/>
          <p:nvPr userDrawn="1"/>
        </p:nvSpPr>
        <p:spPr>
          <a:xfrm>
            <a:off x="11374256" y="8380193"/>
            <a:ext cx="1097280" cy="822450"/>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163</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5" name="Rectangle 124">
            <a:extLst>
              <a:ext uri="{FF2B5EF4-FFF2-40B4-BE49-F238E27FC236}">
                <a16:creationId xmlns:a16="http://schemas.microsoft.com/office/drawing/2014/main" id="{904DD51B-46CA-4632-AA89-302491FDA952}"/>
              </a:ext>
            </a:extLst>
          </p:cNvPr>
          <p:cNvSpPr/>
          <p:nvPr userDrawn="1"/>
        </p:nvSpPr>
        <p:spPr>
          <a:xfrm>
            <a:off x="11374256" y="9409313"/>
            <a:ext cx="1097280" cy="822450"/>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126</a:t>
            </a:r>
          </a:p>
        </p:txBody>
      </p:sp>
      <p:sp>
        <p:nvSpPr>
          <p:cNvPr id="126" name="Rectangle 125">
            <a:extLst>
              <a:ext uri="{FF2B5EF4-FFF2-40B4-BE49-F238E27FC236}">
                <a16:creationId xmlns:a16="http://schemas.microsoft.com/office/drawing/2014/main" id="{7443A33D-4741-4429-BE53-BFA0165B39EA}"/>
              </a:ext>
            </a:extLst>
          </p:cNvPr>
          <p:cNvSpPr/>
          <p:nvPr userDrawn="1"/>
        </p:nvSpPr>
        <p:spPr>
          <a:xfrm>
            <a:off x="11374256" y="10425649"/>
            <a:ext cx="1097280" cy="822450"/>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174</a:t>
            </a:r>
          </a:p>
        </p:txBody>
      </p:sp>
      <p:sp>
        <p:nvSpPr>
          <p:cNvPr id="127" name="Rectangle 126">
            <a:extLst>
              <a:ext uri="{FF2B5EF4-FFF2-40B4-BE49-F238E27FC236}">
                <a16:creationId xmlns:a16="http://schemas.microsoft.com/office/drawing/2014/main" id="{BDFF48B7-FF03-4807-AC4E-24857BE091D2}"/>
              </a:ext>
            </a:extLst>
          </p:cNvPr>
          <p:cNvSpPr/>
          <p:nvPr userDrawn="1"/>
        </p:nvSpPr>
        <p:spPr>
          <a:xfrm>
            <a:off x="11374256" y="11454769"/>
            <a:ext cx="1097280" cy="822450"/>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99</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235</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8" name="TextBox 127">
            <a:extLst>
              <a:ext uri="{FF2B5EF4-FFF2-40B4-BE49-F238E27FC236}">
                <a16:creationId xmlns:a16="http://schemas.microsoft.com/office/drawing/2014/main" id="{7897DE96-89C5-4906-A032-30D63399DD14}"/>
              </a:ext>
            </a:extLst>
          </p:cNvPr>
          <p:cNvSpPr txBox="1"/>
          <p:nvPr userDrawn="1"/>
        </p:nvSpPr>
        <p:spPr>
          <a:xfrm>
            <a:off x="12578438" y="7617865"/>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Pink</a:t>
            </a:r>
          </a:p>
        </p:txBody>
      </p:sp>
      <p:sp>
        <p:nvSpPr>
          <p:cNvPr id="129" name="TextBox 128">
            <a:extLst>
              <a:ext uri="{FF2B5EF4-FFF2-40B4-BE49-F238E27FC236}">
                <a16:creationId xmlns:a16="http://schemas.microsoft.com/office/drawing/2014/main" id="{185D8D33-1F34-4513-850A-1E1052378B2A}"/>
              </a:ext>
            </a:extLst>
          </p:cNvPr>
          <p:cNvSpPr txBox="1"/>
          <p:nvPr userDrawn="1"/>
        </p:nvSpPr>
        <p:spPr>
          <a:xfrm>
            <a:off x="12578438" y="557363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Purple</a:t>
            </a:r>
          </a:p>
        </p:txBody>
      </p:sp>
      <p:sp>
        <p:nvSpPr>
          <p:cNvPr id="130" name="TextBox 129">
            <a:extLst>
              <a:ext uri="{FF2B5EF4-FFF2-40B4-BE49-F238E27FC236}">
                <a16:creationId xmlns:a16="http://schemas.microsoft.com/office/drawing/2014/main" id="{CFE83ED6-6983-44EA-B906-348FA784B923}"/>
              </a:ext>
            </a:extLst>
          </p:cNvPr>
          <p:cNvSpPr txBox="1"/>
          <p:nvPr userDrawn="1"/>
        </p:nvSpPr>
        <p:spPr>
          <a:xfrm>
            <a:off x="12578438" y="8639979"/>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Pink</a:t>
            </a:r>
          </a:p>
        </p:txBody>
      </p:sp>
      <p:sp>
        <p:nvSpPr>
          <p:cNvPr id="131" name="TextBox 130">
            <a:extLst>
              <a:ext uri="{FF2B5EF4-FFF2-40B4-BE49-F238E27FC236}">
                <a16:creationId xmlns:a16="http://schemas.microsoft.com/office/drawing/2014/main" id="{704FE184-26F6-433A-95DD-A95C0F4AC523}"/>
              </a:ext>
            </a:extLst>
          </p:cNvPr>
          <p:cNvSpPr txBox="1"/>
          <p:nvPr userDrawn="1"/>
        </p:nvSpPr>
        <p:spPr>
          <a:xfrm>
            <a:off x="12578438" y="966209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Green</a:t>
            </a:r>
          </a:p>
        </p:txBody>
      </p:sp>
      <p:sp>
        <p:nvSpPr>
          <p:cNvPr id="132" name="TextBox 131">
            <a:extLst>
              <a:ext uri="{FF2B5EF4-FFF2-40B4-BE49-F238E27FC236}">
                <a16:creationId xmlns:a16="http://schemas.microsoft.com/office/drawing/2014/main" id="{0864BAD5-166D-4A4C-8A32-46425FA7D5D9}"/>
              </a:ext>
            </a:extLst>
          </p:cNvPr>
          <p:cNvSpPr txBox="1"/>
          <p:nvPr userDrawn="1"/>
        </p:nvSpPr>
        <p:spPr>
          <a:xfrm>
            <a:off x="12578438" y="659575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Purple</a:t>
            </a:r>
          </a:p>
        </p:txBody>
      </p:sp>
      <p:sp>
        <p:nvSpPr>
          <p:cNvPr id="133" name="TextBox 132">
            <a:extLst>
              <a:ext uri="{FF2B5EF4-FFF2-40B4-BE49-F238E27FC236}">
                <a16:creationId xmlns:a16="http://schemas.microsoft.com/office/drawing/2014/main" id="{0678A330-9300-4FAB-AA84-852B79FCDC2C}"/>
              </a:ext>
            </a:extLst>
          </p:cNvPr>
          <p:cNvSpPr txBox="1"/>
          <p:nvPr userDrawn="1"/>
        </p:nvSpPr>
        <p:spPr>
          <a:xfrm>
            <a:off x="12578438" y="1068420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Green</a:t>
            </a:r>
          </a:p>
        </p:txBody>
      </p:sp>
      <p:sp>
        <p:nvSpPr>
          <p:cNvPr id="134" name="TextBox 133">
            <a:extLst>
              <a:ext uri="{FF2B5EF4-FFF2-40B4-BE49-F238E27FC236}">
                <a16:creationId xmlns:a16="http://schemas.microsoft.com/office/drawing/2014/main" id="{9CB3A312-5073-493A-8BEE-95CAE080ECF7}"/>
              </a:ext>
            </a:extLst>
          </p:cNvPr>
          <p:cNvSpPr txBox="1"/>
          <p:nvPr userDrawn="1"/>
        </p:nvSpPr>
        <p:spPr>
          <a:xfrm>
            <a:off x="12578438" y="1170632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Green</a:t>
            </a:r>
          </a:p>
        </p:txBody>
      </p:sp>
      <p:sp>
        <p:nvSpPr>
          <p:cNvPr id="135" name="TextBox 134">
            <a:extLst>
              <a:ext uri="{FF2B5EF4-FFF2-40B4-BE49-F238E27FC236}">
                <a16:creationId xmlns:a16="http://schemas.microsoft.com/office/drawing/2014/main" id="{192DE09A-5C03-4DC9-A8FA-4F9BCB2B3C8D}"/>
              </a:ext>
            </a:extLst>
          </p:cNvPr>
          <p:cNvSpPr txBox="1"/>
          <p:nvPr userDrawn="1"/>
        </p:nvSpPr>
        <p:spPr>
          <a:xfrm>
            <a:off x="14351517" y="3222763"/>
            <a:ext cx="227647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Neutrals for Infographics and charts only </a:t>
            </a:r>
          </a:p>
        </p:txBody>
      </p:sp>
      <p:sp>
        <p:nvSpPr>
          <p:cNvPr id="136" name="Rectangle 135">
            <a:extLst>
              <a:ext uri="{FF2B5EF4-FFF2-40B4-BE49-F238E27FC236}">
                <a16:creationId xmlns:a16="http://schemas.microsoft.com/office/drawing/2014/main" id="{CD8CD1CA-558C-4794-A2A1-3B611011A5C3}"/>
              </a:ext>
            </a:extLst>
          </p:cNvPr>
          <p:cNvSpPr/>
          <p:nvPr userDrawn="1"/>
        </p:nvSpPr>
        <p:spPr>
          <a:xfrm>
            <a:off x="14365106" y="4270709"/>
            <a:ext cx="1097280" cy="8224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p:txBody>
      </p:sp>
      <p:sp>
        <p:nvSpPr>
          <p:cNvPr id="137" name="Rectangle 136">
            <a:extLst>
              <a:ext uri="{FF2B5EF4-FFF2-40B4-BE49-F238E27FC236}">
                <a16:creationId xmlns:a16="http://schemas.microsoft.com/office/drawing/2014/main" id="{FFE0C07C-818E-4FAE-8FCA-F4D4C358CEC3}"/>
              </a:ext>
            </a:extLst>
          </p:cNvPr>
          <p:cNvSpPr/>
          <p:nvPr userDrawn="1"/>
        </p:nvSpPr>
        <p:spPr>
          <a:xfrm>
            <a:off x="14365106" y="5299833"/>
            <a:ext cx="1097280" cy="822450"/>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endParaRPr lang="en-GB" sz="1600">
              <a:solidFill>
                <a:schemeClr val="bg1"/>
              </a:solidFill>
            </a:endParaRPr>
          </a:p>
        </p:txBody>
      </p:sp>
      <p:sp>
        <p:nvSpPr>
          <p:cNvPr id="138" name="Rectangle 137">
            <a:extLst>
              <a:ext uri="{FF2B5EF4-FFF2-40B4-BE49-F238E27FC236}">
                <a16:creationId xmlns:a16="http://schemas.microsoft.com/office/drawing/2014/main" id="{41E64925-D54E-420A-82FD-AB931C3300D3}"/>
              </a:ext>
            </a:extLst>
          </p:cNvPr>
          <p:cNvSpPr/>
          <p:nvPr userDrawn="1"/>
        </p:nvSpPr>
        <p:spPr>
          <a:xfrm>
            <a:off x="14365106" y="6328955"/>
            <a:ext cx="1097280" cy="822450"/>
          </a:xfrm>
          <a:prstGeom prst="rect">
            <a:avLst/>
          </a:prstGeom>
          <a:solidFill>
            <a:srgbClr val="989898"/>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p:txBody>
      </p:sp>
      <p:sp>
        <p:nvSpPr>
          <p:cNvPr id="139" name="Rectangle 138">
            <a:extLst>
              <a:ext uri="{FF2B5EF4-FFF2-40B4-BE49-F238E27FC236}">
                <a16:creationId xmlns:a16="http://schemas.microsoft.com/office/drawing/2014/main" id="{5E882A8D-68E6-4135-8237-D793C6911AE2}"/>
              </a:ext>
            </a:extLst>
          </p:cNvPr>
          <p:cNvSpPr/>
          <p:nvPr userDrawn="1"/>
        </p:nvSpPr>
        <p:spPr>
          <a:xfrm>
            <a:off x="14365106" y="7358079"/>
            <a:ext cx="1097280" cy="82245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p:txBody>
      </p:sp>
      <p:sp>
        <p:nvSpPr>
          <p:cNvPr id="140" name="Rectangle 139">
            <a:extLst>
              <a:ext uri="{FF2B5EF4-FFF2-40B4-BE49-F238E27FC236}">
                <a16:creationId xmlns:a16="http://schemas.microsoft.com/office/drawing/2014/main" id="{AA7D848E-86C5-4691-8D64-5F96770BF24B}"/>
              </a:ext>
            </a:extLst>
          </p:cNvPr>
          <p:cNvSpPr/>
          <p:nvPr userDrawn="1"/>
        </p:nvSpPr>
        <p:spPr>
          <a:xfrm>
            <a:off x="14365106" y="8387199"/>
            <a:ext cx="1097280" cy="822450"/>
          </a:xfrm>
          <a:prstGeom prst="rect">
            <a:avLst/>
          </a:prstGeom>
          <a:solidFill>
            <a:srgbClr val="E5E5E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p:txBody>
      </p:sp>
      <p:sp>
        <p:nvSpPr>
          <p:cNvPr id="141" name="Rectangle 140">
            <a:extLst>
              <a:ext uri="{FF2B5EF4-FFF2-40B4-BE49-F238E27FC236}">
                <a16:creationId xmlns:a16="http://schemas.microsoft.com/office/drawing/2014/main" id="{5314C683-8ABF-49F8-A09C-35FFB227627D}"/>
              </a:ext>
            </a:extLst>
          </p:cNvPr>
          <p:cNvSpPr/>
          <p:nvPr userDrawn="1"/>
        </p:nvSpPr>
        <p:spPr>
          <a:xfrm>
            <a:off x="14351516" y="9415955"/>
            <a:ext cx="1097280" cy="822450"/>
          </a:xfrm>
          <a:prstGeom prst="rect">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42" name="TextBox 141">
            <a:extLst>
              <a:ext uri="{FF2B5EF4-FFF2-40B4-BE49-F238E27FC236}">
                <a16:creationId xmlns:a16="http://schemas.microsoft.com/office/drawing/2014/main" id="{2C4E0D88-66E5-450D-B088-F8F855A66898}"/>
              </a:ext>
            </a:extLst>
          </p:cNvPr>
          <p:cNvSpPr txBox="1"/>
          <p:nvPr userDrawn="1"/>
        </p:nvSpPr>
        <p:spPr>
          <a:xfrm>
            <a:off x="15609023" y="9668735"/>
            <a:ext cx="628377"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White</a:t>
            </a:r>
          </a:p>
        </p:txBody>
      </p:sp>
      <p:graphicFrame>
        <p:nvGraphicFramePr>
          <p:cNvPr id="143" name="Chart 142">
            <a:extLst>
              <a:ext uri="{FF2B5EF4-FFF2-40B4-BE49-F238E27FC236}">
                <a16:creationId xmlns:a16="http://schemas.microsoft.com/office/drawing/2014/main" id="{A8FA9A05-14EF-4B7B-84CD-A68F6BBD608C}"/>
              </a:ext>
            </a:extLst>
          </p:cNvPr>
          <p:cNvGraphicFramePr>
            <a:graphicFrameLocks/>
          </p:cNvGraphicFramePr>
          <p:nvPr userDrawn="1">
            <p:custDataLst>
              <p:tags r:id="rId2"/>
            </p:custDataLst>
            <p:extLst>
              <p:ext uri="{D42A27DB-BD31-4B8C-83A1-F6EECF244321}">
                <p14:modId xmlns:p14="http://schemas.microsoft.com/office/powerpoint/2010/main" val="2496731236"/>
              </p:ext>
            </p:extLst>
          </p:nvPr>
        </p:nvGraphicFramePr>
        <p:xfrm>
          <a:off x="17598152" y="7458934"/>
          <a:ext cx="4366340" cy="3586832"/>
        </p:xfrm>
        <a:graphic>
          <a:graphicData uri="http://schemas.openxmlformats.org/drawingml/2006/chart">
            <c:chart xmlns:c="http://schemas.openxmlformats.org/drawingml/2006/chart" xmlns:r="http://schemas.openxmlformats.org/officeDocument/2006/relationships" r:id="rId6"/>
          </a:graphicData>
        </a:graphic>
      </p:graphicFrame>
      <p:sp>
        <p:nvSpPr>
          <p:cNvPr id="144" name="TextBox 143">
            <a:extLst>
              <a:ext uri="{FF2B5EF4-FFF2-40B4-BE49-F238E27FC236}">
                <a16:creationId xmlns:a16="http://schemas.microsoft.com/office/drawing/2014/main" id="{3A6BFD42-D1DB-4EBC-8206-556797715883}"/>
              </a:ext>
            </a:extLst>
          </p:cNvPr>
          <p:cNvSpPr txBox="1"/>
          <p:nvPr userDrawn="1"/>
        </p:nvSpPr>
        <p:spPr>
          <a:xfrm>
            <a:off x="17466069" y="7614950"/>
            <a:ext cx="3090458" cy="338554"/>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 order for charts</a:t>
            </a:r>
          </a:p>
        </p:txBody>
      </p:sp>
      <p:grpSp>
        <p:nvGrpSpPr>
          <p:cNvPr id="145" name="Group 144">
            <a:extLst>
              <a:ext uri="{FF2B5EF4-FFF2-40B4-BE49-F238E27FC236}">
                <a16:creationId xmlns:a16="http://schemas.microsoft.com/office/drawing/2014/main" id="{D1EC7693-59C7-47BB-B438-2C04634153D8}"/>
              </a:ext>
            </a:extLst>
          </p:cNvPr>
          <p:cNvGrpSpPr/>
          <p:nvPr userDrawn="1"/>
        </p:nvGrpSpPr>
        <p:grpSpPr>
          <a:xfrm>
            <a:off x="17466068" y="11248114"/>
            <a:ext cx="4584088" cy="1382036"/>
            <a:chOff x="8733034" y="5828164"/>
            <a:chExt cx="2292044" cy="691018"/>
          </a:xfrm>
        </p:grpSpPr>
        <p:sp>
          <p:nvSpPr>
            <p:cNvPr id="146" name="Rectangle 145">
              <a:extLst>
                <a:ext uri="{FF2B5EF4-FFF2-40B4-BE49-F238E27FC236}">
                  <a16:creationId xmlns:a16="http://schemas.microsoft.com/office/drawing/2014/main" id="{5219A023-D0D0-4FB4-8C5F-4794B4563217}"/>
                </a:ext>
              </a:extLst>
            </p:cNvPr>
            <p:cNvSpPr/>
            <p:nvPr/>
          </p:nvSpPr>
          <p:spPr>
            <a:xfrm>
              <a:off x="9320105" y="5828164"/>
              <a:ext cx="237296" cy="310018"/>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a:t>
              </a:r>
            </a:p>
          </p:txBody>
        </p:sp>
        <p:sp>
          <p:nvSpPr>
            <p:cNvPr id="147" name="Rectangle 146">
              <a:extLst>
                <a:ext uri="{FF2B5EF4-FFF2-40B4-BE49-F238E27FC236}">
                  <a16:creationId xmlns:a16="http://schemas.microsoft.com/office/drawing/2014/main" id="{13C39C7D-DE39-4233-99C3-4DB3902C2CA7}"/>
                </a:ext>
              </a:extLst>
            </p:cNvPr>
            <p:cNvSpPr/>
            <p:nvPr/>
          </p:nvSpPr>
          <p:spPr>
            <a:xfrm>
              <a:off x="8733034" y="5828164"/>
              <a:ext cx="237296" cy="310018"/>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a:t>
              </a:r>
            </a:p>
          </p:txBody>
        </p:sp>
        <p:sp>
          <p:nvSpPr>
            <p:cNvPr id="148" name="Rectangle 147">
              <a:extLst>
                <a:ext uri="{FF2B5EF4-FFF2-40B4-BE49-F238E27FC236}">
                  <a16:creationId xmlns:a16="http://schemas.microsoft.com/office/drawing/2014/main" id="{27BB20FB-BBAA-47BB-8F6A-07EAAEBC5CCF}"/>
                </a:ext>
              </a:extLst>
            </p:cNvPr>
            <p:cNvSpPr/>
            <p:nvPr/>
          </p:nvSpPr>
          <p:spPr>
            <a:xfrm>
              <a:off x="9613640" y="5828164"/>
              <a:ext cx="237296" cy="310018"/>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4</a:t>
              </a:r>
            </a:p>
          </p:txBody>
        </p:sp>
        <p:sp>
          <p:nvSpPr>
            <p:cNvPr id="149" name="Rectangle 148">
              <a:extLst>
                <a:ext uri="{FF2B5EF4-FFF2-40B4-BE49-F238E27FC236}">
                  <a16:creationId xmlns:a16="http://schemas.microsoft.com/office/drawing/2014/main" id="{00C67A99-9F98-4024-A935-D0E37F6758B3}"/>
                </a:ext>
              </a:extLst>
            </p:cNvPr>
            <p:cNvSpPr/>
            <p:nvPr/>
          </p:nvSpPr>
          <p:spPr>
            <a:xfrm>
              <a:off x="10200711" y="5828164"/>
              <a:ext cx="237296" cy="310018"/>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a:t>
              </a:r>
            </a:p>
          </p:txBody>
        </p:sp>
        <p:sp>
          <p:nvSpPr>
            <p:cNvPr id="150" name="Rectangle 149">
              <a:extLst>
                <a:ext uri="{FF2B5EF4-FFF2-40B4-BE49-F238E27FC236}">
                  <a16:creationId xmlns:a16="http://schemas.microsoft.com/office/drawing/2014/main" id="{236F85FC-EBEE-4DE4-B3B4-82617D328D0B}"/>
                </a:ext>
              </a:extLst>
            </p:cNvPr>
            <p:cNvSpPr/>
            <p:nvPr/>
          </p:nvSpPr>
          <p:spPr>
            <a:xfrm>
              <a:off x="9907176" y="5828164"/>
              <a:ext cx="237296" cy="310018"/>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a:t>
              </a:r>
            </a:p>
          </p:txBody>
        </p:sp>
        <p:sp>
          <p:nvSpPr>
            <p:cNvPr id="151" name="Rectangle 150">
              <a:extLst>
                <a:ext uri="{FF2B5EF4-FFF2-40B4-BE49-F238E27FC236}">
                  <a16:creationId xmlns:a16="http://schemas.microsoft.com/office/drawing/2014/main" id="{54EE9327-7720-4CF3-A17E-F7F1E23E8AC7}"/>
                </a:ext>
              </a:extLst>
            </p:cNvPr>
            <p:cNvSpPr/>
            <p:nvPr/>
          </p:nvSpPr>
          <p:spPr>
            <a:xfrm>
              <a:off x="10787782" y="5828164"/>
              <a:ext cx="237296" cy="310018"/>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a:t>
              </a:r>
            </a:p>
          </p:txBody>
        </p:sp>
        <p:sp>
          <p:nvSpPr>
            <p:cNvPr id="152" name="Rectangle 151">
              <a:extLst>
                <a:ext uri="{FF2B5EF4-FFF2-40B4-BE49-F238E27FC236}">
                  <a16:creationId xmlns:a16="http://schemas.microsoft.com/office/drawing/2014/main" id="{0545AD30-7567-4D0F-A253-FDC2D7232D6E}"/>
                </a:ext>
              </a:extLst>
            </p:cNvPr>
            <p:cNvSpPr/>
            <p:nvPr/>
          </p:nvSpPr>
          <p:spPr>
            <a:xfrm>
              <a:off x="9026569" y="5828164"/>
              <a:ext cx="237296" cy="310018"/>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a:t>
              </a:r>
            </a:p>
          </p:txBody>
        </p:sp>
        <p:sp>
          <p:nvSpPr>
            <p:cNvPr id="153" name="Rectangle 152">
              <a:extLst>
                <a:ext uri="{FF2B5EF4-FFF2-40B4-BE49-F238E27FC236}">
                  <a16:creationId xmlns:a16="http://schemas.microsoft.com/office/drawing/2014/main" id="{703D87B1-08C1-4BD5-BAD9-BB234B8949D6}"/>
                </a:ext>
              </a:extLst>
            </p:cNvPr>
            <p:cNvSpPr/>
            <p:nvPr/>
          </p:nvSpPr>
          <p:spPr>
            <a:xfrm>
              <a:off x="10494247" y="5828164"/>
              <a:ext cx="237296" cy="310018"/>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a:t>
              </a:r>
            </a:p>
          </p:txBody>
        </p:sp>
        <p:grpSp>
          <p:nvGrpSpPr>
            <p:cNvPr id="154" name="Group 153">
              <a:extLst>
                <a:ext uri="{FF2B5EF4-FFF2-40B4-BE49-F238E27FC236}">
                  <a16:creationId xmlns:a16="http://schemas.microsoft.com/office/drawing/2014/main" id="{71CA767B-4836-42D8-A400-97BF89854BC3}"/>
                </a:ext>
              </a:extLst>
            </p:cNvPr>
            <p:cNvGrpSpPr/>
            <p:nvPr/>
          </p:nvGrpSpPr>
          <p:grpSpPr>
            <a:xfrm>
              <a:off x="8733034" y="6209164"/>
              <a:ext cx="1704975" cy="310018"/>
              <a:chOff x="11081318" y="5828164"/>
              <a:chExt cx="1704975" cy="310018"/>
            </a:xfrm>
          </p:grpSpPr>
          <p:sp>
            <p:nvSpPr>
              <p:cNvPr id="155" name="Rectangle 154">
                <a:extLst>
                  <a:ext uri="{FF2B5EF4-FFF2-40B4-BE49-F238E27FC236}">
                    <a16:creationId xmlns:a16="http://schemas.microsoft.com/office/drawing/2014/main" id="{E79D9207-CA17-453F-A9DD-4A20D997E763}"/>
                  </a:ext>
                </a:extLst>
              </p:cNvPr>
              <p:cNvSpPr/>
              <p:nvPr/>
            </p:nvSpPr>
            <p:spPr>
              <a:xfrm>
                <a:off x="11374854" y="5828164"/>
                <a:ext cx="237296" cy="310018"/>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a:t>
                </a:r>
              </a:p>
            </p:txBody>
          </p:sp>
          <p:sp>
            <p:nvSpPr>
              <p:cNvPr id="156" name="Rectangle 155">
                <a:extLst>
                  <a:ext uri="{FF2B5EF4-FFF2-40B4-BE49-F238E27FC236}">
                    <a16:creationId xmlns:a16="http://schemas.microsoft.com/office/drawing/2014/main" id="{CF62D0A7-8252-4311-AB97-CF55A5B42B80}"/>
                  </a:ext>
                </a:extLst>
              </p:cNvPr>
              <p:cNvSpPr/>
              <p:nvPr/>
            </p:nvSpPr>
            <p:spPr>
              <a:xfrm>
                <a:off x="11668390" y="5828164"/>
                <a:ext cx="237296" cy="310018"/>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a:t>
                </a:r>
              </a:p>
            </p:txBody>
          </p:sp>
          <p:sp>
            <p:nvSpPr>
              <p:cNvPr id="157" name="Rectangle 156">
                <a:extLst>
                  <a:ext uri="{FF2B5EF4-FFF2-40B4-BE49-F238E27FC236}">
                    <a16:creationId xmlns:a16="http://schemas.microsoft.com/office/drawing/2014/main" id="{2C456C68-243D-4993-A760-75F92469FF27}"/>
                  </a:ext>
                </a:extLst>
              </p:cNvPr>
              <p:cNvSpPr/>
              <p:nvPr/>
            </p:nvSpPr>
            <p:spPr>
              <a:xfrm>
                <a:off x="12548997" y="5828164"/>
                <a:ext cx="237296" cy="310018"/>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14</a:t>
                </a:r>
              </a:p>
            </p:txBody>
          </p:sp>
          <p:sp>
            <p:nvSpPr>
              <p:cNvPr id="158" name="Rectangle 157">
                <a:extLst>
                  <a:ext uri="{FF2B5EF4-FFF2-40B4-BE49-F238E27FC236}">
                    <a16:creationId xmlns:a16="http://schemas.microsoft.com/office/drawing/2014/main" id="{DB7FB587-293B-4A08-BA46-DAC13E13EF42}"/>
                  </a:ext>
                </a:extLst>
              </p:cNvPr>
              <p:cNvSpPr/>
              <p:nvPr/>
            </p:nvSpPr>
            <p:spPr>
              <a:xfrm>
                <a:off x="12255462" y="5828164"/>
                <a:ext cx="237296" cy="310018"/>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p:txBody>
          </p:sp>
          <p:sp>
            <p:nvSpPr>
              <p:cNvPr id="159" name="Rectangle 158">
                <a:extLst>
                  <a:ext uri="{FF2B5EF4-FFF2-40B4-BE49-F238E27FC236}">
                    <a16:creationId xmlns:a16="http://schemas.microsoft.com/office/drawing/2014/main" id="{1E1298F0-5D90-4927-AAE2-481DBBBB4197}"/>
                  </a:ext>
                </a:extLst>
              </p:cNvPr>
              <p:cNvSpPr/>
              <p:nvPr/>
            </p:nvSpPr>
            <p:spPr>
              <a:xfrm>
                <a:off x="11961925" y="5828164"/>
                <a:ext cx="237296" cy="310018"/>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p:txBody>
          </p:sp>
          <p:sp>
            <p:nvSpPr>
              <p:cNvPr id="160" name="Rectangle 159">
                <a:extLst>
                  <a:ext uri="{FF2B5EF4-FFF2-40B4-BE49-F238E27FC236}">
                    <a16:creationId xmlns:a16="http://schemas.microsoft.com/office/drawing/2014/main" id="{10D488A5-1A7D-495A-B676-BD2DCC86C223}"/>
                  </a:ext>
                </a:extLst>
              </p:cNvPr>
              <p:cNvSpPr/>
              <p:nvPr/>
            </p:nvSpPr>
            <p:spPr>
              <a:xfrm>
                <a:off x="11081318" y="5828164"/>
                <a:ext cx="237296" cy="310018"/>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p:txBody>
          </p:sp>
        </p:grpSp>
      </p:grpSp>
      <p:sp>
        <p:nvSpPr>
          <p:cNvPr id="161" name="TextBox 160">
            <a:extLst>
              <a:ext uri="{FF2B5EF4-FFF2-40B4-BE49-F238E27FC236}">
                <a16:creationId xmlns:a16="http://schemas.microsoft.com/office/drawing/2014/main" id="{95CBDA8E-8257-406B-ABAA-26A353719197}"/>
              </a:ext>
            </a:extLst>
          </p:cNvPr>
          <p:cNvSpPr txBox="1"/>
          <p:nvPr userDrawn="1"/>
        </p:nvSpPr>
        <p:spPr>
          <a:xfrm>
            <a:off x="21378061" y="6218725"/>
            <a:ext cx="1565938"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 gradient</a:t>
            </a:r>
          </a:p>
        </p:txBody>
      </p:sp>
    </p:spTree>
    <p:extLst>
      <p:ext uri="{BB962C8B-B14F-4D97-AF65-F5344CB8AC3E}">
        <p14:creationId xmlns:p14="http://schemas.microsoft.com/office/powerpoint/2010/main" val="333074047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over style 2-A">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95232A-77AC-4882-9D26-CDF681EF4BC2}"/>
              </a:ext>
            </a:extLst>
          </p:cNvPr>
          <p:cNvGraphicFramePr>
            <a:graphicFrameLocks noChangeAspect="1"/>
          </p:cNvGraphicFramePr>
          <p:nvPr userDrawn="1">
            <p:custDataLst>
              <p:tags r:id="rId1"/>
            </p:custDataLst>
            <p:extLst>
              <p:ext uri="{D42A27DB-BD31-4B8C-83A1-F6EECF244321}">
                <p14:modId xmlns:p14="http://schemas.microsoft.com/office/powerpoint/2010/main" val="221635215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FC95232A-77AC-4882-9D26-CDF681EF4BC2}"/>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3670897584"/>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302984486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Tree>
    <p:extLst>
      <p:ext uri="{BB962C8B-B14F-4D97-AF65-F5344CB8AC3E}">
        <p14:creationId xmlns:p14="http://schemas.microsoft.com/office/powerpoint/2010/main" val="2444220212"/>
      </p:ext>
    </p:extLst>
  </p:cSld>
  <p:clrMapOvr>
    <a:masterClrMapping/>
  </p:clrMapOvr>
  <p:extLst>
    <p:ext uri="{DCECCB84-F9BA-43D5-87BE-67443E8EF086}">
      <p15:sldGuideLst xmlns:p15="http://schemas.microsoft.com/office/powerpoint/2012/main">
        <p15:guide id="1" orient="horz" pos="1184">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72255842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5" name="Text Placeholder 2">
            <a:extLst>
              <a:ext uri="{FF2B5EF4-FFF2-40B4-BE49-F238E27FC236}">
                <a16:creationId xmlns:a16="http://schemas.microsoft.com/office/drawing/2014/main" id="{646788C6-E600-48D6-8D87-D4F8B965ED68}"/>
              </a:ext>
            </a:extLst>
          </p:cNvPr>
          <p:cNvSpPr>
            <a:spLocks noGrp="1"/>
          </p:cNvSpPr>
          <p:nvPr>
            <p:ph type="body" sz="quarter" idx="10" hasCustomPrompt="1"/>
          </p:nvPr>
        </p:nvSpPr>
        <p:spPr>
          <a:xfrm>
            <a:off x="1455600" y="389540"/>
            <a:ext cx="21488400" cy="464536"/>
          </a:xfrm>
          <a:prstGeom prst="rect">
            <a:avLst/>
          </a:prstGeom>
        </p:spPr>
        <p:txBody>
          <a:bodyPr lIns="0" tIns="0" rIns="0" bIns="0" anchor="b" anchorCtr="0">
            <a:noAutofit/>
          </a:bodyPr>
          <a:lstStyle>
            <a:lvl1pPr>
              <a:defRPr sz="2400" b="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r>
              <a:rPr lang="en-US"/>
              <a:t>Super title here</a:t>
            </a:r>
          </a:p>
        </p:txBody>
      </p:sp>
    </p:spTree>
    <p:extLst>
      <p:ext uri="{BB962C8B-B14F-4D97-AF65-F5344CB8AC3E}">
        <p14:creationId xmlns:p14="http://schemas.microsoft.com/office/powerpoint/2010/main" val="1174969155"/>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BAC3B51A-FB5D-4A4D-B947-EFB1AA818278}"/>
              </a:ext>
            </a:extLst>
          </p:cNvPr>
          <p:cNvGraphicFramePr>
            <a:graphicFrameLocks noChangeAspect="1"/>
          </p:cNvGraphicFramePr>
          <p:nvPr userDrawn="1">
            <p:custDataLst>
              <p:tags r:id="rId1"/>
            </p:custDataLst>
            <p:extLst>
              <p:ext uri="{D42A27DB-BD31-4B8C-83A1-F6EECF244321}">
                <p14:modId xmlns:p14="http://schemas.microsoft.com/office/powerpoint/2010/main" val="3376771411"/>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BAC3B51A-FB5D-4A4D-B947-EFB1AA818278}"/>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171520083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4_Back Cover dark Gradient">
    <p:bg>
      <p:bgPr>
        <a:solidFill>
          <a:schemeClr val="bg1">
            <a:lumMod val="95000"/>
          </a:schemeClr>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28A9DDC5-43A8-42C1-B9B2-140E2040C7FB}"/>
              </a:ext>
            </a:extLst>
          </p:cNvPr>
          <p:cNvGraphicFramePr>
            <a:graphicFrameLocks noChangeAspect="1"/>
          </p:cNvGraphicFramePr>
          <p:nvPr userDrawn="1">
            <p:custDataLst>
              <p:tags r:id="rId1"/>
            </p:custDataLst>
            <p:extLst>
              <p:ext uri="{D42A27DB-BD31-4B8C-83A1-F6EECF244321}">
                <p14:modId xmlns:p14="http://schemas.microsoft.com/office/powerpoint/2010/main" val="74572849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66" imgH="343" progId="TCLayout.ActiveDocument.1">
                  <p:embed/>
                </p:oleObj>
              </mc:Choice>
              <mc:Fallback>
                <p:oleObj name="think-cell Slide" r:id="rId4" imgW="366" imgH="343" progId="TCLayout.ActiveDocument.1">
                  <p:embed/>
                  <p:pic>
                    <p:nvPicPr>
                      <p:cNvPr id="5" name="Object 4" hidden="1">
                        <a:extLst>
                          <a:ext uri="{FF2B5EF4-FFF2-40B4-BE49-F238E27FC236}">
                            <a16:creationId xmlns:a16="http://schemas.microsoft.com/office/drawing/2014/main" id="{28A9DDC5-43A8-42C1-B9B2-140E2040C7FB}"/>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grpSp>
        <p:nvGrpSpPr>
          <p:cNvPr id="19" name="Group 18">
            <a:extLst>
              <a:ext uri="{FF2B5EF4-FFF2-40B4-BE49-F238E27FC236}">
                <a16:creationId xmlns:a16="http://schemas.microsoft.com/office/drawing/2014/main" id="{2FC5D05C-C396-422D-8FFF-F8B7D2B56C88}"/>
              </a:ext>
            </a:extLst>
          </p:cNvPr>
          <p:cNvGrpSpPr/>
          <p:nvPr userDrawn="1"/>
        </p:nvGrpSpPr>
        <p:grpSpPr>
          <a:xfrm flipH="1">
            <a:off x="6197600" y="0"/>
            <a:ext cx="18186400" cy="13716000"/>
            <a:chOff x="0" y="0"/>
            <a:chExt cx="4754880" cy="6858000"/>
          </a:xfrm>
        </p:grpSpPr>
        <p:pic>
          <p:nvPicPr>
            <p:cNvPr id="52" name="Picture 51">
              <a:extLst>
                <a:ext uri="{FF2B5EF4-FFF2-40B4-BE49-F238E27FC236}">
                  <a16:creationId xmlns:a16="http://schemas.microsoft.com/office/drawing/2014/main" id="{B5A423AC-C076-45AE-8A61-1EB185A4DD70}"/>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0" y="0"/>
              <a:ext cx="4754880" cy="6858000"/>
            </a:xfrm>
            <a:prstGeom prst="rect">
              <a:avLst/>
            </a:prstGeom>
          </p:spPr>
        </p:pic>
        <p:sp>
          <p:nvSpPr>
            <p:cNvPr id="28" name="Rectangle 27">
              <a:extLst>
                <a:ext uri="{FF2B5EF4-FFF2-40B4-BE49-F238E27FC236}">
                  <a16:creationId xmlns:a16="http://schemas.microsoft.com/office/drawing/2014/main" id="{F66419A0-929B-4B8B-BC62-AEF2CD2E4AD2}"/>
                </a:ext>
              </a:extLst>
            </p:cNvPr>
            <p:cNvSpPr/>
            <p:nvPr userDrawn="1"/>
          </p:nvSpPr>
          <p:spPr>
            <a:xfrm>
              <a:off x="0" y="0"/>
              <a:ext cx="4754880" cy="6858000"/>
            </a:xfrm>
            <a:prstGeom prst="rect">
              <a:avLst/>
            </a:prstGeom>
            <a:solidFill>
              <a:schemeClr val="accent1">
                <a:alpha val="85000"/>
              </a:schemeClr>
            </a:solidFill>
            <a:ln w="12700" cap="flat" cmpd="sng" algn="ctr">
              <a:noFill/>
              <a:prstDash val="solid"/>
              <a:miter lim="800000"/>
            </a:ln>
            <a:effectLst/>
          </p:spPr>
          <p:txBody>
            <a:bodyPr wrap="none" lIns="54610" tIns="54610" rIns="54610" bIns="5461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grpSp>
      <p:pic>
        <p:nvPicPr>
          <p:cNvPr id="29" name="Graphic 28">
            <a:extLst>
              <a:ext uri="{FF2B5EF4-FFF2-40B4-BE49-F238E27FC236}">
                <a16:creationId xmlns:a16="http://schemas.microsoft.com/office/drawing/2014/main" id="{D7E11D72-5F46-4C69-85C9-BFDBB115BA3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21110576" y="1082676"/>
            <a:ext cx="1828800" cy="736692"/>
          </a:xfrm>
          <a:prstGeom prst="rect">
            <a:avLst/>
          </a:prstGeom>
        </p:spPr>
      </p:pic>
      <p:sp>
        <p:nvSpPr>
          <p:cNvPr id="50" name="Title 4">
            <a:extLst>
              <a:ext uri="{FF2B5EF4-FFF2-40B4-BE49-F238E27FC236}">
                <a16:creationId xmlns:a16="http://schemas.microsoft.com/office/drawing/2014/main" id="{DC5EF9E4-F89A-4F60-A3B5-10981026E89A}"/>
              </a:ext>
            </a:extLst>
          </p:cNvPr>
          <p:cNvSpPr>
            <a:spLocks noGrp="1"/>
          </p:cNvSpPr>
          <p:nvPr userDrawn="1">
            <p:ph type="title"/>
          </p:nvPr>
        </p:nvSpPr>
        <p:spPr>
          <a:xfrm>
            <a:off x="12411076" y="2651126"/>
            <a:ext cx="10528300" cy="1140772"/>
          </a:xfrm>
        </p:spPr>
        <p:txBody>
          <a:bodyPr vert="horz" anchor="t">
            <a:noAutofit/>
          </a:bodyPr>
          <a:lstStyle>
            <a:lvl1pPr algn="r" rtl="1">
              <a:defRPr sz="6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a:t>
            </a:r>
          </a:p>
        </p:txBody>
      </p:sp>
      <p:sp>
        <p:nvSpPr>
          <p:cNvPr id="78" name="Content Placeholder 1">
            <a:extLst>
              <a:ext uri="{FF2B5EF4-FFF2-40B4-BE49-F238E27FC236}">
                <a16:creationId xmlns:a16="http://schemas.microsoft.com/office/drawing/2014/main" id="{8B551FEE-9036-45A0-AE54-BD6536FF53D3}"/>
              </a:ext>
            </a:extLst>
          </p:cNvPr>
          <p:cNvSpPr txBox="1">
            <a:spLocks/>
          </p:cNvSpPr>
          <p:nvPr userDrawn="1">
            <p:custDataLst>
              <p:tags r:id="rId2"/>
            </p:custDataLst>
          </p:nvPr>
        </p:nvSpPr>
        <p:spPr>
          <a:xfrm>
            <a:off x="8315327" y="12560450"/>
            <a:ext cx="14624050" cy="430887"/>
          </a:xfrm>
          <a:prstGeom prst="rect">
            <a:avLst/>
          </a:prstGeom>
        </p:spPr>
        <p:txBody>
          <a:bodyPr vert="horz" wrap="square" lIns="0" tIns="0" rIns="0" bIns="0" rtlCol="0" anchor="t" anchorCtr="0">
            <a:spAutoFit/>
          </a:bodyPr>
          <a:lstStyle>
            <a:defPPr>
              <a:defRPr lang="en-US"/>
            </a:defPPr>
            <a:lvl1pPr lvl="0" indent="0" algn="r" rtl="1">
              <a:lnSpc>
                <a:spcPct val="100000"/>
              </a:lnSpc>
              <a:spcBef>
                <a:spcPts val="0"/>
              </a:spcBef>
              <a:spcAft>
                <a:spcPts val="600"/>
              </a:spcAft>
              <a:buFontTx/>
              <a:buNone/>
              <a:defRPr sz="1200" b="0">
                <a:solidFill>
                  <a:schemeClr val="bg1"/>
                </a:solidFill>
                <a:latin typeface="DIN Next LT Arabic" panose="020B0503020203050203" pitchFamily="34" charset="-78"/>
                <a:cs typeface="DIN Next LT Arabic" panose="020B0503020203050203" pitchFamily="34" charset="-78"/>
              </a:defRPr>
            </a:lvl1pPr>
            <a:lvl2pPr marL="0" indent="0" eaLnBrk="1" hangingPunct="1">
              <a:spcAft>
                <a:spcPts val="600"/>
              </a:spcAft>
              <a:buFontTx/>
              <a:buNone/>
              <a:defRPr sz="1500" b="0" i="0">
                <a:solidFill>
                  <a:schemeClr val="tx2"/>
                </a:solidFill>
                <a:latin typeface="Univers for KPMG Light" panose="020B0403020202020204" pitchFamily="34" charset="0"/>
                <a:cs typeface="Univers for KPMG Light" panose="020B0403020202020204" pitchFamily="34" charset="0"/>
              </a:defRPr>
            </a:lvl2pPr>
            <a:lvl3pPr marL="285750" indent="-285750" eaLnBrk="1" hangingPunct="1">
              <a:spcAft>
                <a:spcPts val="600"/>
              </a:spcAft>
              <a:buClrTx/>
              <a:buFont typeface="Univers for KPMG"/>
              <a:buChar char="—"/>
              <a:defRPr sz="1500" b="0" i="0">
                <a:solidFill>
                  <a:schemeClr val="tx2"/>
                </a:solidFill>
                <a:latin typeface="Univers for KPMG Light" panose="020B0403020202020204" pitchFamily="34" charset="0"/>
                <a:cs typeface="Univers for KPMG Light" panose="020B0403020202020204" pitchFamily="34" charset="0"/>
              </a:defRPr>
            </a:lvl3pPr>
            <a:lvl4pPr marL="571500" indent="-228600" eaLnBrk="1" hangingPunct="1">
              <a:spcAft>
                <a:spcPts val="600"/>
              </a:spcAft>
              <a:buFont typeface="Univers for KPMG"/>
              <a:buChar char="-"/>
              <a:defRPr sz="1500" b="0" i="0" baseline="0">
                <a:solidFill>
                  <a:schemeClr val="tx2"/>
                </a:solidFill>
                <a:latin typeface="Univers for KPMG Light" panose="020B0403020202020204" pitchFamily="34" charset="0"/>
                <a:cs typeface="Univers for KPMG Light" panose="020B0403020202020204" pitchFamily="34" charset="0"/>
              </a:defRPr>
            </a:lvl4pPr>
            <a:lvl5pPr eaLnBrk="1" hangingPunct="1">
              <a:spcAft>
                <a:spcPts val="600"/>
              </a:spcAft>
              <a:defRPr sz="1500" b="0" i="0">
                <a:solidFill>
                  <a:schemeClr val="accent5"/>
                </a:solidFill>
                <a:latin typeface="Univers for KPMG Light" panose="020B0403020202020204" pitchFamily="34" charset="0"/>
                <a:cs typeface="Univers for KPMG Light" panose="020B0403020202020204" pitchFamily="34" charset="0"/>
              </a:defRPr>
            </a:lvl5pPr>
          </a:lstStyle>
          <a:p>
            <a:pPr lvl="0" algn="r" defTabSz="1828800" rtl="1"/>
            <a:r>
              <a:rPr lang="ar-SA" sz="1400">
                <a:solidFill>
                  <a:schemeClr val="bg1"/>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
        <p:nvSpPr>
          <p:cNvPr id="70" name="Rectangle 69">
            <a:extLst>
              <a:ext uri="{FF2B5EF4-FFF2-40B4-BE49-F238E27FC236}">
                <a16:creationId xmlns:a16="http://schemas.microsoft.com/office/drawing/2014/main" id="{5B40CBE0-89B4-47CB-89E9-FAF753B163AA}"/>
              </a:ext>
            </a:extLst>
          </p:cNvPr>
          <p:cNvSpPr/>
          <p:nvPr userDrawn="1"/>
        </p:nvSpPr>
        <p:spPr bwMode="auto">
          <a:xfrm>
            <a:off x="14588492" y="11099954"/>
            <a:ext cx="8350884" cy="1169551"/>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حقوق النشر</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لا يجوز نسخ أي جزء من هذا المستند أو نقله بأي شكل وبأي وسيلة، سواء كانت إلكترونية أوغيرها، بما في ذلك التصوير والتسجيل، أو بأي نظام لتخزين المعلومات أو استرجاعها، باستثناء ما قد تسمح به كي بي إم جي خطيًا.</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جميع الحقوق محفوظة.</a:t>
            </a:r>
          </a:p>
        </p:txBody>
      </p:sp>
      <p:sp>
        <p:nvSpPr>
          <p:cNvPr id="42" name="Rectangle 41">
            <a:extLst>
              <a:ext uri="{FF2B5EF4-FFF2-40B4-BE49-F238E27FC236}">
                <a16:creationId xmlns:a16="http://schemas.microsoft.com/office/drawing/2014/main" id="{E26A7A9B-1445-4474-89B3-AA9003EE15E6}"/>
              </a:ext>
            </a:extLst>
          </p:cNvPr>
          <p:cNvSpPr/>
          <p:nvPr userDrawn="1"/>
        </p:nvSpPr>
        <p:spPr bwMode="auto">
          <a:xfrm>
            <a:off x="9104536" y="11469285"/>
            <a:ext cx="3884392" cy="800219"/>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استخدام شعار العميل</a:t>
            </a:r>
          </a:p>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شعارات العميل المدرجة في العرض هي ملك للشركات / الجهات المعنية</a:t>
            </a:r>
          </a:p>
        </p:txBody>
      </p:sp>
      <p:sp>
        <p:nvSpPr>
          <p:cNvPr id="35" name="Rectangle 34">
            <a:extLst>
              <a:ext uri="{FF2B5EF4-FFF2-40B4-BE49-F238E27FC236}">
                <a16:creationId xmlns:a16="http://schemas.microsoft.com/office/drawing/2014/main" id="{556E8DAE-2AC6-45BF-90D6-5A2BDCC09A23}"/>
              </a:ext>
            </a:extLst>
          </p:cNvPr>
          <p:cNvSpPr/>
          <p:nvPr userDrawn="1"/>
        </p:nvSpPr>
        <p:spPr>
          <a:xfrm>
            <a:off x="14049828" y="4033552"/>
            <a:ext cx="8889548" cy="738664"/>
          </a:xfrm>
          <a:prstGeom prst="rect">
            <a:avLst/>
          </a:prstGeom>
        </p:spPr>
        <p:txBody>
          <a:bodyPr vert="horz" wrap="square" lIns="0" tIns="0" rIns="0" bIns="0" rtlCol="0" anchor="t" anchorCtr="0">
            <a:spAutoFit/>
          </a:bodyPr>
          <a:lstStyle/>
          <a:p>
            <a:pPr lvl="0" indent="0" algn="r" rtl="1">
              <a:lnSpc>
                <a:spcPct val="100000"/>
              </a:lnSpc>
              <a:spcBef>
                <a:spcPts val="0"/>
              </a:spcBef>
              <a:spcAft>
                <a:spcPts val="1200"/>
              </a:spcAft>
              <a:buFontTx/>
              <a:buNone/>
            </a:pPr>
            <a:r>
              <a:rPr lang="ar-AE" sz="24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للمزيد من المعلومات حول هذا العرض أو الخدمات المقدمة من قبل خدمات الاستشارات في كي بي إم جي الفوزان وشركاهنأمل التواصل مع :</a:t>
            </a:r>
          </a:p>
        </p:txBody>
      </p:sp>
      <p:sp>
        <p:nvSpPr>
          <p:cNvPr id="36" name="Text Placeholder 3">
            <a:extLst>
              <a:ext uri="{FF2B5EF4-FFF2-40B4-BE49-F238E27FC236}">
                <a16:creationId xmlns:a16="http://schemas.microsoft.com/office/drawing/2014/main" id="{245F0935-290C-47B7-AE51-8978F6B6B555}"/>
              </a:ext>
            </a:extLst>
          </p:cNvPr>
          <p:cNvSpPr>
            <a:spLocks noGrp="1"/>
          </p:cNvSpPr>
          <p:nvPr userDrawn="1">
            <p:ph type="body" sz="quarter" idx="10"/>
          </p:nvPr>
        </p:nvSpPr>
        <p:spPr>
          <a:xfrm>
            <a:off x="17710484" y="5348021"/>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37" name="Text Placeholder 3">
            <a:extLst>
              <a:ext uri="{FF2B5EF4-FFF2-40B4-BE49-F238E27FC236}">
                <a16:creationId xmlns:a16="http://schemas.microsoft.com/office/drawing/2014/main" id="{91BB1C75-578E-49C1-B3E0-B89A2DDEABC9}"/>
              </a:ext>
            </a:extLst>
          </p:cNvPr>
          <p:cNvSpPr>
            <a:spLocks noGrp="1"/>
          </p:cNvSpPr>
          <p:nvPr userDrawn="1">
            <p:ph type="body" sz="quarter" idx="11"/>
          </p:nvPr>
        </p:nvSpPr>
        <p:spPr>
          <a:xfrm>
            <a:off x="17710484" y="8178519"/>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27" name="Title 3">
            <a:extLst>
              <a:ext uri="{FF2B5EF4-FFF2-40B4-BE49-F238E27FC236}">
                <a16:creationId xmlns:a16="http://schemas.microsoft.com/office/drawing/2014/main" id="{E5926886-B515-4A19-9252-27AB0AF8237C}"/>
              </a:ext>
            </a:extLst>
          </p:cNvPr>
          <p:cNvSpPr txBox="1">
            <a:spLocks/>
          </p:cNvSpPr>
          <p:nvPr userDrawn="1"/>
        </p:nvSpPr>
        <p:spPr>
          <a:xfrm>
            <a:off x="1004797" y="1745366"/>
            <a:ext cx="4105858" cy="786292"/>
          </a:xfrm>
          <a:prstGeom prst="rect">
            <a:avLst/>
          </a:prstGeom>
        </p:spPr>
        <p:txBody>
          <a:bodyPr vert="horz" lIns="0" tIns="0" rIns="0" bIns="0" rtlCol="0" anchor="t" anchorCtr="0">
            <a:noAutofit/>
          </a:bodyPr>
          <a:lstStyle>
            <a:lvl1pPr algn="l" defTabSz="914400" rtl="0" eaLnBrk="1" latinLnBrk="0" hangingPunct="1">
              <a:lnSpc>
                <a:spcPct val="70000"/>
              </a:lnSpc>
              <a:spcBef>
                <a:spcPct val="0"/>
              </a:spcBef>
              <a:buNone/>
              <a:defRPr sz="4800" kern="1200">
                <a:solidFill>
                  <a:schemeClr val="bg1"/>
                </a:solidFill>
                <a:latin typeface="+mj-lt"/>
                <a:ea typeface="+mj-ea"/>
                <a:cs typeface="+mj-cs"/>
              </a:defRPr>
            </a:lvl1pPr>
          </a:lstStyle>
          <a:p>
            <a:r>
              <a:rPr lang="en-US" sz="6400">
                <a:solidFill>
                  <a:srgbClr val="00338D"/>
                </a:solidFill>
                <a:latin typeface="KPMG Bold"/>
              </a:rPr>
              <a:t>KPMG values</a:t>
            </a:r>
          </a:p>
        </p:txBody>
      </p:sp>
      <p:pic>
        <p:nvPicPr>
          <p:cNvPr id="30" name="Picture 29">
            <a:extLst>
              <a:ext uri="{FF2B5EF4-FFF2-40B4-BE49-F238E27FC236}">
                <a16:creationId xmlns:a16="http://schemas.microsoft.com/office/drawing/2014/main" id="{58BCF971-95FD-4C41-8560-97D46538A5E1}"/>
              </a:ext>
            </a:extLst>
          </p:cNvPr>
          <p:cNvPicPr>
            <a:picLocks noChangeAspect="1"/>
          </p:cNvPicPr>
          <p:nvPr userDrawn="1"/>
        </p:nvPicPr>
        <p:blipFill rotWithShape="1">
          <a:blip r:embed="rId8">
            <a:extLst>
              <a:ext uri="{28A0092B-C50C-407E-A947-70E740481C1C}">
                <a14:useLocalDpi xmlns:a14="http://schemas.microsoft.com/office/drawing/2010/main" val="0"/>
              </a:ext>
            </a:extLst>
          </a:blip>
          <a:srcRect l="15688" t="10017" r="12645" b="12090"/>
          <a:stretch/>
        </p:blipFill>
        <p:spPr>
          <a:xfrm>
            <a:off x="576190" y="2743202"/>
            <a:ext cx="4626236" cy="10056380"/>
          </a:xfrm>
          <a:prstGeom prst="rect">
            <a:avLst/>
          </a:prstGeom>
        </p:spPr>
      </p:pic>
    </p:spTree>
    <p:extLst>
      <p:ext uri="{BB962C8B-B14F-4D97-AF65-F5344CB8AC3E}">
        <p14:creationId xmlns:p14="http://schemas.microsoft.com/office/powerpoint/2010/main" val="40555029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FA1168F-289B-4F16-A2A4-8D05424C4172}"/>
              </a:ext>
            </a:extLst>
          </p:cNvPr>
          <p:cNvSpPr/>
          <p:nvPr userDrawn="1"/>
        </p:nvSpPr>
        <p:spPr>
          <a:xfrm>
            <a:off x="0" y="0"/>
            <a:ext cx="24384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US" sz="3000" err="1">
              <a:solidFill>
                <a:schemeClr val="bg1"/>
              </a:solidFill>
            </a:endParaRPr>
          </a:p>
        </p:txBody>
      </p:sp>
      <p:sp>
        <p:nvSpPr>
          <p:cNvPr id="2" name="Rectangle 1">
            <a:extLst>
              <a:ext uri="{FF2B5EF4-FFF2-40B4-BE49-F238E27FC236}">
                <a16:creationId xmlns:a16="http://schemas.microsoft.com/office/drawing/2014/main" id="{EC2F5ED0-C902-484E-98E1-CE8D65A17056}"/>
              </a:ext>
            </a:extLst>
          </p:cNvPr>
          <p:cNvSpPr>
            <a:spLocks/>
          </p:cNvSpPr>
          <p:nvPr userDrawn="1"/>
        </p:nvSpPr>
        <p:spPr>
          <a:xfrm>
            <a:off x="12409054" y="2178050"/>
            <a:ext cx="10515600" cy="736092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KPMG Bold" panose="020B0803030202040204" pitchFamily="34" charset="0"/>
              <a:ea typeface="+mj-ea"/>
              <a:cs typeface="+mj-cs"/>
            </a:endParaRPr>
          </a:p>
        </p:txBody>
      </p:sp>
      <p:sp>
        <p:nvSpPr>
          <p:cNvPr id="3" name="Title 1">
            <a:extLst>
              <a:ext uri="{FF2B5EF4-FFF2-40B4-BE49-F238E27FC236}">
                <a16:creationId xmlns:a16="http://schemas.microsoft.com/office/drawing/2014/main" id="{EB99D781-85E4-4972-9188-2C4F21C86393}"/>
              </a:ext>
            </a:extLst>
          </p:cNvPr>
          <p:cNvSpPr>
            <a:spLocks noGrp="1"/>
          </p:cNvSpPr>
          <p:nvPr>
            <p:ph type="ctrTitle" hasCustomPrompt="1"/>
          </p:nvPr>
        </p:nvSpPr>
        <p:spPr>
          <a:xfrm>
            <a:off x="15615805" y="5830311"/>
            <a:ext cx="6726082" cy="3065630"/>
          </a:xfrm>
          <a:noFill/>
        </p:spPr>
        <p:txBody>
          <a:bodyPr lIns="0" tIns="0" rIns="0" bIns="0" anchor="t" anchorCtr="0"/>
          <a:lstStyle>
            <a:lvl1pPr algn="r">
              <a:defRPr sz="13200" baseline="0">
                <a:solidFill>
                  <a:schemeClr val="bg1"/>
                </a:solidFill>
              </a:defRPr>
            </a:lvl1pPr>
          </a:lstStyle>
          <a:p>
            <a:r>
              <a:rPr lang="en-GB"/>
              <a:t>Title slide text only</a:t>
            </a:r>
            <a:endParaRPr lang="en-US"/>
          </a:p>
        </p:txBody>
      </p:sp>
      <p:sp>
        <p:nvSpPr>
          <p:cNvPr id="5" name="Text Placeholder 3">
            <a:extLst>
              <a:ext uri="{FF2B5EF4-FFF2-40B4-BE49-F238E27FC236}">
                <a16:creationId xmlns:a16="http://schemas.microsoft.com/office/drawing/2014/main" id="{A020BFBB-D989-485E-A959-688ECAEEED52}"/>
              </a:ext>
            </a:extLst>
          </p:cNvPr>
          <p:cNvSpPr>
            <a:spLocks noGrp="1"/>
          </p:cNvSpPr>
          <p:nvPr>
            <p:ph type="body" sz="quarter" idx="12" hasCustomPrompt="1"/>
          </p:nvPr>
        </p:nvSpPr>
        <p:spPr>
          <a:xfrm>
            <a:off x="19254354" y="2515088"/>
            <a:ext cx="3087532" cy="1477328"/>
          </a:xfrm>
        </p:spPr>
        <p:txBody>
          <a:bodyPr wrap="square">
            <a:spAutoFit/>
          </a:bodyPr>
          <a:lstStyle>
            <a:lvl1pPr>
              <a:lnSpc>
                <a:spcPct val="80000"/>
              </a:lnSpc>
              <a:defRPr lang="en-US" sz="12000" kern="1200" baseline="0" dirty="0" smtClean="0">
                <a:solidFill>
                  <a:schemeClr val="bg1"/>
                </a:solidFill>
                <a:latin typeface="+mj-lt"/>
                <a:ea typeface="+mj-ea"/>
                <a:cs typeface="+mj-cs"/>
              </a:defRPr>
            </a:lvl1pPr>
          </a:lstStyle>
          <a:p>
            <a:pPr lvl="0"/>
            <a:r>
              <a:rPr lang="en-US"/>
              <a:t>00</a:t>
            </a:r>
          </a:p>
        </p:txBody>
      </p:sp>
    </p:spTree>
    <p:extLst>
      <p:ext uri="{BB962C8B-B14F-4D97-AF65-F5344CB8AC3E}">
        <p14:creationId xmlns:p14="http://schemas.microsoft.com/office/powerpoint/2010/main" val="4208401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image" Target="../media/image5.emf"/><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oleObject" Target="../embeddings/oleObject1.bin"/><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tags" Target="../tags/tag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400" y="730251"/>
            <a:ext cx="21031200"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676400" y="3651250"/>
            <a:ext cx="21031200"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676400" y="12712701"/>
            <a:ext cx="5486400"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8077200" y="12712701"/>
            <a:ext cx="8229600"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7221200" y="12712701"/>
            <a:ext cx="5486400"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355240724"/>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9" r:id="rId12"/>
    <p:sldLayoutId id="2147483736" r:id="rId13"/>
    <p:sldLayoutId id="2147483738" r:id="rId14"/>
  </p:sldLayoutIdLst>
  <p:hf hdr="0" dt="0"/>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43865D2-F5C5-46F7-80DB-F0B15DE49E5F}"/>
              </a:ext>
            </a:extLst>
          </p:cNvPr>
          <p:cNvGraphicFramePr>
            <a:graphicFrameLocks noChangeAspect="1"/>
          </p:cNvGraphicFramePr>
          <p:nvPr userDrawn="1">
            <p:custDataLst>
              <p:tags r:id="rId14"/>
            </p:custDataLst>
            <p:extLst>
              <p:ext uri="{D42A27DB-BD31-4B8C-83A1-F6EECF244321}">
                <p14:modId xmlns:p14="http://schemas.microsoft.com/office/powerpoint/2010/main" val="372659408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15" imgW="383" imgH="384" progId="TCLayout.ActiveDocument.1">
                  <p:embed/>
                </p:oleObj>
              </mc:Choice>
              <mc:Fallback>
                <p:oleObj name="think-cell Slide" r:id="rId15" imgW="383" imgH="384" progId="TCLayout.ActiveDocument.1">
                  <p:embed/>
                  <p:pic>
                    <p:nvPicPr>
                      <p:cNvPr id="5" name="Object 4" hidden="1">
                        <a:extLst>
                          <a:ext uri="{FF2B5EF4-FFF2-40B4-BE49-F238E27FC236}">
                            <a16:creationId xmlns:a16="http://schemas.microsoft.com/office/drawing/2014/main" id="{E43865D2-F5C5-46F7-80DB-F0B15DE49E5F}"/>
                          </a:ext>
                        </a:extLst>
                      </p:cNvPr>
                      <p:cNvPicPr/>
                      <p:nvPr/>
                    </p:nvPicPr>
                    <p:blipFill>
                      <a:blip r:embed="rId16"/>
                      <a:stretch>
                        <a:fillRect/>
                      </a:stretch>
                    </p:blipFill>
                    <p:spPr>
                      <a:xfrm>
                        <a:off x="3176" y="3176"/>
                        <a:ext cx="3176" cy="3176"/>
                      </a:xfrm>
                      <a:prstGeom prst="rect">
                        <a:avLst/>
                      </a:prstGeom>
                    </p:spPr>
                  </p:pic>
                </p:oleObj>
              </mc:Fallback>
            </mc:AlternateContent>
          </a:graphicData>
        </a:graphic>
      </p:graphicFrame>
      <p:sp>
        <p:nvSpPr>
          <p:cNvPr id="2" name="Title Placeholder 1"/>
          <p:cNvSpPr>
            <a:spLocks noGrp="1"/>
          </p:cNvSpPr>
          <p:nvPr>
            <p:ph type="title"/>
          </p:nvPr>
        </p:nvSpPr>
        <p:spPr>
          <a:xfrm>
            <a:off x="1463676" y="1079996"/>
            <a:ext cx="21480324" cy="1645920"/>
          </a:xfrm>
          <a:prstGeom prst="rect">
            <a:avLst/>
          </a:prstGeom>
        </p:spPr>
        <p:txBody>
          <a:bodyPr vert="horz" lIns="0" tIns="0" rIns="0" bIns="0" rtlCol="0" anchor="t" anchorCtr="0">
            <a:noAutofit/>
          </a:bodyPr>
          <a:lstStyle/>
          <a:p>
            <a:r>
              <a:rPr lang="ar-SA"/>
              <a:t>انقر لتعديل أنماط النص الرئيسي</a:t>
            </a:r>
            <a:endParaRPr lang="en-GB"/>
          </a:p>
        </p:txBody>
      </p:sp>
      <p:sp>
        <p:nvSpPr>
          <p:cNvPr id="3" name="Text Placeholder 2"/>
          <p:cNvSpPr>
            <a:spLocks noGrp="1"/>
          </p:cNvSpPr>
          <p:nvPr>
            <p:ph type="body" idx="1"/>
          </p:nvPr>
        </p:nvSpPr>
        <p:spPr>
          <a:xfrm>
            <a:off x="1463678" y="3366001"/>
            <a:ext cx="21480324" cy="926415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9" name="Shape 8"/>
          <p:cNvSpPr txBox="1">
            <a:spLocks/>
          </p:cNvSpPr>
          <p:nvPr userDrawn="1"/>
        </p:nvSpPr>
        <p:spPr>
          <a:xfrm flipH="1">
            <a:off x="1463676" y="12970478"/>
            <a:ext cx="484972" cy="298824"/>
          </a:xfrm>
          <a:prstGeom prst="rect">
            <a:avLst/>
          </a:prstGeom>
        </p:spPr>
        <p:txBody>
          <a:bodyPr lIns="0" tIns="0" rIns="0" bIns="0" anchor="ctr"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rtl="1"/>
            <a:fld id="{86CB4B4D-7CA3-9044-876B-883B54F8677D}" type="slidenum">
              <a:rPr lang="en-GB" sz="1600" b="1" smtClean="0">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rPr>
              <a:pPr algn="l" rtl="1"/>
              <a:t>‹#›</a:t>
            </a:fld>
            <a:endParaRPr lang="en-GB" sz="2000" b="1">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endParaRPr>
          </a:p>
        </p:txBody>
      </p:sp>
      <p:sp>
        <p:nvSpPr>
          <p:cNvPr id="26" name="Freeform 19">
            <a:extLst>
              <a:ext uri="{C183D7F6-B498-43B3-948B-1728B52AA6E4}">
                <adec:decorative xmlns:adec="http://schemas.microsoft.com/office/drawing/2017/decorative" val="1"/>
              </a:ext>
            </a:extLst>
          </p:cNvPr>
          <p:cNvSpPr>
            <a:spLocks noEditPoints="1"/>
          </p:cNvSpPr>
          <p:nvPr userDrawn="1"/>
        </p:nvSpPr>
        <p:spPr bwMode="auto">
          <a:xfrm>
            <a:off x="21975943" y="12967679"/>
            <a:ext cx="968058" cy="393786"/>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accent2"/>
          </a:solidFill>
          <a:ln>
            <a:noFill/>
          </a:ln>
        </p:spPr>
        <p:txBody>
          <a:bodyPr vert="horz" wrap="square" lIns="182880" tIns="91440" rIns="182880" bIns="91440" numCol="1" anchor="t" anchorCtr="0" compatLnSpc="1">
            <a:prstTxWarp prst="textNoShape">
              <a:avLst/>
            </a:prstTxWarp>
          </a:bodyPr>
          <a:lstStyle/>
          <a:p>
            <a:endParaRPr lang="en-GB" sz="28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cxnSp>
        <p:nvCxnSpPr>
          <p:cNvPr id="17" name="Straight Connector 16">
            <a:extLst>
              <a:ext uri="{FF2B5EF4-FFF2-40B4-BE49-F238E27FC236}">
                <a16:creationId xmlns:a16="http://schemas.microsoft.com/office/drawing/2014/main" id="{F024B3B3-3138-44BB-8DDD-6BDCEF24DEDC}"/>
              </a:ext>
            </a:extLst>
          </p:cNvPr>
          <p:cNvCxnSpPr>
            <a:cxnSpLocks/>
          </p:cNvCxnSpPr>
          <p:nvPr userDrawn="1"/>
        </p:nvCxnSpPr>
        <p:spPr>
          <a:xfrm flipH="1">
            <a:off x="1984766" y="12973278"/>
            <a:ext cx="0" cy="2988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B8D7F08-8E03-4313-99E7-5C473886A97B}"/>
              </a:ext>
              <a:ext uri="{C183D7F6-B498-43B3-948B-1728B52AA6E4}">
                <adec:decorative xmlns:adec="http://schemas.microsoft.com/office/drawing/2017/decorative" val="1"/>
              </a:ext>
            </a:extLst>
          </p:cNvPr>
          <p:cNvSpPr txBox="1"/>
          <p:nvPr userDrawn="1"/>
        </p:nvSpPr>
        <p:spPr>
          <a:xfrm flipH="1">
            <a:off x="8315325" y="12967678"/>
            <a:ext cx="13234822" cy="369332"/>
          </a:xfrm>
          <a:prstGeom prst="rect">
            <a:avLst/>
          </a:prstGeom>
          <a:noFill/>
        </p:spPr>
        <p:txBody>
          <a:bodyPr wrap="square" lIns="0" tIns="0" rIns="0" bIns="0" rtlCol="0">
            <a:spAutoFit/>
          </a:bodyPr>
          <a:lstStyle/>
          <a:p>
            <a:pPr lvl="0" algn="r" defTabSz="1828800" rtl="1"/>
            <a:r>
              <a:rPr lang="ar-SA" sz="1200">
                <a:solidFill>
                  <a:schemeClr val="bg1">
                    <a:lumMod val="65000"/>
                  </a:schemeClr>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Tree>
    <p:extLst>
      <p:ext uri="{BB962C8B-B14F-4D97-AF65-F5344CB8AC3E}">
        <p14:creationId xmlns:p14="http://schemas.microsoft.com/office/powerpoint/2010/main" val="3180506728"/>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Lst>
  <p:txStyles>
    <p:titleStyle>
      <a:lvl1pPr algn="r" defTabSz="1828800" rtl="1" eaLnBrk="1" latinLnBrk="0" hangingPunct="1">
        <a:lnSpc>
          <a:spcPct val="90000"/>
        </a:lnSpc>
        <a:spcBef>
          <a:spcPct val="0"/>
        </a:spcBef>
        <a:buNone/>
        <a:defRPr sz="5600" b="1" kern="1200">
          <a:solidFill>
            <a:schemeClr val="accent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p:titleStyle>
    <p:bodyStyle>
      <a:lvl1pPr marL="0" indent="0" algn="r" defTabSz="1828800" rtl="1" eaLnBrk="1" latinLnBrk="0" hangingPunct="1">
        <a:lnSpc>
          <a:spcPct val="100000"/>
        </a:lnSpc>
        <a:spcBef>
          <a:spcPts val="0"/>
        </a:spcBef>
        <a:spcAft>
          <a:spcPts val="1200"/>
        </a:spcAft>
        <a:buFontTx/>
        <a:buNone/>
        <a:defRPr sz="2000" b="1" kern="1200">
          <a:solidFill>
            <a:schemeClr val="accent2"/>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1pPr>
      <a:lvl2pPr marL="0" indent="0" algn="r" defTabSz="1828800" rtl="1" eaLnBrk="1" latinLnBrk="0" hangingPunct="1">
        <a:lnSpc>
          <a:spcPct val="100000"/>
        </a:lnSpc>
        <a:spcBef>
          <a:spcPts val="0"/>
        </a:spcBef>
        <a:spcAft>
          <a:spcPts val="1200"/>
        </a:spcAft>
        <a:buFontTx/>
        <a:buNone/>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2pPr>
      <a:lvl3pPr marL="288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3pPr>
      <a:lvl4pPr marL="576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4pPr>
      <a:lvl5pPr marL="864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baseline="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5pPr>
      <a:lvl6pPr marL="1438276" indent="-36195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6pPr>
      <a:lvl7pPr marL="17938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7pPr>
      <a:lvl8pPr marL="21494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8pPr>
      <a:lvl9pPr marL="2514600" indent="-365126" algn="l" defTabSz="1828800" rtl="0" eaLnBrk="1" latinLnBrk="0" hangingPunct="1">
        <a:lnSpc>
          <a:spcPct val="90000"/>
        </a:lnSpc>
        <a:spcBef>
          <a:spcPts val="1000"/>
        </a:spcBef>
        <a:buFont typeface="Arial" panose="020B0604020202020204" pitchFamily="34" charset="0"/>
        <a:buChar char="•"/>
        <a:defRPr sz="3000" kern="1200">
          <a:solidFill>
            <a:schemeClr val="tx2"/>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6" orient="horz" pos="341">
          <p15:clr>
            <a:srgbClr val="F26B43"/>
          </p15:clr>
        </p15:guide>
        <p15:guide id="7" pos="461">
          <p15:clr>
            <a:srgbClr val="F26B43"/>
          </p15:clr>
        </p15:guide>
        <p15:guide id="13" pos="7226">
          <p15:clr>
            <a:srgbClr val="F26B43"/>
          </p15:clr>
        </p15:guide>
        <p15:guide id="14" orient="horz" pos="3978">
          <p15:clr>
            <a:srgbClr val="F26B43"/>
          </p15:clr>
        </p15:guide>
        <p15:guide id="15" pos="1469">
          <p15:clr>
            <a:srgbClr val="9FCC3B"/>
          </p15:clr>
        </p15:guide>
        <p15:guide id="16" pos="1617">
          <p15:clr>
            <a:srgbClr val="9FCC3B"/>
          </p15:clr>
        </p15:guide>
        <p15:guide id="17" pos="6216">
          <p15:clr>
            <a:srgbClr val="9FCC3B"/>
          </p15:clr>
        </p15:guide>
        <p15:guide id="18" pos="6075">
          <p15:clr>
            <a:srgbClr val="9FCC3B"/>
          </p15:clr>
        </p15:guide>
        <p15:guide id="19" pos="2619">
          <p15:clr>
            <a:srgbClr val="9FCC3B"/>
          </p15:clr>
        </p15:guide>
        <p15:guide id="20" pos="2763">
          <p15:clr>
            <a:srgbClr val="9FCC3B"/>
          </p15:clr>
        </p15:guide>
        <p15:guide id="21" pos="4925">
          <p15:clr>
            <a:srgbClr val="9FCC3B"/>
          </p15:clr>
        </p15:guide>
        <p15:guide id="22" pos="5067">
          <p15:clr>
            <a:srgbClr val="9FCC3B"/>
          </p15:clr>
        </p15:guide>
        <p15:guide id="23" pos="3773">
          <p15:clr>
            <a:srgbClr val="9FCC3B"/>
          </p15:clr>
        </p15:guide>
        <p15:guide id="24" pos="3909">
          <p15:clr>
            <a:srgbClr val="9FCC3B"/>
          </p15:clr>
        </p15:guide>
        <p15:guide id="25" orient="horz" pos="864">
          <p15:clr>
            <a:srgbClr val="F26B43"/>
          </p15:clr>
        </p15:guide>
        <p15:guide id="27" orient="horz" pos="686">
          <p15:clr>
            <a:srgbClr val="5ACBF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chart" Target="../charts/chart6.xml"/><Relationship Id="rId3" Type="http://schemas.openxmlformats.org/officeDocument/2006/relationships/image" Target="../media/image11.svg"/><Relationship Id="rId7" Type="http://schemas.openxmlformats.org/officeDocument/2006/relationships/chart" Target="../charts/chart5.xml"/><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 Id="rId9" Type="http://schemas.openxmlformats.org/officeDocument/2006/relationships/chart" Target="../charts/chart7.xml"/></Relationships>
</file>

<file path=ppt/slides/_rels/slide3.xml.rels><?xml version="1.0" encoding="UTF-8" standalone="yes"?>
<Relationships xmlns="http://schemas.openxmlformats.org/package/2006/relationships"><Relationship Id="rId8" Type="http://schemas.openxmlformats.org/officeDocument/2006/relationships/chart" Target="../charts/chart12.xml"/><Relationship Id="rId3" Type="http://schemas.openxmlformats.org/officeDocument/2006/relationships/image" Target="../media/image11.svg"/><Relationship Id="rId7" Type="http://schemas.openxmlformats.org/officeDocument/2006/relationships/chart" Target="../charts/chart11.xm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 Id="rId9" Type="http://schemas.openxmlformats.org/officeDocument/2006/relationships/chart" Target="../charts/chart13.xml"/></Relationships>
</file>

<file path=ppt/slides/_rels/slide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1C5CB6-2CF4-48B7-BD34-D61DF4FCD265}"/>
              </a:ext>
            </a:extLst>
          </p:cNvPr>
          <p:cNvPicPr>
            <a:picLocks noChangeAspect="1"/>
          </p:cNvPicPr>
          <p:nvPr/>
        </p:nvPicPr>
        <p:blipFill>
          <a:blip r:embed="rId2"/>
          <a:srcRect/>
          <a:stretch/>
        </p:blipFill>
        <p:spPr>
          <a:xfrm>
            <a:off x="776706" y="461320"/>
            <a:ext cx="2387832" cy="646841"/>
          </a:xfrm>
          <a:prstGeom prst="rect">
            <a:avLst/>
          </a:prstGeom>
        </p:spPr>
      </p:pic>
      <p:sp>
        <p:nvSpPr>
          <p:cNvPr id="6" name="Google Shape;57;p1">
            <a:extLst>
              <a:ext uri="{FF2B5EF4-FFF2-40B4-BE49-F238E27FC236}">
                <a16:creationId xmlns:a16="http://schemas.microsoft.com/office/drawing/2014/main" id="{915102A2-838D-9312-7010-34DE06D00526}"/>
              </a:ext>
            </a:extLst>
          </p:cNvPr>
          <p:cNvSpPr txBox="1"/>
          <p:nvPr/>
        </p:nvSpPr>
        <p:spPr>
          <a:xfrm>
            <a:off x="1415833" y="9709762"/>
            <a:ext cx="20896726" cy="3513796"/>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5611">
                <a:solidFill>
                  <a:schemeClr val="bg1"/>
                </a:solidFill>
                <a:latin typeface="Bahij TheSansArabic ExtraBold" panose="02040503050201020203" pitchFamily="18" charset="-78"/>
                <a:ea typeface="Cairo"/>
                <a:cs typeface="Bahij TheSansArabic ExtraBold" panose="02040503050201020203" pitchFamily="18" charset="-78"/>
                <a:sym typeface="Cairo"/>
              </a:rPr>
              <a:t>متابعة أعمال الإيرادات وتحقيق المستهدف</a:t>
            </a:r>
            <a:endParaRPr lang="ar-SA" sz="3600">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r>
              <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rPr>
              <a:t>أكتوبر 2025م </a:t>
            </a:r>
          </a:p>
          <a:p>
            <a:pPr algn="r" rtl="1">
              <a:buClr>
                <a:schemeClr val="lt1"/>
              </a:buClr>
              <a:buSzPts val="3600"/>
            </a:pPr>
            <a:endPar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p:txBody>
      </p:sp>
      <p:sp>
        <p:nvSpPr>
          <p:cNvPr id="3" name="TextBox 2">
            <a:extLst>
              <a:ext uri="{FF2B5EF4-FFF2-40B4-BE49-F238E27FC236}">
                <a16:creationId xmlns:a16="http://schemas.microsoft.com/office/drawing/2014/main" id="{32E0F2AF-2AC9-150E-DAC0-ABA04DF73E33}"/>
              </a:ext>
            </a:extLst>
          </p:cNvPr>
          <p:cNvSpPr txBox="1"/>
          <p:nvPr/>
        </p:nvSpPr>
        <p:spPr>
          <a:xfrm>
            <a:off x="258792" y="12961948"/>
            <a:ext cx="7355120" cy="523220"/>
          </a:xfrm>
          <a:prstGeom prst="rect">
            <a:avLst/>
          </a:prstGeom>
          <a:noFill/>
        </p:spPr>
        <p:txBody>
          <a:bodyPr wrap="square">
            <a:spAutoFit/>
          </a:bodyPr>
          <a:lstStyle/>
          <a:p>
            <a:pPr rtl="1">
              <a:buClr>
                <a:schemeClr val="lt1"/>
              </a:buClr>
              <a:buSzPts val="3600"/>
            </a:pPr>
            <a:r>
              <a:rPr lang="ar-SA" sz="2800">
                <a:solidFill>
                  <a:schemeClr val="bg1"/>
                </a:solidFill>
                <a:latin typeface="Bahij TheSansArabic ExtraBold" panose="02040503050201020203" pitchFamily="18" charset="-78"/>
                <a:cs typeface="Bahij TheSansArabic ExtraBold" panose="02040503050201020203" pitchFamily="18" charset="-78"/>
                <a:sym typeface="Cairo"/>
              </a:rPr>
              <a:t>إدارة تخطيط ومراقبة الإيرادات</a:t>
            </a:r>
          </a:p>
        </p:txBody>
      </p:sp>
    </p:spTree>
    <p:extLst>
      <p:ext uri="{BB962C8B-B14F-4D97-AF65-F5344CB8AC3E}">
        <p14:creationId xmlns:p14="http://schemas.microsoft.com/office/powerpoint/2010/main" val="12611378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الأول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1097233928"/>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4189775684"/>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3294649743"/>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2442627521"/>
              </p:ext>
            </p:extLst>
          </p:nvPr>
        </p:nvGraphicFramePr>
        <p:xfrm>
          <a:off x="18252194" y="2425357"/>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-56%</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-22%</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11%</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2" name="Group 561">
            <a:extLst>
              <a:ext uri="{FF2B5EF4-FFF2-40B4-BE49-F238E27FC236}">
                <a16:creationId xmlns:a16="http://schemas.microsoft.com/office/drawing/2014/main" id="{E20F13BC-A37E-09F7-E3B5-B22727949529}"/>
              </a:ext>
            </a:extLst>
          </p:cNvPr>
          <p:cNvGrpSpPr/>
          <p:nvPr/>
        </p:nvGrpSpPr>
        <p:grpSpPr>
          <a:xfrm>
            <a:off x="14847405" y="4979848"/>
            <a:ext cx="847611" cy="310752"/>
            <a:chOff x="-6600343" y="4603178"/>
            <a:chExt cx="846866" cy="310752"/>
          </a:xfrm>
        </p:grpSpPr>
        <p:sp>
          <p:nvSpPr>
            <p:cNvPr id="576" name="Rectangle: Rounded Corners 575">
              <a:extLst>
                <a:ext uri="{FF2B5EF4-FFF2-40B4-BE49-F238E27FC236}">
                  <a16:creationId xmlns:a16="http://schemas.microsoft.com/office/drawing/2014/main" id="{20ED13F2-2347-DD96-6B78-B53502DAFC10}"/>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77" name="Arrow: Down 576">
              <a:extLst>
                <a:ext uri="{FF2B5EF4-FFF2-40B4-BE49-F238E27FC236}">
                  <a16:creationId xmlns:a16="http://schemas.microsoft.com/office/drawing/2014/main" id="{8CA931E2-1266-B138-3824-B047EF20F2A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-24%</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-39%</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629052449"/>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0%</a:t>
              </a:r>
            </a:p>
          </p:txBody>
        </p:sp>
        <p:sp>
          <p:nvSpPr>
            <p:cNvPr id="205" name="Arrow: Down 204">
              <a:extLst>
                <a:ext uri="{FF2B5EF4-FFF2-40B4-BE49-F238E27FC236}">
                  <a16:creationId xmlns:a16="http://schemas.microsoft.com/office/drawing/2014/main" id="{E6AEA038-084A-474A-8407-230122B5F67A}"/>
                </a:ext>
              </a:extLst>
            </p:cNvPr>
            <p:cNvSpPr/>
            <p:nvPr/>
          </p:nvSpPr>
          <p:spPr>
            <a:xfrm rot="10800000">
              <a:off x="-5913236" y="3094297"/>
              <a:ext cx="151637" cy="302270"/>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406762207"/>
              </p:ext>
            </p:extLst>
          </p:nvPr>
        </p:nvGraphicFramePr>
        <p:xfrm>
          <a:off x="377249" y="3086776"/>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buFont typeface="Arial" panose="020B0604020202020204" pitchFamily="34" charset="0"/>
                <a:buChar char="•"/>
              </a:pPr>
              <a:r>
                <a:rPr lang="ar-SA" sz="1800" b="1">
                  <a:solidFill>
                    <a:srgbClr val="01686A"/>
                  </a:solidFill>
                  <a:latin typeface="Bahij TheSansArabic Plain" panose="02040503050201020203" pitchFamily="18" charset="-78"/>
                  <a:cs typeface="Bahij TheSansArabic Plain" panose="02040503050201020203" pitchFamily="18" charset="-78"/>
                </a:rPr>
                <a:t>العوامل الخارجية:</a:t>
              </a:r>
            </a:p>
            <a:p>
              <a:pPr marL="285750" indent="-285750" algn="justLow" rtl="1">
                <a:buFont typeface="Arial" panose="020B0604020202020204" pitchFamily="34" charset="0"/>
                <a:buChar char="•"/>
              </a:pPr>
              <a:endParaRPr lang="ar-SA" sz="1800" b="1">
                <a:solidFill>
                  <a:srgbClr val="01686A"/>
                </a:solidFill>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تم العمل بنموذج </a:t>
              </a:r>
              <a:r>
                <a:rPr lang="ar-SA" sz="1800" b="1">
                  <a:latin typeface="Bahij TheSansArabic Plain" panose="02040503050201020203" pitchFamily="18" charset="-78"/>
                  <a:cs typeface="Bahij TheSansArabic Plain" panose="02040503050201020203" pitchFamily="18" charset="-78"/>
                </a:rPr>
                <a:t>هولت </a:t>
              </a:r>
              <a:r>
                <a:rPr lang="ar-SA" sz="1800" b="1" err="1">
                  <a:latin typeface="Bahij TheSansArabic Plain" panose="02040503050201020203" pitchFamily="18" charset="-78"/>
                  <a:cs typeface="Bahij TheSansArabic Plain" panose="02040503050201020203" pitchFamily="18" charset="-78"/>
                </a:rPr>
                <a:t>وينترز</a:t>
              </a:r>
              <a:r>
                <a:rPr lang="ar-SA" sz="1800" b="1">
                  <a:latin typeface="Bahij TheSansArabic Plain" panose="02040503050201020203" pitchFamily="18" charset="-78"/>
                  <a:cs typeface="Bahij TheSansArabic Plain" panose="02040503050201020203" pitchFamily="18" charset="-78"/>
                </a:rPr>
                <a:t>  </a:t>
              </a:r>
              <a:r>
                <a:rPr lang="ar-SA" sz="1800">
                  <a:latin typeface="Bahij TheSansArabic Plain" panose="02040503050201020203" pitchFamily="18" charset="-78"/>
                  <a:cs typeface="Bahij TheSansArabic Plain" panose="02040503050201020203" pitchFamily="18" charset="-78"/>
                </a:rPr>
                <a:t>هجين مبني على التوقع الأساس الكمي، مع تحويل العوامل الخارجية إلى نسب مئوية تُطبّق على كل نوع ايراد.</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ارتفاع الإيرادات الغير نفطية خلال النصف الأول من العام الحالي بشكل كبير عن المستهدف و حيث أن إيرادات القطع البلدي تشكل 24% منها.</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السياحة والفعاليات: موسم الرياض يبدأ ~أكتوبر، +18م زائر في 2024 وتأثير اقتصادي ~256 مليار ريال، رفع 15%  </a:t>
              </a:r>
              <a:r>
                <a:rPr lang="ar-SA" sz="1800" err="1">
                  <a:latin typeface="Bahij TheSansArabic Plain" panose="02040503050201020203" pitchFamily="18" charset="-78"/>
                  <a:cs typeface="Bahij TheSansArabic Plain" panose="02040503050201020203" pitchFamily="18" charset="-78"/>
                </a:rPr>
                <a:t>للتبويبات</a:t>
              </a:r>
              <a:r>
                <a:rPr lang="ar-SA" sz="1800">
                  <a:latin typeface="Bahij TheSansArabic Plain" panose="02040503050201020203" pitchFamily="18" charset="-78"/>
                  <a:cs typeface="Bahij TheSansArabic Plain" panose="02040503050201020203" pitchFamily="18" charset="-78"/>
                </a:rPr>
                <a:t> ذات الصلة بالتراخيص والتصاريح والإيواء والتبغ.</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عوامل اجتماعية: زيادة مشاركة المرأة وتغير الإنفاق) رفع طفيف ~5% لإيرادات المستهلك.</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endParaRPr lang="ar-SA" sz="1800">
                <a:latin typeface="Bahij TheSansArabic Plain" panose="02040503050201020203" pitchFamily="18" charset="-78"/>
                <a:cs typeface="Bahij TheSansArabic Plain" panose="02040503050201020203" pitchFamily="18" charset="-78"/>
              </a:endParaRP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2025</a:t>
            </a:r>
          </a:p>
        </p:txBody>
      </p:sp>
    </p:spTree>
    <p:extLst>
      <p:ext uri="{BB962C8B-B14F-4D97-AF65-F5344CB8AC3E}">
        <p14:creationId xmlns:p14="http://schemas.microsoft.com/office/powerpoint/2010/main" val="609964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الثاني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3542228987"/>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2095440567"/>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255261979"/>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4249297210"/>
              </p:ext>
            </p:extLst>
          </p:nvPr>
        </p:nvGraphicFramePr>
        <p:xfrm>
          <a:off x="18298027" y="2443600"/>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-80%</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6" name="Rectangle: Rounded Corners 575">
            <a:extLst>
              <a:ext uri="{FF2B5EF4-FFF2-40B4-BE49-F238E27FC236}">
                <a16:creationId xmlns:a16="http://schemas.microsoft.com/office/drawing/2014/main" id="{20ED13F2-2347-DD96-6B78-B53502DAFC10}"/>
              </a:ext>
            </a:extLst>
          </p:cNvPr>
          <p:cNvSpPr/>
          <p:nvPr/>
        </p:nvSpPr>
        <p:spPr>
          <a:xfrm>
            <a:off x="14847405" y="4979848"/>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-42%</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10669922"/>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28%</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-37%</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-12%</a:t>
              </a:r>
            </a:p>
          </p:txBody>
        </p:sp>
        <p:sp>
          <p:nvSpPr>
            <p:cNvPr id="205" name="Arrow: Down 204">
              <a:extLst>
                <a:ext uri="{FF2B5EF4-FFF2-40B4-BE49-F238E27FC236}">
                  <a16:creationId xmlns:a16="http://schemas.microsoft.com/office/drawing/2014/main" id="{E6AEA038-084A-474A-8407-230122B5F67A}"/>
                </a:ext>
              </a:extLst>
            </p:cNvPr>
            <p:cNvSpPr/>
            <p:nvPr/>
          </p:nvSpPr>
          <p:spPr>
            <a:xfrm>
              <a:off x="-5913236" y="3094297"/>
              <a:ext cx="151637" cy="302270"/>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079791373"/>
              </p:ext>
            </p:extLst>
          </p:nvPr>
        </p:nvGraphicFramePr>
        <p:xfrm>
          <a:off x="411752" y="3083654"/>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buFont typeface="Arial" panose="020B0604020202020204" pitchFamily="34" charset="0"/>
                <a:buChar char="•"/>
              </a:pPr>
              <a:r>
                <a:rPr lang="ar-SA" sz="1800" b="1">
                  <a:solidFill>
                    <a:srgbClr val="01686A"/>
                  </a:solidFill>
                  <a:latin typeface="Bahij TheSansArabic Plain" panose="02040503050201020203" pitchFamily="18" charset="-78"/>
                  <a:cs typeface="Bahij TheSansArabic Plain" panose="02040503050201020203" pitchFamily="18" charset="-78"/>
                </a:rPr>
                <a:t>العوامل الخارجية:</a:t>
              </a:r>
            </a:p>
            <a:p>
              <a:pPr marL="285750" indent="-285750" algn="justLow" rtl="1">
                <a:buFont typeface="Arial" panose="020B0604020202020204" pitchFamily="34" charset="0"/>
                <a:buChar char="•"/>
              </a:pPr>
              <a:endParaRPr lang="ar-SA" sz="1800" b="1">
                <a:solidFill>
                  <a:srgbClr val="01686A"/>
                </a:solidFill>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تم العمل بنموذج </a:t>
              </a:r>
              <a:r>
                <a:rPr lang="ar-SA" sz="1800" b="1">
                  <a:latin typeface="Bahij TheSansArabic Plain" panose="02040503050201020203" pitchFamily="18" charset="-78"/>
                  <a:cs typeface="Bahij TheSansArabic Plain" panose="02040503050201020203" pitchFamily="18" charset="-78"/>
                </a:rPr>
                <a:t>هولت </a:t>
              </a:r>
              <a:r>
                <a:rPr lang="ar-SA" sz="1800" b="1" err="1">
                  <a:latin typeface="Bahij TheSansArabic Plain" panose="02040503050201020203" pitchFamily="18" charset="-78"/>
                  <a:cs typeface="Bahij TheSansArabic Plain" panose="02040503050201020203" pitchFamily="18" charset="-78"/>
                </a:rPr>
                <a:t>وينترز</a:t>
              </a:r>
              <a:r>
                <a:rPr lang="ar-SA" sz="1800" b="1">
                  <a:latin typeface="Bahij TheSansArabic Plain" panose="02040503050201020203" pitchFamily="18" charset="-78"/>
                  <a:cs typeface="Bahij TheSansArabic Plain" panose="02040503050201020203" pitchFamily="18" charset="-78"/>
                </a:rPr>
                <a:t>  </a:t>
              </a:r>
              <a:r>
                <a:rPr lang="ar-SA" sz="1800">
                  <a:latin typeface="Bahij TheSansArabic Plain" panose="02040503050201020203" pitchFamily="18" charset="-78"/>
                  <a:cs typeface="Bahij TheSansArabic Plain" panose="02040503050201020203" pitchFamily="18" charset="-78"/>
                </a:rPr>
                <a:t>هجين مبني على التوقع الأساس الكمي، مع تحويل العوامل الخارجية إلى نسب مئوية تُطبّق على كل نوع ايراد.</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ارتفاع الإيرادات الغير نفطية خلال النصف الأول من العام الحالي بشكل كبير عن المستهدف و حيث أن إيرادات القطع البلدي تشكل 24% منها.</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السياحة والفعاليات: موسم الرياض يبدأ ~أكتوبر، +18م زائر في 2024 وتأثير اقتصادي ~256 مليار ريال، رفع 15%  </a:t>
              </a:r>
              <a:r>
                <a:rPr lang="ar-SA" sz="1800" err="1">
                  <a:latin typeface="Bahij TheSansArabic Plain" panose="02040503050201020203" pitchFamily="18" charset="-78"/>
                  <a:cs typeface="Bahij TheSansArabic Plain" panose="02040503050201020203" pitchFamily="18" charset="-78"/>
                </a:rPr>
                <a:t>للتبويبات</a:t>
              </a:r>
              <a:r>
                <a:rPr lang="ar-SA" sz="1800">
                  <a:latin typeface="Bahij TheSansArabic Plain" panose="02040503050201020203" pitchFamily="18" charset="-78"/>
                  <a:cs typeface="Bahij TheSansArabic Plain" panose="02040503050201020203" pitchFamily="18" charset="-78"/>
                </a:rPr>
                <a:t> ذات الصلة بالتراخيص والتصاريح والإيواء والتبغ.</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عوامل اجتماعية: زيادة مشاركة المرأة وتغير الإنفاق) رفع طفيف ~5% لإيرادات المستهلك.</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endParaRPr lang="ar-SA" sz="1800">
                <a:latin typeface="Bahij TheSansArabic Plain" panose="02040503050201020203" pitchFamily="18" charset="-78"/>
                <a:cs typeface="Bahij TheSansArabic Plain" panose="02040503050201020203" pitchFamily="18" charset="-78"/>
              </a:endParaRP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2025</a:t>
            </a:r>
          </a:p>
        </p:txBody>
      </p:sp>
    </p:spTree>
    <p:extLst>
      <p:ext uri="{BB962C8B-B14F-4D97-AF65-F5344CB8AC3E}">
        <p14:creationId xmlns:p14="http://schemas.microsoft.com/office/powerpoint/2010/main" val="2964614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57;p1">
            <a:extLst>
              <a:ext uri="{FF2B5EF4-FFF2-40B4-BE49-F238E27FC236}">
                <a16:creationId xmlns:a16="http://schemas.microsoft.com/office/drawing/2014/main" id="{CF54A466-4C14-CFE8-ECA5-8B2AE5E29AA9}"/>
              </a:ext>
            </a:extLst>
          </p:cNvPr>
          <p:cNvSpPr txBox="1"/>
          <p:nvPr/>
        </p:nvSpPr>
        <p:spPr>
          <a:xfrm>
            <a:off x="2254297" y="5635069"/>
            <a:ext cx="11427133" cy="1972348"/>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9619">
                <a:solidFill>
                  <a:schemeClr val="bg1"/>
                </a:solidFill>
                <a:latin typeface="Bahij TheSansArabic ExtraBold" panose="02040503050201020203" pitchFamily="18" charset="-78"/>
                <a:ea typeface="Cairo"/>
                <a:cs typeface="Bahij TheSansArabic ExtraBold" panose="02040503050201020203" pitchFamily="18" charset="-78"/>
                <a:sym typeface="Cairo"/>
              </a:rPr>
              <a:t>شــــــكرًا</a:t>
            </a:r>
          </a:p>
        </p:txBody>
      </p:sp>
      <p:pic>
        <p:nvPicPr>
          <p:cNvPr id="3" name="Picture 4">
            <a:extLst>
              <a:ext uri="{FF2B5EF4-FFF2-40B4-BE49-F238E27FC236}">
                <a16:creationId xmlns:a16="http://schemas.microsoft.com/office/drawing/2014/main" id="{B41165FC-0622-4E6B-8BE5-267B9B367AB4}"/>
              </a:ext>
            </a:extLst>
          </p:cNvPr>
          <p:cNvPicPr>
            <a:picLocks noChangeAspect="1"/>
          </p:cNvPicPr>
          <p:nvPr/>
        </p:nvPicPr>
        <p:blipFill>
          <a:blip r:embed="rId2"/>
          <a:srcRect/>
          <a:stretch/>
        </p:blipFill>
        <p:spPr>
          <a:xfrm>
            <a:off x="18828357" y="896727"/>
            <a:ext cx="4690355" cy="1270574"/>
          </a:xfrm>
          <a:prstGeom prst="rect">
            <a:avLst/>
          </a:prstGeom>
        </p:spPr>
      </p:pic>
    </p:spTree>
    <p:extLst>
      <p:ext uri="{BB962C8B-B14F-4D97-AF65-F5344CB8AC3E}">
        <p14:creationId xmlns:p14="http://schemas.microsoft.com/office/powerpoint/2010/main" val="55510008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ADV_TOP" val="123.2499"/>
  <p:tag name="ADV_LEFT" val="25.37504"/>
  <p:tag name="ADV_HEIGHT" val="361.75"/>
  <p:tag name="ADV_WIDTH" val="328.7599"/>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COPYRIGHT1" val="TRUE"/>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Design Hub Brand refresh layout - Arabic">
  <a:themeElements>
    <a:clrScheme name="KPMG_MAR">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Custom 11">
      <a:majorFont>
        <a:latin typeface="DIN Next LT Arabic"/>
        <a:ea typeface=""/>
        <a:cs typeface=""/>
      </a:majorFont>
      <a:minorFont>
        <a:latin typeface="DIN Next LT Arabic"/>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lIns="54610" tIns="54610" rIns="54610" bIns="54610" rtlCol="0" anchor="ctr"/>
      <a:lstStyle>
        <a:defPPr algn="l">
          <a:defRPr sz="15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alt">
      <a:srgbClr val="1E49E2"/>
    </a:custClr>
    <a:custClr name="Dark Blue">
      <a:srgbClr val="0C233C"/>
    </a:custClr>
    <a:custClr name="Light Blue">
      <a:srgbClr val="ACEAFF"/>
    </a:custClr>
    <a:custClr name="Pacific Blue">
      <a:srgbClr val="00B8F5"/>
    </a:custClr>
    <a:custClr name="Purple">
      <a:srgbClr val="7213EA"/>
    </a:custClr>
    <a:custClr name="Pink">
      <a:srgbClr val="FD349C"/>
    </a:custClr>
    <a:custClr name="Blank">
      <a:srgbClr val="FFFFFF"/>
    </a:custClr>
    <a:custClr name="Blank">
      <a:srgbClr val="FFFFFF"/>
    </a:custClr>
    <a:custClr name="Blank">
      <a:srgbClr val="FFFFFF"/>
    </a:custClr>
    <a:custClr name="Blue">
      <a:srgbClr val="76D2FF"/>
    </a:custClr>
    <a:custClr name="Dark Purple">
      <a:srgbClr val="510DBC"/>
    </a:custClr>
    <a:custClr name="Light Purple">
      <a:srgbClr val="B497FF"/>
    </a:custClr>
    <a:custClr name="Dark Pink">
      <a:srgbClr val="AB0D82"/>
    </a:custClr>
    <a:custClr name="Light Pink">
      <a:srgbClr val="FFA3DA"/>
    </a:custClr>
    <a:custClr name="Dark Green">
      <a:srgbClr val="098E7E"/>
    </a:custClr>
    <a:custClr name="Green">
      <a:srgbClr val="00C0AE"/>
    </a:custClr>
    <a:custClr name="Light Green">
      <a:srgbClr val="63EBDA"/>
    </a:custClr>
    <a:custClr name="Blank">
      <a:srgbClr val="FFFFFF"/>
    </a:custClr>
    <a:custClr name="Blank">
      <a:srgbClr val="FFFFFF"/>
    </a:custClr>
    <a:custClr name="Gray 1">
      <a:srgbClr val="333333"/>
    </a:custClr>
    <a:custClr name="Gray 2">
      <a:srgbClr val="666666"/>
    </a:custClr>
    <a:custClr name="Gray 3">
      <a:srgbClr val="989898"/>
    </a:custClr>
    <a:custClr name="Gray 4">
      <a:srgbClr val="B2B2B2"/>
    </a:custClr>
    <a:custClr name="Gray 5">
      <a:srgbClr val="E5E5E5"/>
    </a:custClr>
    <a:custClr name="Blank">
      <a:srgbClr val="FFFFFF"/>
    </a:custClr>
    <a:custClr name="Blank">
      <a:srgbClr val="FFFFFF"/>
    </a:custClr>
    <a:custClr name="Blank">
      <a:srgbClr val="FFFFFF"/>
    </a:custClr>
    <a:custClr name="Blank">
      <a:srgbClr val="FFFFFF"/>
    </a:custClr>
    <a:custClr name="Blank">
      <a:srgbClr val="FFFFFF"/>
    </a:custClr>
  </a:custClrLst>
  <a:extLst>
    <a:ext uri="{05A4C25C-085E-4340-85A3-A5531E510DB2}">
      <thm15:themeFamily xmlns:thm15="http://schemas.microsoft.com/office/thememl/2012/main" name="EMA MADE Rapid Template - AUDIT - FINAL.potx  -  Read-Only" id="{BBE06C01-0598-49EF-B6A8-C8D98A76597B}" vid="{E256C935-C30F-4E91-B169-D319DD15BB67}"/>
    </a:ext>
  </a:ext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eff24bb-2089-4400-8c8e-f71e680378b2}" enabled="0" method="" siteId="{deff24bb-2089-4400-8c8e-f71e680378b2}" removed="1"/>
</clbl:labelList>
</file>

<file path=docProps/app.xml><?xml version="1.0" encoding="utf-8"?>
<Properties xmlns="http://schemas.openxmlformats.org/officeDocument/2006/extended-properties" xmlns:vt="http://schemas.openxmlformats.org/officeDocument/2006/docPropsVTypes">
  <Template/>
  <TotalTime>262</TotalTime>
  <Words>551</Words>
  <Application>Microsoft Office PowerPoint</Application>
  <PresentationFormat>Custom</PresentationFormat>
  <Paragraphs>184</Paragraphs>
  <Slides>4</Slides>
  <Notes>2</Notes>
  <HiddenSlides>0</HiddenSlides>
  <MMClips>0</MMClips>
  <ScaleCrop>false</ScaleCrop>
  <HeadingPairs>
    <vt:vector size="8" baseType="variant">
      <vt:variant>
        <vt:lpstr>Fonts Used</vt:lpstr>
      </vt:variant>
      <vt:variant>
        <vt:i4>8</vt:i4>
      </vt:variant>
      <vt:variant>
        <vt:lpstr>Theme</vt:lpstr>
      </vt:variant>
      <vt:variant>
        <vt:i4>2</vt:i4>
      </vt:variant>
      <vt:variant>
        <vt:lpstr>Embedded OLE Servers</vt:lpstr>
      </vt:variant>
      <vt:variant>
        <vt:i4>1</vt:i4>
      </vt:variant>
      <vt:variant>
        <vt:lpstr>Slide Titles</vt:lpstr>
      </vt:variant>
      <vt:variant>
        <vt:i4>4</vt:i4>
      </vt:variant>
    </vt:vector>
  </HeadingPairs>
  <TitlesOfParts>
    <vt:vector size="15" baseType="lpstr">
      <vt:lpstr>Bahij TheSansArabic Bold</vt:lpstr>
      <vt:lpstr>Bahij TheSansArabic ExtraBold</vt:lpstr>
      <vt:lpstr>Bahij TheSansArabic Plain</vt:lpstr>
      <vt:lpstr>Arial</vt:lpstr>
      <vt:lpstr>KPMG Bold</vt:lpstr>
      <vt:lpstr>DIN Next LT Arabic</vt:lpstr>
      <vt:lpstr>Calibri</vt:lpstr>
      <vt:lpstr>Calibri Light</vt:lpstr>
      <vt:lpstr>1_Office Theme</vt:lpstr>
      <vt:lpstr>Design Hub Brand refresh layout - Arabic</vt:lpstr>
      <vt:lpstr>think-cell Slide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Sara Al Otaibi</dc:creator>
  <cp:lastModifiedBy>faisal alateeq</cp:lastModifiedBy>
  <cp:revision>3</cp:revision>
  <cp:lastPrinted>2025-06-30T08:28:38Z</cp:lastPrinted>
  <dcterms:created xsi:type="dcterms:W3CDTF">2023-09-18T05:33:56Z</dcterms:created>
  <dcterms:modified xsi:type="dcterms:W3CDTF">2026-10-19T18:04:45Z</dcterms:modified>
</cp:coreProperties>
</file>