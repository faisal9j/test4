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notesSlides/notesSlide2.xml" ContentType="application/vnd.openxmlformats-officedocument.presentationml.notesSlid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2.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3.xml" ContentType="application/vnd.openxmlformats-officedocument.drawingml.chart+xml"/>
  <Override PartName="/ppt/charts/style13.xml" ContentType="application/vnd.ms-office.chartstyle+xml"/>
  <Override PartName="/ppt/charts/colors13.xml" ContentType="application/vnd.ms-office.chartcolorstyl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autoCompressPictures="0">
  <p:sldMasterIdLst>
    <p:sldMasterId id="2147483706" r:id="rId1"/>
    <p:sldMasterId id="2147483721" r:id="rId2"/>
  </p:sldMasterIdLst>
  <p:notesMasterIdLst>
    <p:notesMasterId r:id="rId7"/>
  </p:notesMasterIdLst>
  <p:handoutMasterIdLst>
    <p:handoutMasterId r:id="rId8"/>
  </p:handoutMasterIdLst>
  <p:sldIdLst>
    <p:sldId id="509" r:id="rId3"/>
    <p:sldId id="1448944975" r:id="rId4"/>
    <p:sldId id="1448944974" r:id="rId5"/>
    <p:sldId id="507" r:id="rId6"/>
  </p:sldIdLst>
  <p:sldSz cx="24384000" cy="13716000"/>
  <p:notesSz cx="7010400" cy="9296400"/>
  <p:embeddedFontLst>
    <p:embeddedFont>
      <p:font typeface="Bahij TheSansArabic Bold" panose="02040503050201020203" pitchFamily="18" charset="-78"/>
      <p:regular r:id="rId9"/>
    </p:embeddedFont>
    <p:embeddedFont>
      <p:font typeface="Bahij TheSansArabic ExtraBold" panose="02040503050201020203" charset="-78"/>
      <p:regular r:id="rId10"/>
      <p:bold r:id="rId11"/>
    </p:embeddedFont>
    <p:embeddedFont>
      <p:font typeface="Bahij TheSansArabic Plain" panose="02040503050201020203" charset="-78"/>
      <p:regular r:id="rId12"/>
    </p:embeddedFont>
    <p:embeddedFont>
      <p:font typeface="KPMG Bold" panose="020B0604020202020204" charset="0"/>
      <p:bold r:id="rId13"/>
      <p:boldItalic r:id="rId1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7440" userDrawn="1">
          <p15:clr>
            <a:srgbClr val="A4A3A4"/>
          </p15:clr>
        </p15:guide>
        <p15:guide id="2" pos="7681"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2E40952-AE85-F739-3608-63E7A335AB77}" name="Elrayes, Eslam" initials="EE" userId="S::eelrayes@kpmg.com::26e5f067-9b40-497f-97c7-c4952bfce656" providerId="AD"/>
  <p188:author id="{BCBB67BA-32BF-515F-41B4-1C8BAC5417D5}" name="Shweikeh, Abdelmajid" initials="SA" userId="S::ashweikeh@kpmg.com::6deae7ab-f5f1-4355-957a-0bbe0b226507"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faisal alateeq" initials="fa" lastIdx="3" clrIdx="0">
    <p:extLst>
      <p:ext uri="{19B8F6BF-5375-455C-9EA6-DF929625EA0E}">
        <p15:presenceInfo xmlns:p15="http://schemas.microsoft.com/office/powerpoint/2012/main" userId="9c6b852a9f8e3b1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1686A"/>
    <a:srgbClr val="106946"/>
    <a:srgbClr val="A9D18E"/>
    <a:srgbClr val="4B8A6E"/>
    <a:srgbClr val="72988B"/>
    <a:srgbClr val="FBFBFA"/>
    <a:srgbClr val="79B59A"/>
    <a:srgbClr val="00B050"/>
    <a:srgbClr val="002060"/>
    <a:srgbClr val="E9EDF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C47C4EF-55E2-4766-BE84-DB4DE8EFA2F4}">
  <a:tblStyle styleId="{0C47C4EF-55E2-4766-BE84-DB4DE8EFA2F4}" styleName="Table_0">
    <a:wholeTbl>
      <a:tcTxStyle b="off" i="off">
        <a:font>
          <a:latin typeface="Segoe UI"/>
          <a:ea typeface="Segoe UI"/>
          <a:cs typeface="Segoe U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FEEEC"/>
          </a:solidFill>
        </a:fill>
      </a:tcStyle>
    </a:wholeTbl>
    <a:band1H>
      <a:tcTxStyle/>
      <a:tcStyle>
        <a:tcBdr/>
        <a:fill>
          <a:solidFill>
            <a:srgbClr val="DEDCD8"/>
          </a:solidFill>
        </a:fill>
      </a:tcStyle>
    </a:band1H>
    <a:band2H>
      <a:tcTxStyle/>
      <a:tcStyle>
        <a:tcBdr/>
      </a:tcStyle>
    </a:band2H>
    <a:band1V>
      <a:tcTxStyle/>
      <a:tcStyle>
        <a:tcBdr/>
        <a:fill>
          <a:solidFill>
            <a:srgbClr val="DEDCD8"/>
          </a:solidFill>
        </a:fill>
      </a:tcStyle>
    </a:band1V>
    <a:band2V>
      <a:tcTxStyle/>
      <a:tcStyle>
        <a:tcBdr/>
      </a:tcStyle>
    </a:band2V>
    <a:lastCol>
      <a:tcTxStyle b="on" i="off">
        <a:font>
          <a:latin typeface="Segoe UI"/>
          <a:ea typeface="Segoe UI"/>
          <a:cs typeface="Segoe UI"/>
        </a:font>
        <a:schemeClr val="lt1"/>
      </a:tcTxStyle>
      <a:tcStyle>
        <a:tcBdr/>
        <a:fill>
          <a:solidFill>
            <a:schemeClr val="accent1"/>
          </a:solidFill>
        </a:fill>
      </a:tcStyle>
    </a:lastCol>
    <a:firstCol>
      <a:tcTxStyle b="on" i="off">
        <a:font>
          <a:latin typeface="Segoe UI"/>
          <a:ea typeface="Segoe UI"/>
          <a:cs typeface="Segoe UI"/>
        </a:font>
        <a:schemeClr val="lt1"/>
      </a:tcTxStyle>
      <a:tcStyle>
        <a:tcBdr/>
        <a:fill>
          <a:solidFill>
            <a:schemeClr val="accent1"/>
          </a:solidFill>
        </a:fill>
      </a:tcStyle>
    </a:firstCol>
    <a:lastRow>
      <a:tcTxStyle b="on" i="off">
        <a:font>
          <a:latin typeface="Segoe UI"/>
          <a:ea typeface="Segoe UI"/>
          <a:cs typeface="Segoe U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Segoe UI"/>
          <a:ea typeface="Segoe UI"/>
          <a:cs typeface="Segoe U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9EC23CB0-B3A5-4C79-A7E5-B9AB0166D200}" styleName="Table_1">
    <a:wholeTbl>
      <a:tcTxStyle b="off" i="off">
        <a:font>
          <a:latin typeface="Segoe UI"/>
          <a:ea typeface="Segoe UI"/>
          <a:cs typeface="Segoe U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7E8EA"/>
          </a:solidFill>
        </a:fill>
      </a:tcStyle>
    </a:wholeTbl>
    <a:band1H>
      <a:tcTxStyle/>
      <a:tcStyle>
        <a:tcBdr/>
        <a:fill>
          <a:solidFill>
            <a:srgbClr val="CBCED2"/>
          </a:solidFill>
        </a:fill>
      </a:tcStyle>
    </a:band1H>
    <a:band2H>
      <a:tcTxStyle/>
      <a:tcStyle>
        <a:tcBdr/>
      </a:tcStyle>
    </a:band2H>
    <a:band1V>
      <a:tcTxStyle/>
      <a:tcStyle>
        <a:tcBdr/>
        <a:fill>
          <a:solidFill>
            <a:srgbClr val="CBCED2"/>
          </a:solidFill>
        </a:fill>
      </a:tcStyle>
    </a:band1V>
    <a:band2V>
      <a:tcTxStyle/>
      <a:tcStyle>
        <a:tcBdr/>
      </a:tcStyle>
    </a:band2V>
    <a:lastCol>
      <a:tcTxStyle b="on" i="off">
        <a:font>
          <a:latin typeface="Segoe UI"/>
          <a:ea typeface="Segoe UI"/>
          <a:cs typeface="Segoe UI"/>
        </a:font>
        <a:schemeClr val="lt1"/>
      </a:tcTxStyle>
      <a:tcStyle>
        <a:tcBdr/>
        <a:fill>
          <a:solidFill>
            <a:schemeClr val="dk1"/>
          </a:solidFill>
        </a:fill>
      </a:tcStyle>
    </a:lastCol>
    <a:firstCol>
      <a:tcTxStyle b="on" i="off">
        <a:font>
          <a:latin typeface="Segoe UI"/>
          <a:ea typeface="Segoe UI"/>
          <a:cs typeface="Segoe UI"/>
        </a:font>
        <a:schemeClr val="lt1"/>
      </a:tcTxStyle>
      <a:tcStyle>
        <a:tcBdr/>
        <a:fill>
          <a:solidFill>
            <a:schemeClr val="dk1"/>
          </a:solidFill>
        </a:fill>
      </a:tcStyle>
    </a:firstCol>
    <a:lastRow>
      <a:tcTxStyle b="on" i="off">
        <a:font>
          <a:latin typeface="Segoe UI"/>
          <a:ea typeface="Segoe UI"/>
          <a:cs typeface="Segoe UI"/>
        </a:font>
        <a:schemeClr val="lt1"/>
      </a:tcTxStyle>
      <a:tcStyle>
        <a:tcBdr>
          <a:top>
            <a:ln w="38100" cap="flat" cmpd="sng">
              <a:solidFill>
                <a:schemeClr val="lt1"/>
              </a:solidFill>
              <a:prstDash val="solid"/>
              <a:round/>
              <a:headEnd type="none" w="sm" len="sm"/>
              <a:tailEnd type="none" w="sm" len="sm"/>
            </a:ln>
          </a:top>
        </a:tcBdr>
        <a:fill>
          <a:solidFill>
            <a:schemeClr val="dk1"/>
          </a:solidFill>
        </a:fill>
      </a:tcStyle>
    </a:lastRow>
    <a:seCell>
      <a:tcTxStyle/>
      <a:tcStyle>
        <a:tcBdr/>
      </a:tcStyle>
    </a:seCell>
    <a:swCell>
      <a:tcTxStyle/>
      <a:tcStyle>
        <a:tcBdr/>
      </a:tcStyle>
    </a:swCell>
    <a:firstRow>
      <a:tcTxStyle b="on" i="off">
        <a:font>
          <a:latin typeface="Segoe UI"/>
          <a:ea typeface="Segoe UI"/>
          <a:cs typeface="Segoe UI"/>
        </a:font>
        <a:schemeClr val="lt1"/>
      </a:tcTxStyle>
      <a:tcStyle>
        <a:tcBdr>
          <a:bottom>
            <a:ln w="38100" cap="flat" cmpd="sng">
              <a:solidFill>
                <a:schemeClr val="lt1"/>
              </a:solidFill>
              <a:prstDash val="solid"/>
              <a:round/>
              <a:headEnd type="none" w="sm" len="sm"/>
              <a:tailEnd type="none" w="sm" len="sm"/>
            </a:ln>
          </a:bottom>
        </a:tcBdr>
        <a:fill>
          <a:solidFill>
            <a:schemeClr val="dk1"/>
          </a:solidFill>
        </a:fill>
      </a:tcStyle>
    </a:firstRow>
    <a:neCell>
      <a:tcTxStyle/>
      <a:tcStyle>
        <a:tcBdr/>
      </a:tcStyle>
    </a:neCell>
    <a:nwCell>
      <a:tcTxStyle/>
      <a:tcStyle>
        <a:tcBdr/>
      </a:tcStyle>
    </a:nwCell>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52" d="100"/>
          <a:sy n="52" d="100"/>
        </p:scale>
        <p:origin x="834" y="90"/>
      </p:cViewPr>
      <p:guideLst>
        <p:guide orient="horz" pos="7440"/>
        <p:guide pos="7681"/>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handoutMaster" Target="handoutMasters/handoutMaster1.xml"/><Relationship Id="rId13" Type="http://schemas.openxmlformats.org/officeDocument/2006/relationships/font" Target="fonts/font5.fntdata"/><Relationship Id="rId18" Type="http://schemas.openxmlformats.org/officeDocument/2006/relationships/theme" Target="theme/theme1.xml"/><Relationship Id="rId3" Type="http://schemas.openxmlformats.org/officeDocument/2006/relationships/slide" Target="slides/slide1.xml"/><Relationship Id="rId7" Type="http://schemas.openxmlformats.org/officeDocument/2006/relationships/notesMaster" Target="notesMasters/notesMaster1.xml"/><Relationship Id="rId12" Type="http://schemas.openxmlformats.org/officeDocument/2006/relationships/font" Target="fonts/font4.fntdata"/><Relationship Id="rId17"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presProps" Target="presProps.xml"/><Relationship Id="rId20"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font" Target="fonts/font3.fntdata"/><Relationship Id="rId5" Type="http://schemas.openxmlformats.org/officeDocument/2006/relationships/slide" Target="slides/slide3.xml"/><Relationship Id="rId15" Type="http://schemas.openxmlformats.org/officeDocument/2006/relationships/commentAuthors" Target="commentAuthors.xml"/><Relationship Id="rId10" Type="http://schemas.openxmlformats.org/officeDocument/2006/relationships/font" Target="fonts/font2.fntdata"/><Relationship Id="rId19"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font" Target="fonts/font1.fntdata"/><Relationship Id="rId14" Type="http://schemas.openxmlformats.org/officeDocument/2006/relationships/font" Target="fonts/font6.fntdata"/></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9.xml"/><Relationship Id="rId1" Type="http://schemas.microsoft.com/office/2011/relationships/chartStyle" Target="style9.xml"/></Relationships>
</file>

<file path=ppt/charts/_rels/chart10.xml.rels><?xml version="1.0" encoding="UTF-8" standalone="yes"?>
<Relationships xmlns="http://schemas.openxmlformats.org/package/2006/relationships"><Relationship Id="rId3" Type="http://schemas.openxmlformats.org/officeDocument/2006/relationships/package" Target="../embeddings/Microsoft_Excel_Worksheet9.xlsx"/><Relationship Id="rId2" Type="http://schemas.microsoft.com/office/2011/relationships/chartColorStyle" Target="colors10.xml"/><Relationship Id="rId1" Type="http://schemas.microsoft.com/office/2011/relationships/chartStyle" Target="style10.xml"/></Relationships>
</file>

<file path=ppt/charts/_rels/chart11.xml.rels><?xml version="1.0" encoding="UTF-8" standalone="yes"?>
<Relationships xmlns="http://schemas.openxmlformats.org/package/2006/relationships"><Relationship Id="rId3" Type="http://schemas.openxmlformats.org/officeDocument/2006/relationships/package" Target="../embeddings/Microsoft_Excel_Worksheet10.xlsx"/><Relationship Id="rId2" Type="http://schemas.microsoft.com/office/2011/relationships/chartColorStyle" Target="colors11.xml"/><Relationship Id="rId1" Type="http://schemas.microsoft.com/office/2011/relationships/chartStyle" Target="style11.xml"/></Relationships>
</file>

<file path=ppt/charts/_rels/chart12.xml.rels><?xml version="1.0" encoding="UTF-8" standalone="yes"?>
<Relationships xmlns="http://schemas.openxmlformats.org/package/2006/relationships"><Relationship Id="rId3" Type="http://schemas.openxmlformats.org/officeDocument/2006/relationships/package" Target="../embeddings/Microsoft_Excel_Worksheet11.xlsx"/><Relationship Id="rId2" Type="http://schemas.microsoft.com/office/2011/relationships/chartColorStyle" Target="colors12.xml"/><Relationship Id="rId1" Type="http://schemas.microsoft.com/office/2011/relationships/chartStyle" Target="style12.xml"/></Relationships>
</file>

<file path=ppt/charts/_rels/chart13.xml.rels><?xml version="1.0" encoding="UTF-8" standalone="yes"?>
<Relationships xmlns="http://schemas.openxmlformats.org/package/2006/relationships"><Relationship Id="rId3" Type="http://schemas.openxmlformats.org/officeDocument/2006/relationships/package" Target="../embeddings/Microsoft_Excel_Worksheet12.xlsx"/><Relationship Id="rId2" Type="http://schemas.microsoft.com/office/2011/relationships/chartColorStyle" Target="colors13.xml"/><Relationship Id="rId1" Type="http://schemas.microsoft.com/office/2011/relationships/chartStyle" Target="style1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9991774266349952E-4"/>
          <c:y val="0.18265546207998398"/>
          <c:w val="0.67142644748006319"/>
          <c:h val="0.81734453792001582"/>
        </c:manualLayout>
      </c:layout>
      <c:doughnutChart>
        <c:varyColors val="1"/>
        <c:ser>
          <c:idx val="0"/>
          <c:order val="0"/>
          <c:tx>
            <c:strRef>
              <c:f>Sheet1!$B$1</c:f>
              <c:strCache>
                <c:ptCount val="1"/>
                <c:pt idx="0">
                  <c:v>Column1</c:v>
                </c:pt>
              </c:strCache>
            </c:strRef>
          </c:tx>
          <c:spPr>
            <a:ln>
              <a:solidFill>
                <a:schemeClr val="bg1"/>
              </a:solidFill>
            </a:ln>
          </c:spPr>
          <c:dPt>
            <c:idx val="0"/>
            <c:bubble3D val="0"/>
            <c:spPr>
              <a:solidFill>
                <a:srgbClr val="00338D"/>
              </a:solidFill>
              <a:ln>
                <a:solidFill>
                  <a:schemeClr val="bg1"/>
                </a:solidFill>
              </a:ln>
              <a:effectLst/>
            </c:spPr>
            <c:extLst>
              <c:ext xmlns:c16="http://schemas.microsoft.com/office/drawing/2014/chart" uri="{C3380CC4-5D6E-409C-BE32-E72D297353CC}">
                <c16:uniqueId val="{00000001-01FE-409C-BBD3-B5441BA30450}"/>
              </c:ext>
            </c:extLst>
          </c:dPt>
          <c:dPt>
            <c:idx val="1"/>
            <c:bubble3D val="0"/>
            <c:spPr>
              <a:solidFill>
                <a:schemeClr val="accent4"/>
              </a:solidFill>
              <a:ln>
                <a:solidFill>
                  <a:schemeClr val="bg1"/>
                </a:solidFill>
              </a:ln>
              <a:effectLst/>
            </c:spPr>
            <c:extLst>
              <c:ext xmlns:c16="http://schemas.microsoft.com/office/drawing/2014/chart" uri="{C3380CC4-5D6E-409C-BE32-E72D297353CC}">
                <c16:uniqueId val="{00000003-01FE-409C-BBD3-B5441BA30450}"/>
              </c:ext>
            </c:extLst>
          </c:dPt>
          <c:dPt>
            <c:idx val="2"/>
            <c:bubble3D val="0"/>
            <c:spPr>
              <a:solidFill>
                <a:schemeClr val="accent1"/>
              </a:solidFill>
              <a:ln>
                <a:solidFill>
                  <a:schemeClr val="bg1"/>
                </a:solidFill>
              </a:ln>
              <a:effectLst/>
            </c:spPr>
            <c:extLst>
              <c:ext xmlns:c16="http://schemas.microsoft.com/office/drawing/2014/chart" uri="{C3380CC4-5D6E-409C-BE32-E72D297353CC}">
                <c16:uniqueId val="{00000005-01FE-409C-BBD3-B5441BA30450}"/>
              </c:ext>
            </c:extLst>
          </c:dPt>
          <c:dPt>
            <c:idx val="3"/>
            <c:bubble3D val="0"/>
            <c:spPr>
              <a:solidFill>
                <a:srgbClr val="76D2FF"/>
              </a:solidFill>
              <a:ln>
                <a:solidFill>
                  <a:schemeClr val="bg1"/>
                </a:solidFill>
              </a:ln>
              <a:effectLst/>
            </c:spPr>
            <c:extLst>
              <c:ext xmlns:c16="http://schemas.microsoft.com/office/drawing/2014/chart" uri="{C3380CC4-5D6E-409C-BE32-E72D297353CC}">
                <c16:uniqueId val="{00000007-01FE-409C-BBD3-B5441BA30450}"/>
              </c:ext>
            </c:extLst>
          </c:dPt>
          <c:dPt>
            <c:idx val="4"/>
            <c:bubble3D val="0"/>
            <c:spPr>
              <a:solidFill>
                <a:srgbClr val="510DBC"/>
              </a:solidFill>
              <a:ln>
                <a:solidFill>
                  <a:schemeClr val="bg1"/>
                </a:solidFill>
              </a:ln>
              <a:effectLst/>
            </c:spPr>
            <c:extLst>
              <c:ext xmlns:c16="http://schemas.microsoft.com/office/drawing/2014/chart" uri="{C3380CC4-5D6E-409C-BE32-E72D297353CC}">
                <c16:uniqueId val="{00000009-01FE-409C-BBD3-B5441BA30450}"/>
              </c:ext>
            </c:extLst>
          </c:dPt>
          <c:dPt>
            <c:idx val="5"/>
            <c:bubble3D val="0"/>
            <c:spPr>
              <a:solidFill>
                <a:srgbClr val="B497FF"/>
              </a:solidFill>
              <a:ln>
                <a:solidFill>
                  <a:schemeClr val="bg1"/>
                </a:solidFill>
              </a:ln>
              <a:effectLst/>
            </c:spPr>
            <c:extLst>
              <c:ext xmlns:c16="http://schemas.microsoft.com/office/drawing/2014/chart" uri="{C3380CC4-5D6E-409C-BE32-E72D297353CC}">
                <c16:uniqueId val="{0000000B-01FE-409C-BBD3-B5441BA30450}"/>
              </c:ext>
            </c:extLst>
          </c:dPt>
          <c:dPt>
            <c:idx val="6"/>
            <c:bubble3D val="0"/>
            <c:spPr>
              <a:solidFill>
                <a:srgbClr val="098E7E"/>
              </a:solidFill>
              <a:ln>
                <a:solidFill>
                  <a:schemeClr val="bg1"/>
                </a:solidFill>
              </a:ln>
              <a:effectLst/>
            </c:spPr>
            <c:extLst>
              <c:ext xmlns:c16="http://schemas.microsoft.com/office/drawing/2014/chart" uri="{C3380CC4-5D6E-409C-BE32-E72D297353CC}">
                <c16:uniqueId val="{0000000D-01FE-409C-BBD3-B5441BA30450}"/>
              </c:ext>
            </c:extLst>
          </c:dPt>
          <c:dPt>
            <c:idx val="7"/>
            <c:bubble3D val="0"/>
            <c:spPr>
              <a:solidFill>
                <a:srgbClr val="00C0AE"/>
              </a:solidFill>
              <a:ln>
                <a:solidFill>
                  <a:schemeClr val="bg1"/>
                </a:solidFill>
              </a:ln>
              <a:effectLst/>
            </c:spPr>
            <c:extLst>
              <c:ext xmlns:c16="http://schemas.microsoft.com/office/drawing/2014/chart" uri="{C3380CC4-5D6E-409C-BE32-E72D297353CC}">
                <c16:uniqueId val="{0000000F-01FE-409C-BBD3-B5441BA30450}"/>
              </c:ext>
            </c:extLst>
          </c:dPt>
          <c:dPt>
            <c:idx val="8"/>
            <c:bubble3D val="0"/>
            <c:spPr>
              <a:solidFill>
                <a:srgbClr val="AB0D82"/>
              </a:solidFill>
              <a:ln>
                <a:solidFill>
                  <a:schemeClr val="bg1"/>
                </a:solidFill>
              </a:ln>
              <a:effectLst/>
            </c:spPr>
            <c:extLst>
              <c:ext xmlns:c16="http://schemas.microsoft.com/office/drawing/2014/chart" uri="{C3380CC4-5D6E-409C-BE32-E72D297353CC}">
                <c16:uniqueId val="{00000011-01FE-409C-BBD3-B5441BA30450}"/>
              </c:ext>
            </c:extLst>
          </c:dPt>
          <c:dPt>
            <c:idx val="9"/>
            <c:bubble3D val="0"/>
            <c:spPr>
              <a:solidFill>
                <a:srgbClr val="FD349C"/>
              </a:solidFill>
              <a:ln>
                <a:solidFill>
                  <a:schemeClr val="bg1"/>
                </a:solidFill>
              </a:ln>
              <a:effectLst/>
            </c:spPr>
            <c:extLst>
              <c:ext xmlns:c16="http://schemas.microsoft.com/office/drawing/2014/chart" uri="{C3380CC4-5D6E-409C-BE32-E72D297353CC}">
                <c16:uniqueId val="{00000013-01FE-409C-BBD3-B5441BA30450}"/>
              </c:ext>
            </c:extLst>
          </c:dPt>
          <c:dLbls>
            <c:delete val="1"/>
          </c:dLbls>
          <c:cat>
            <c:strRef>
              <c:f>Sheet1!$A$2:$A$11</c:f>
              <c:strCache>
                <c:ptCount val="10"/>
                <c:pt idx="0">
                  <c:v>Label 1</c:v>
                </c:pt>
                <c:pt idx="1">
                  <c:v>Label 2</c:v>
                </c:pt>
                <c:pt idx="2">
                  <c:v>Label 3</c:v>
                </c:pt>
                <c:pt idx="3">
                  <c:v>Label 4</c:v>
                </c:pt>
                <c:pt idx="4">
                  <c:v>Label 5</c:v>
                </c:pt>
                <c:pt idx="5">
                  <c:v>Label 6</c:v>
                </c:pt>
                <c:pt idx="6">
                  <c:v>Label 7</c:v>
                </c:pt>
                <c:pt idx="7">
                  <c:v>Label 8</c:v>
                </c:pt>
                <c:pt idx="8">
                  <c:v>Label 9</c:v>
                </c:pt>
                <c:pt idx="9">
                  <c:v>Label 10</c:v>
                </c:pt>
              </c:strCache>
            </c:strRef>
          </c:cat>
          <c:val>
            <c:numRef>
              <c:f>Sheet1!$B$2:$B$11</c:f>
              <c:numCache>
                <c:formatCode>General</c:formatCode>
                <c:ptCount val="10"/>
                <c:pt idx="0">
                  <c:v>1</c:v>
                </c:pt>
                <c:pt idx="1">
                  <c:v>1</c:v>
                </c:pt>
                <c:pt idx="2">
                  <c:v>1</c:v>
                </c:pt>
                <c:pt idx="3">
                  <c:v>1</c:v>
                </c:pt>
                <c:pt idx="4">
                  <c:v>1</c:v>
                </c:pt>
                <c:pt idx="5">
                  <c:v>1</c:v>
                </c:pt>
                <c:pt idx="6">
                  <c:v>1</c:v>
                </c:pt>
                <c:pt idx="7">
                  <c:v>1</c:v>
                </c:pt>
                <c:pt idx="8">
                  <c:v>1</c:v>
                </c:pt>
                <c:pt idx="9">
                  <c:v>1</c:v>
                </c:pt>
              </c:numCache>
            </c:numRef>
          </c:val>
          <c:extLst>
            <c:ext xmlns:c16="http://schemas.microsoft.com/office/drawing/2014/chart" uri="{C3380CC4-5D6E-409C-BE32-E72D297353CC}">
              <c16:uniqueId val="{00000014-01FE-409C-BBD3-B5441BA30450}"/>
            </c:ext>
          </c:extLst>
        </c:ser>
        <c:dLbls>
          <c:showLegendKey val="0"/>
          <c:showVal val="1"/>
          <c:showCatName val="0"/>
          <c:showSerName val="0"/>
          <c:showPercent val="0"/>
          <c:showBubbleSize val="0"/>
          <c:showLeaderLines val="1"/>
        </c:dLbls>
        <c:firstSliceAng val="0"/>
        <c:holeSize val="40"/>
      </c:doughnutChart>
      <c:spPr>
        <a:noFill/>
        <a:ln>
          <a:noFill/>
        </a:ln>
        <a:effectLst/>
      </c:spPr>
    </c:plotArea>
    <c:plotVisOnly val="1"/>
    <c:dispBlanksAs val="gap"/>
    <c:showDLblsOverMax val="0"/>
  </c:chart>
  <c:spPr>
    <a:noFill/>
    <a:ln w="6350" cap="flat" cmpd="sng" algn="ctr">
      <a:noFill/>
      <a:prstDash val="solid"/>
      <a:miter lim="800000"/>
    </a:ln>
    <a:effectLst/>
  </c:spPr>
  <c:txPr>
    <a:bodyPr/>
    <a:lstStyle/>
    <a:p>
      <a:pPr>
        <a:defRPr sz="1000" b="0" baseline="0">
          <a:latin typeface="+mn-lt"/>
          <a:cs typeface="Arial" pitchFamily="34" charset="0"/>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E2E5-4719-BBEF-F2E24CC75927}"/>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E2E5-4719-BBEF-F2E24CC75927}"/>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E2E5-4719-BBEF-F2E24CC75927}"/>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E2E5-4719-BBEF-F2E24CC75927}"/>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E2E5-4719-BBEF-F2E24CC75927}"/>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186877506341955"/>
                      <c:h val="0.15323830310984562"/>
                    </c:manualLayout>
                  </c15:layout>
                </c:ext>
                <c:ext xmlns:c16="http://schemas.microsoft.com/office/drawing/2014/chart" uri="{C3380CC4-5D6E-409C-BE32-E72D297353CC}">
                  <c16:uniqueId val="{00000005-E2E5-4719-BBEF-F2E24CC75927}"/>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E2E5-4719-BBEF-F2E24CC75927}"/>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7541230357682607"/>
                      <c:h val="0.12337348243995949"/>
                    </c:manualLayout>
                  </c15:layout>
                </c:ext>
                <c:ext xmlns:c16="http://schemas.microsoft.com/office/drawing/2014/chart" uri="{C3380CC4-5D6E-409C-BE32-E72D297353CC}">
                  <c16:uniqueId val="{00000007-E2E5-4719-BBEF-F2E24CC75927}"/>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7668803698586715"/>
                      <c:h val="0.12337348243995949"/>
                    </c:manualLayout>
                  </c15:layout>
                </c:ext>
                <c:ext xmlns:c16="http://schemas.microsoft.com/office/drawing/2014/chart" uri="{C3380CC4-5D6E-409C-BE32-E72D297353CC}">
                  <c16:uniqueId val="{00000008-E2E5-4719-BBEF-F2E24CC75927}"/>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33910933.49</c:v>
                </c:pt>
                <c:pt idx="1">
                  <c:v>19089205.89</c:v>
                </c:pt>
                <c:pt idx="2">
                  <c:v>34474898.45</c:v>
                </c:pt>
                <c:pt idx="3">
                  <c:v>73692912.65</c:v>
                </c:pt>
                <c:pt idx="4">
                  <c:v>38481934.10000001</c:v>
                </c:pt>
              </c:numCache>
            </c:numRef>
          </c:val>
          <c:extLst>
            <c:ext xmlns:c16="http://schemas.microsoft.com/office/drawing/2014/chart" uri="{C3380CC4-5D6E-409C-BE32-E72D297353CC}">
              <c16:uniqueId val="{00000009-E2E5-4719-BBEF-F2E24CC75927}"/>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F-E2E5-4719-BBEF-F2E24CC75927}"/>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E-E2E5-4719-BBEF-F2E24CC75927}"/>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D-E2E5-4719-BBEF-F2E24CC75927}"/>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C-E2E5-4719-BBEF-F2E24CC75927}"/>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10-E2E5-4719-BBEF-F2E24CC75927}"/>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B-E2E5-4719-BBEF-F2E24CC75927}"/>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10370583.68</c:v>
                </c:pt>
                <c:pt idx="1">
                  <c:v>29501207.800000004</c:v>
                </c:pt>
                <c:pt idx="2">
                  <c:v>44888053.81</c:v>
                </c:pt>
                <c:pt idx="3">
                  <c:v>91097976.65000002</c:v>
                </c:pt>
                <c:pt idx="4">
                  <c:v>63384343.059999995</c:v>
                </c:pt>
              </c:numCache>
            </c:numRef>
          </c:val>
          <c:extLst>
            <c:ext xmlns:c16="http://schemas.microsoft.com/office/drawing/2014/chart" uri="{C3380CC4-5D6E-409C-BE32-E72D297353CC}">
              <c16:uniqueId val="{0000000A-E2E5-4719-BBEF-F2E24CC75927}"/>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18E9-4EEC-9030-C778D16986C2}"/>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18E9-4EEC-9030-C778D16986C2}"/>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18E9-4EEC-9030-C778D16986C2}"/>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18E9-4EEC-9030-C778D16986C2}"/>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18E9-4EEC-9030-C778D16986C2}"/>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58454991397206757"/>
                      <c:h val="0.15323832912726634"/>
                    </c:manualLayout>
                  </c15:layout>
                </c:ext>
                <c:ext xmlns:c16="http://schemas.microsoft.com/office/drawing/2014/chart" uri="{C3380CC4-5D6E-409C-BE32-E72D297353CC}">
                  <c16:uniqueId val="{00000005-18E9-4EEC-9030-C778D16986C2}"/>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18E9-4EEC-9030-C778D16986C2}"/>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63350348692210234"/>
                      <c:h val="0.12337349001510693"/>
                    </c:manualLayout>
                  </c15:layout>
                </c:ext>
                <c:ext xmlns:c16="http://schemas.microsoft.com/office/drawing/2014/chart" uri="{C3380CC4-5D6E-409C-BE32-E72D297353CC}">
                  <c16:uniqueId val="{00000007-18E9-4EEC-9030-C778D16986C2}"/>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7668803698586715"/>
                      <c:h val="0.12337348243995949"/>
                    </c:manualLayout>
                  </c15:layout>
                </c:ext>
                <c:ext xmlns:c16="http://schemas.microsoft.com/office/drawing/2014/chart" uri="{C3380CC4-5D6E-409C-BE32-E72D297353CC}">
                  <c16:uniqueId val="{00000008-18E9-4EEC-9030-C778D16986C2}"/>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8234884.26</c:v>
                </c:pt>
                <c:pt idx="1">
                  <c:v>17371217.88</c:v>
                </c:pt>
                <c:pt idx="2">
                  <c:v>30024191.68</c:v>
                </c:pt>
                <c:pt idx="3">
                  <c:v>74654772.45000002</c:v>
                </c:pt>
                <c:pt idx="4">
                  <c:v>474087329.8899999</c:v>
                </c:pt>
              </c:numCache>
            </c:numRef>
          </c:val>
          <c:extLst>
            <c:ext xmlns:c16="http://schemas.microsoft.com/office/drawing/2014/chart" uri="{C3380CC4-5D6E-409C-BE32-E72D297353CC}">
              <c16:uniqueId val="{00000009-18E9-4EEC-9030-C778D16986C2}"/>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18E9-4EEC-9030-C778D16986C2}"/>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18E9-4EEC-9030-C778D16986C2}"/>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18E9-4EEC-9030-C778D16986C2}"/>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18E9-4EEC-9030-C778D16986C2}"/>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18E9-4EEC-9030-C778D16986C2}"/>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18E9-4EEC-9030-C778D16986C2}"/>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3113156.1100000003</c:v>
                </c:pt>
                <c:pt idx="1">
                  <c:v>26865316.43</c:v>
                </c:pt>
                <c:pt idx="2">
                  <c:v>39418777.06</c:v>
                </c:pt>
                <c:pt idx="3">
                  <c:v>73087705.87</c:v>
                </c:pt>
                <c:pt idx="4">
                  <c:v>495549226.08</c:v>
                </c:pt>
              </c:numCache>
            </c:numRef>
          </c:val>
          <c:extLst>
            <c:ext xmlns:c16="http://schemas.microsoft.com/office/drawing/2014/chart" uri="{C3380CC4-5D6E-409C-BE32-E72D297353CC}">
              <c16:uniqueId val="{00000010-18E9-4EEC-9030-C778D16986C2}"/>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4DEC-4540-8389-A91C72C5E6BD}"/>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4DEC-4540-8389-A91C72C5E6BD}"/>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4DEC-4540-8389-A91C72C5E6BD}"/>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4DEC-4540-8389-A91C72C5E6BD}"/>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4DEC-4540-8389-A91C72C5E6BD}"/>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342290593102841"/>
                      <c:h val="0.15323830310984562"/>
                    </c:manualLayout>
                  </c15:layout>
                </c:ext>
                <c:ext xmlns:c16="http://schemas.microsoft.com/office/drawing/2014/chart" uri="{C3380CC4-5D6E-409C-BE32-E72D297353CC}">
                  <c16:uniqueId val="{00000005-4DEC-4540-8389-A91C72C5E6BD}"/>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4DEC-4540-8389-A91C72C5E6BD}"/>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7541230357682607"/>
                      <c:h val="0.12337348243995949"/>
                    </c:manualLayout>
                  </c15:layout>
                </c:ext>
                <c:ext xmlns:c16="http://schemas.microsoft.com/office/drawing/2014/chart" uri="{C3380CC4-5D6E-409C-BE32-E72D297353CC}">
                  <c16:uniqueId val="{00000007-4DEC-4540-8389-A91C72C5E6BD}"/>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6967609220523832"/>
                      <c:h val="0.12337348243995949"/>
                    </c:manualLayout>
                  </c15:layout>
                </c:ext>
                <c:ext xmlns:c16="http://schemas.microsoft.com/office/drawing/2014/chart" uri="{C3380CC4-5D6E-409C-BE32-E72D297353CC}">
                  <c16:uniqueId val="{00000008-4DEC-4540-8389-A91C72C5E6BD}"/>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9434464.65</c:v>
                </c:pt>
                <c:pt idx="1">
                  <c:v>26698792.11999981</c:v>
                </c:pt>
                <c:pt idx="2">
                  <c:v>44335914.15</c:v>
                </c:pt>
                <c:pt idx="3">
                  <c:v>78108897.81</c:v>
                </c:pt>
                <c:pt idx="4">
                  <c:v>100179709.84</c:v>
                </c:pt>
              </c:numCache>
            </c:numRef>
          </c:val>
          <c:extLst>
            <c:ext xmlns:c16="http://schemas.microsoft.com/office/drawing/2014/chart" uri="{C3380CC4-5D6E-409C-BE32-E72D297353CC}">
              <c16:uniqueId val="{00000009-4DEC-4540-8389-A91C72C5E6BD}"/>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4DEC-4540-8389-A91C72C5E6BD}"/>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4DEC-4540-8389-A91C72C5E6BD}"/>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4DEC-4540-8389-A91C72C5E6BD}"/>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4DEC-4540-8389-A91C72C5E6BD}"/>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4DEC-4540-8389-A91C72C5E6BD}"/>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4DEC-4540-8389-A91C72C5E6BD}"/>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8524595.42</c:v>
                </c:pt>
                <c:pt idx="1">
                  <c:v>34427181.46</c:v>
                </c:pt>
                <c:pt idx="2">
                  <c:v>50463196.19</c:v>
                </c:pt>
                <c:pt idx="3">
                  <c:v>96839259.07000001</c:v>
                </c:pt>
                <c:pt idx="4">
                  <c:v>229687321.85</c:v>
                </c:pt>
              </c:numCache>
            </c:numRef>
          </c:val>
          <c:extLst>
            <c:ext xmlns:c16="http://schemas.microsoft.com/office/drawing/2014/chart" uri="{C3380CC4-5D6E-409C-BE32-E72D297353CC}">
              <c16:uniqueId val="{00000010-4DEC-4540-8389-A91C72C5E6BD}"/>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AB9D-4FD6-A3CA-37D1686624E4}"/>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AB9D-4FD6-A3CA-37D1686624E4}"/>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AB9D-4FD6-A3CA-37D1686624E4}"/>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AB9D-4FD6-A3CA-37D1686624E4}"/>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AB9D-4FD6-A3CA-37D1686624E4}"/>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7308233100050523"/>
                      <c:h val="0.15323830310984562"/>
                    </c:manualLayout>
                  </c15:layout>
                </c:ext>
                <c:ext xmlns:c16="http://schemas.microsoft.com/office/drawing/2014/chart" uri="{C3380CC4-5D6E-409C-BE32-E72D297353CC}">
                  <c16:uniqueId val="{00000005-AB9D-4FD6-A3CA-37D1686624E4}"/>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AB9D-4FD6-A3CA-37D1686624E4}"/>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7541230357682607"/>
                      <c:h val="0.12337348243995949"/>
                    </c:manualLayout>
                  </c15:layout>
                </c:ext>
                <c:ext xmlns:c16="http://schemas.microsoft.com/office/drawing/2014/chart" uri="{C3380CC4-5D6E-409C-BE32-E72D297353CC}">
                  <c16:uniqueId val="{00000007-AB9D-4FD6-A3CA-37D1686624E4}"/>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2305216617697272"/>
                      <c:h val="0.12337348243995949"/>
                    </c:manualLayout>
                  </c15:layout>
                </c:ext>
                <c:ext xmlns:c16="http://schemas.microsoft.com/office/drawing/2014/chart" uri="{C3380CC4-5D6E-409C-BE32-E72D297353CC}">
                  <c16:uniqueId val="{00000008-AB9D-4FD6-A3CA-37D1686624E4}"/>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193343076.23</c:v>
                </c:pt>
                <c:pt idx="1">
                  <c:v>209094919.82</c:v>
                </c:pt>
                <c:pt idx="2">
                  <c:v>638994901.72</c:v>
                </c:pt>
                <c:pt idx="3">
                  <c:v>893640140.0200001</c:v>
                </c:pt>
                <c:pt idx="4">
                  <c:v>1052146902.93</c:v>
                </c:pt>
              </c:numCache>
            </c:numRef>
          </c:val>
          <c:extLst>
            <c:ext xmlns:c16="http://schemas.microsoft.com/office/drawing/2014/chart" uri="{C3380CC4-5D6E-409C-BE32-E72D297353CC}">
              <c16:uniqueId val="{00000009-AB9D-4FD6-A3CA-37D1686624E4}"/>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AB9D-4FD6-A3CA-37D1686624E4}"/>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AB9D-4FD6-A3CA-37D1686624E4}"/>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AB9D-4FD6-A3CA-37D1686624E4}"/>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AB9D-4FD6-A3CA-37D1686624E4}"/>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AB9D-4FD6-A3CA-37D1686624E4}"/>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AB9D-4FD6-A3CA-37D1686624E4}"/>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83216589.45</c:v>
                </c:pt>
                <c:pt idx="1">
                  <c:v>308355656.8</c:v>
                </c:pt>
                <c:pt idx="2">
                  <c:v>426733084.53999996</c:v>
                </c:pt>
                <c:pt idx="3">
                  <c:v>895660932.61</c:v>
                </c:pt>
                <c:pt idx="4">
                  <c:v>1038815836.0899998</c:v>
                </c:pt>
              </c:numCache>
            </c:numRef>
          </c:val>
          <c:extLst>
            <c:ext xmlns:c16="http://schemas.microsoft.com/office/drawing/2014/chart" uri="{C3380CC4-5D6E-409C-BE32-E72D297353CC}">
              <c16:uniqueId val="{00000010-AB9D-4FD6-A3CA-37D1686624E4}"/>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 محصل 2026 </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C4C3-42A4-B555-5030D936D8C8}"/>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C4C3-42A4-B555-5030D936D8C8}"/>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C4C3-42A4-B555-5030D936D8C8}"/>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C4C3-42A4-B555-5030D936D8C8}"/>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C4C3-42A4-B555-5030D936D8C8}"/>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2645840497223975"/>
                      <c:h val="0.15323830310984562"/>
                    </c:manualLayout>
                  </c15:layout>
                </c:ext>
                <c:ext xmlns:c16="http://schemas.microsoft.com/office/drawing/2014/chart" uri="{C3380CC4-5D6E-409C-BE32-E72D297353CC}">
                  <c16:uniqueId val="{00000005-C4C3-42A4-B555-5030D936D8C8}"/>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C4C3-42A4-B555-5030D936D8C8}"/>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2878837754856047"/>
                      <c:h val="0.12337348243995949"/>
                    </c:manualLayout>
                  </c15:layout>
                </c:ext>
                <c:ext xmlns:c16="http://schemas.microsoft.com/office/drawing/2014/chart" uri="{C3380CC4-5D6E-409C-BE32-E72D297353CC}">
                  <c16:uniqueId val="{00000007-C4C3-42A4-B555-5030D936D8C8}"/>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2980431412044142"/>
                      <c:h val="0.12337348243995949"/>
                    </c:manualLayout>
                  </c15:layout>
                </c:ext>
                <c:ext xmlns:c16="http://schemas.microsoft.com/office/drawing/2014/chart" uri="{C3380CC4-5D6E-409C-BE32-E72D297353CC}">
                  <c16:uniqueId val="{00000008-C4C3-42A4-B555-5030D936D8C8}"/>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244923358.63</c:v>
                </c:pt>
                <c:pt idx="1">
                  <c:v>272254135.7099998</c:v>
                </c:pt>
                <c:pt idx="2">
                  <c:v>747829906.0</c:v>
                </c:pt>
                <c:pt idx="3">
                  <c:v>1120096722.93</c:v>
                </c:pt>
                <c:pt idx="4">
                  <c:v>1664895876.76</c:v>
                </c:pt>
              </c:numCache>
            </c:numRef>
          </c:val>
          <c:extLst>
            <c:ext xmlns:c16="http://schemas.microsoft.com/office/drawing/2014/chart" uri="{C3380CC4-5D6E-409C-BE32-E72D297353CC}">
              <c16:uniqueId val="{00000009-C4C3-42A4-B555-5030D936D8C8}"/>
            </c:ext>
          </c:extLst>
        </c:ser>
        <c:ser>
          <c:idx val="1"/>
          <c:order val="1"/>
          <c:tx>
            <c:strRef>
              <c:f>Sheet1!$C$1</c:f>
              <c:strCache>
                <c:ptCount val="1"/>
                <c:pt idx="0">
                  <c:v> مستهدف 2026 </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C4C3-42A4-B555-5030D936D8C8}"/>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C4C3-42A4-B555-5030D936D8C8}"/>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C4C3-42A4-B555-5030D936D8C8}"/>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C4C3-42A4-B555-5030D936D8C8}"/>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C4C3-42A4-B555-5030D936D8C8}"/>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C4C3-42A4-B555-5030D936D8C8}"/>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105224924.66</c:v>
                </c:pt>
                <c:pt idx="1">
                  <c:v>399149362.49</c:v>
                </c:pt>
                <c:pt idx="2">
                  <c:v>561503111.5999999</c:v>
                </c:pt>
                <c:pt idx="3">
                  <c:v>1156685874.2</c:v>
                </c:pt>
                <c:pt idx="4">
                  <c:v>1827436727.0799997</c:v>
                </c:pt>
              </c:numCache>
            </c:numRef>
          </c:val>
          <c:extLst>
            <c:ext xmlns:c16="http://schemas.microsoft.com/office/drawing/2014/chart" uri="{C3380CC4-5D6E-409C-BE32-E72D297353CC}">
              <c16:uniqueId val="{00000010-C4C3-42A4-B555-5030D936D8C8}"/>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1.8004727445995387E-3"/>
          <c:y val="9.5639166664568134E-2"/>
          <c:w val="0.9181352415186177"/>
          <c:h val="0.90436062820759011"/>
        </c:manualLayout>
      </c:layout>
      <c:barChart>
        <c:barDir val="bar"/>
        <c:grouping val="clustered"/>
        <c:varyColors val="0"/>
        <c:ser>
          <c:idx val="0"/>
          <c:order val="0"/>
          <c:tx>
            <c:strRef>
              <c:f>Sheet1!$B$1</c:f>
              <c:strCache>
                <c:ptCount val="1"/>
                <c:pt idx="0">
                  <c:v> محصل 2026 </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C32D-487B-BC91-34BD5BAE547B}"/>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C32D-487B-BC91-34BD5BAE547B}"/>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C32D-487B-BC91-34BD5BAE547B}"/>
              </c:ext>
            </c:extLst>
          </c:dPt>
          <c:dLbls>
            <c:dLbl>
              <c:idx val="0"/>
              <c:layout>
                <c:manualLayout>
                  <c:x val="-0.12360543107641475"/>
                  <c:y val="8.9044907744338375E-3"/>
                </c:manualLayout>
              </c:layout>
              <c:tx>
                <c:rich>
                  <a:bodyPr/>
                  <a:lstStyle/>
                  <a:p>
                    <a:fld id="{A83CA122-3913-4793-9BF8-DB1D35589AFF}" type="VALUE">
                      <a:rPr lang="en-US" sz="2400"/>
                      <a:pPr/>
                      <a:t>[VALUE]</a:t>
                    </a:fld>
                    <a:endParaRPr lang="ar-SA"/>
                  </a:p>
                </c:rich>
              </c:tx>
              <c:dLblPos val="outEnd"/>
              <c:showLegendKey val="0"/>
              <c:showVal val="1"/>
              <c:showCatName val="0"/>
              <c:showSerName val="0"/>
              <c:showPercent val="0"/>
              <c:showBubbleSize val="0"/>
              <c:extLst>
                <c:ext xmlns:c15="http://schemas.microsoft.com/office/drawing/2012/chart" uri="{CE6537A1-D6FC-4f65-9D91-7224C49458BB}">
                  <c15:layout>
                    <c:manualLayout>
                      <c:w val="0.87639456892358525"/>
                      <c:h val="0.22162411263576454"/>
                    </c:manualLayout>
                  </c15:layout>
                  <c15:dlblFieldTable/>
                  <c15:showDataLabelsRange val="0"/>
                </c:ext>
                <c:ext xmlns:c16="http://schemas.microsoft.com/office/drawing/2014/chart" uri="{C3380CC4-5D6E-409C-BE32-E72D297353CC}">
                  <c16:uniqueId val="{00000001-C32D-487B-BC91-34BD5BAE547B}"/>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C32D-487B-BC91-34BD5BAE547B}"/>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58454991397206757"/>
                      <c:h val="0.15323832912726634"/>
                    </c:manualLayout>
                  </c15:layout>
                </c:ext>
                <c:ext xmlns:c16="http://schemas.microsoft.com/office/drawing/2014/chart" uri="{C3380CC4-5D6E-409C-BE32-E72D297353CC}">
                  <c16:uniqueId val="{00000005-C32D-487B-BC91-34BD5BAE547B}"/>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C32D-487B-BC91-34BD5BAE547B}"/>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63350348692210234"/>
                      <c:h val="0.12337349001510693"/>
                    </c:manualLayout>
                  </c15:layout>
                </c:ext>
                <c:ext xmlns:c16="http://schemas.microsoft.com/office/drawing/2014/chart" uri="{C3380CC4-5D6E-409C-BE32-E72D297353CC}">
                  <c16:uniqueId val="{00000007-C32D-487B-BC91-34BD5BAE547B}"/>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2980431412044142"/>
                      <c:h val="0.12337348243995949"/>
                    </c:manualLayout>
                  </c15:layout>
                </c:ext>
                <c:ext xmlns:c16="http://schemas.microsoft.com/office/drawing/2014/chart" uri="{C3380CC4-5D6E-409C-BE32-E72D297353CC}">
                  <c16:uniqueId val="{00000008-C32D-487B-BC91-34BD5BAE547B}"/>
                </c:ext>
              </c:extLst>
            </c:dLbl>
            <c:spPr>
              <a:noFill/>
              <a:ln>
                <a:noFill/>
              </a:ln>
              <a:effectLst/>
            </c:spPr>
            <c:txPr>
              <a:bodyPr rot="0" spcFirstLastPara="1" vertOverflow="ellipsis" vert="horz" wrap="square" anchor="ctr" anchorCtr="0"/>
              <a:lstStyle/>
              <a:p>
                <a:pPr algn="l">
                  <a:defRPr sz="12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الإجمالي</c:v>
                </c:pt>
              </c:strCache>
            </c:strRef>
          </c:cat>
          <c:val>
            <c:numRef>
              <c:f>Sheet1!$B$2</c:f>
              <c:numCache>
                <c:formatCode>_(* #,##0_);_(* \(#,##0\);_(* "-"??_);_(@_)</c:formatCode>
                <c:ptCount val="1"/>
                <c:pt idx="0">
                  <c:v>4050000000.0299997</c:v>
                </c:pt>
              </c:numCache>
            </c:numRef>
          </c:val>
          <c:extLst>
            <c:ext xmlns:c16="http://schemas.microsoft.com/office/drawing/2014/chart" uri="{C3380CC4-5D6E-409C-BE32-E72D297353CC}">
              <c16:uniqueId val="{00000009-C32D-487B-BC91-34BD5BAE547B}"/>
            </c:ext>
          </c:extLst>
        </c:ser>
        <c:ser>
          <c:idx val="1"/>
          <c:order val="1"/>
          <c:tx>
            <c:strRef>
              <c:f>Sheet1!$C$1</c:f>
              <c:strCache>
                <c:ptCount val="1"/>
                <c:pt idx="0">
                  <c:v> مستهدف 2026 </c:v>
                </c:pt>
              </c:strCache>
            </c:strRef>
          </c:tx>
          <c:spPr>
            <a:solidFill>
              <a:schemeClr val="accent5">
                <a:lumMod val="20000"/>
                <a:lumOff val="80000"/>
              </a:schemeClr>
            </a:solidFill>
            <a:ln>
              <a:noFill/>
            </a:ln>
            <a:effectLst/>
          </c:spPr>
          <c:invertIfNegative val="0"/>
          <c:dLbls>
            <c:dLbl>
              <c:idx val="0"/>
              <c:layout>
                <c:manualLayout>
                  <c:x val="-0.1854486926937525"/>
                  <c:y val="0"/>
                </c:manualLayout>
              </c:layout>
              <c:spPr>
                <a:noFill/>
                <a:ln>
                  <a:noFill/>
                </a:ln>
                <a:effectLst/>
              </c:spPr>
              <c:txPr>
                <a:bodyPr rot="0" spcFirstLastPara="1" vertOverflow="ellipsis" vert="horz" wrap="square" lIns="38100" tIns="19050" rIns="38100" bIns="19050" anchor="ctr" anchorCtr="0">
                  <a:no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outEnd"/>
              <c:showLegendKey val="0"/>
              <c:showVal val="1"/>
              <c:showCatName val="0"/>
              <c:showSerName val="0"/>
              <c:showPercent val="0"/>
              <c:showBubbleSize val="0"/>
              <c:extLst>
                <c:ext xmlns:c15="http://schemas.microsoft.com/office/drawing/2012/chart" uri="{CE6537A1-D6FC-4f65-9D91-7224C49458BB}">
                  <c15:layout>
                    <c:manualLayout>
                      <c:w val="0.80690908023771346"/>
                      <c:h val="0.29062434683193028"/>
                    </c:manualLayout>
                  </c15:layout>
                </c:ext>
                <c:ext xmlns:c16="http://schemas.microsoft.com/office/drawing/2014/chart" uri="{C3380CC4-5D6E-409C-BE32-E72D297353CC}">
                  <c16:uniqueId val="{0000000A-C32D-487B-BC91-34BD5BAE547B}"/>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C32D-487B-BC91-34BD5BAE547B}"/>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C32D-487B-BC91-34BD5BAE547B}"/>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C32D-487B-BC91-34BD5BAE547B}"/>
                </c:ext>
              </c:extLst>
            </c:dLbl>
            <c:dLbl>
              <c:idx val="4"/>
              <c:spPr>
                <a:noFill/>
                <a:ln>
                  <a:noFill/>
                </a:ln>
                <a:effectLst/>
              </c:spPr>
              <c:txPr>
                <a:bodyPr rot="0" spcFirstLastPara="1" vertOverflow="ellipsis" vert="horz" wrap="square" lIns="38100" tIns="19050" rIns="38100" bIns="19050" anchor="ctr" anchorCtr="0">
                  <a:no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C32D-487B-BC91-34BD5BAE547B}"/>
                </c:ext>
              </c:extLst>
            </c:dLbl>
            <c:dLbl>
              <c:idx val="5"/>
              <c:spPr>
                <a:noFill/>
                <a:ln>
                  <a:noFill/>
                </a:ln>
                <a:effectLst/>
              </c:spPr>
              <c:txPr>
                <a:bodyPr rot="0" spcFirstLastPara="1" vertOverflow="ellipsis" vert="horz" wrap="square" lIns="38100" tIns="19050" rIns="38100" bIns="19050" anchor="ctr" anchorCtr="0">
                  <a:no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C32D-487B-BC91-34BD5BAE547B}"/>
                </c:ext>
              </c:extLst>
            </c:dLbl>
            <c:spPr>
              <a:noFill/>
              <a:ln>
                <a:noFill/>
              </a:ln>
              <a:effectLst/>
            </c:spPr>
            <c:txPr>
              <a:bodyPr rot="0" spcFirstLastPara="1" vertOverflow="ellipsis" vert="horz" wrap="square" lIns="38100" tIns="19050" rIns="38100" bIns="19050" anchor="ctr" anchorCtr="0">
                <a:sp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الإجمالي</c:v>
                </c:pt>
              </c:strCache>
            </c:strRef>
          </c:cat>
          <c:val>
            <c:numRef>
              <c:f>Sheet1!$C$2</c:f>
              <c:numCache>
                <c:formatCode>_(* #,##0_);_(* \(#,##0\);_(* "-"??_);_(@_)</c:formatCode>
                <c:ptCount val="1"/>
                <c:pt idx="0">
                  <c:v>4050000000.0299997</c:v>
                </c:pt>
              </c:numCache>
            </c:numRef>
          </c:val>
          <c:extLst>
            <c:ext xmlns:c16="http://schemas.microsoft.com/office/drawing/2014/chart" uri="{C3380CC4-5D6E-409C-BE32-E72D297353CC}">
              <c16:uniqueId val="{00000010-C32D-487B-BC91-34BD5BAE547B}"/>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b="1">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E2E5-4719-BBEF-F2E24CC75927}"/>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E2E5-4719-BBEF-F2E24CC75927}"/>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E2E5-4719-BBEF-F2E24CC75927}"/>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E2E5-4719-BBEF-F2E24CC75927}"/>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E2E5-4719-BBEF-F2E24CC75927}"/>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186877506341955"/>
                      <c:h val="0.15323830310984562"/>
                    </c:manualLayout>
                  </c15:layout>
                </c:ext>
                <c:ext xmlns:c16="http://schemas.microsoft.com/office/drawing/2014/chart" uri="{C3380CC4-5D6E-409C-BE32-E72D297353CC}">
                  <c16:uniqueId val="{00000005-E2E5-4719-BBEF-F2E24CC75927}"/>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E2E5-4719-BBEF-F2E24CC75927}"/>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7541230357682607"/>
                      <c:h val="0.12337348243995949"/>
                    </c:manualLayout>
                  </c15:layout>
                </c:ext>
                <c:ext xmlns:c16="http://schemas.microsoft.com/office/drawing/2014/chart" uri="{C3380CC4-5D6E-409C-BE32-E72D297353CC}">
                  <c16:uniqueId val="{00000007-E2E5-4719-BBEF-F2E24CC75927}"/>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7668803698586715"/>
                      <c:h val="0.12337348243995949"/>
                    </c:manualLayout>
                  </c15:layout>
                </c:ext>
                <c:ext xmlns:c16="http://schemas.microsoft.com/office/drawing/2014/chart" uri="{C3380CC4-5D6E-409C-BE32-E72D297353CC}">
                  <c16:uniqueId val="{00000008-E2E5-4719-BBEF-F2E24CC75927}"/>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33698904.559999995</c:v>
                </c:pt>
                <c:pt idx="1">
                  <c:v>9836293.05</c:v>
                </c:pt>
                <c:pt idx="2">
                  <c:v>25609460.23</c:v>
                </c:pt>
                <c:pt idx="3">
                  <c:v>83284790.61</c:v>
                </c:pt>
                <c:pt idx="4">
                  <c:v>42058613.78</c:v>
                </c:pt>
              </c:numCache>
            </c:numRef>
          </c:val>
          <c:extLst>
            <c:ext xmlns:c16="http://schemas.microsoft.com/office/drawing/2014/chart" uri="{C3380CC4-5D6E-409C-BE32-E72D297353CC}">
              <c16:uniqueId val="{00000009-E2E5-4719-BBEF-F2E24CC75927}"/>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F-E2E5-4719-BBEF-F2E24CC75927}"/>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E-E2E5-4719-BBEF-F2E24CC75927}"/>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D-E2E5-4719-BBEF-F2E24CC75927}"/>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C-E2E5-4719-BBEF-F2E24CC75927}"/>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10-E2E5-4719-BBEF-F2E24CC75927}"/>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B-E2E5-4719-BBEF-F2E24CC75927}"/>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10370583.68</c:v>
                </c:pt>
                <c:pt idx="1">
                  <c:v>29501207.800000004</c:v>
                </c:pt>
                <c:pt idx="2">
                  <c:v>44888053.81</c:v>
                </c:pt>
                <c:pt idx="3">
                  <c:v>91097976.65000002</c:v>
                </c:pt>
                <c:pt idx="4">
                  <c:v>63384343.059999995</c:v>
                </c:pt>
              </c:numCache>
            </c:numRef>
          </c:val>
          <c:extLst>
            <c:ext xmlns:c16="http://schemas.microsoft.com/office/drawing/2014/chart" uri="{C3380CC4-5D6E-409C-BE32-E72D297353CC}">
              <c16:uniqueId val="{0000000A-E2E5-4719-BBEF-F2E24CC75927}"/>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18E9-4EEC-9030-C778D16986C2}"/>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18E9-4EEC-9030-C778D16986C2}"/>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18E9-4EEC-9030-C778D16986C2}"/>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18E9-4EEC-9030-C778D16986C2}"/>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18E9-4EEC-9030-C778D16986C2}"/>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58454991397206757"/>
                      <c:h val="0.15323832912726634"/>
                    </c:manualLayout>
                  </c15:layout>
                </c:ext>
                <c:ext xmlns:c16="http://schemas.microsoft.com/office/drawing/2014/chart" uri="{C3380CC4-5D6E-409C-BE32-E72D297353CC}">
                  <c16:uniqueId val="{00000005-18E9-4EEC-9030-C778D16986C2}"/>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18E9-4EEC-9030-C778D16986C2}"/>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63350348692210234"/>
                      <c:h val="0.12337349001510693"/>
                    </c:manualLayout>
                  </c15:layout>
                </c:ext>
                <c:ext xmlns:c16="http://schemas.microsoft.com/office/drawing/2014/chart" uri="{C3380CC4-5D6E-409C-BE32-E72D297353CC}">
                  <c16:uniqueId val="{00000007-18E9-4EEC-9030-C778D16986C2}"/>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7668803698586715"/>
                      <c:h val="0.12337348243995949"/>
                    </c:manualLayout>
                  </c15:layout>
                </c:ext>
                <c:ext xmlns:c16="http://schemas.microsoft.com/office/drawing/2014/chart" uri="{C3380CC4-5D6E-409C-BE32-E72D297353CC}">
                  <c16:uniqueId val="{00000008-18E9-4EEC-9030-C778D16986C2}"/>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8008175.83</c:v>
                </c:pt>
                <c:pt idx="1">
                  <c:v>8951828.549999999</c:v>
                </c:pt>
                <c:pt idx="2">
                  <c:v>23017814.34</c:v>
                </c:pt>
                <c:pt idx="3">
                  <c:v>64664625.02000001</c:v>
                </c:pt>
                <c:pt idx="4">
                  <c:v>78006164.00999999</c:v>
                </c:pt>
              </c:numCache>
            </c:numRef>
          </c:val>
          <c:extLst>
            <c:ext xmlns:c16="http://schemas.microsoft.com/office/drawing/2014/chart" uri="{C3380CC4-5D6E-409C-BE32-E72D297353CC}">
              <c16:uniqueId val="{00000009-18E9-4EEC-9030-C778D16986C2}"/>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18E9-4EEC-9030-C778D16986C2}"/>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18E9-4EEC-9030-C778D16986C2}"/>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18E9-4EEC-9030-C778D16986C2}"/>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18E9-4EEC-9030-C778D16986C2}"/>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18E9-4EEC-9030-C778D16986C2}"/>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18E9-4EEC-9030-C778D16986C2}"/>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3113156.1100000003</c:v>
                </c:pt>
                <c:pt idx="1">
                  <c:v>26865316.43</c:v>
                </c:pt>
                <c:pt idx="2">
                  <c:v>39418777.06</c:v>
                </c:pt>
                <c:pt idx="3">
                  <c:v>73087705.87</c:v>
                </c:pt>
                <c:pt idx="4">
                  <c:v>495549226.08</c:v>
                </c:pt>
              </c:numCache>
            </c:numRef>
          </c:val>
          <c:extLst>
            <c:ext xmlns:c16="http://schemas.microsoft.com/office/drawing/2014/chart" uri="{C3380CC4-5D6E-409C-BE32-E72D297353CC}">
              <c16:uniqueId val="{00000010-18E9-4EEC-9030-C778D16986C2}"/>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4DEC-4540-8389-A91C72C5E6BD}"/>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4DEC-4540-8389-A91C72C5E6BD}"/>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4DEC-4540-8389-A91C72C5E6BD}"/>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4DEC-4540-8389-A91C72C5E6BD}"/>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4DEC-4540-8389-A91C72C5E6BD}"/>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342290593102841"/>
                      <c:h val="0.15323830310984562"/>
                    </c:manualLayout>
                  </c15:layout>
                </c:ext>
                <c:ext xmlns:c16="http://schemas.microsoft.com/office/drawing/2014/chart" uri="{C3380CC4-5D6E-409C-BE32-E72D297353CC}">
                  <c16:uniqueId val="{00000005-4DEC-4540-8389-A91C72C5E6BD}"/>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4DEC-4540-8389-A91C72C5E6BD}"/>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7541230357682607"/>
                      <c:h val="0.12337348243995949"/>
                    </c:manualLayout>
                  </c15:layout>
                </c:ext>
                <c:ext xmlns:c16="http://schemas.microsoft.com/office/drawing/2014/chart" uri="{C3380CC4-5D6E-409C-BE32-E72D297353CC}">
                  <c16:uniqueId val="{00000007-4DEC-4540-8389-A91C72C5E6BD}"/>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6967609220523832"/>
                      <c:h val="0.12337348243995949"/>
                    </c:manualLayout>
                  </c15:layout>
                </c:ext>
                <c:ext xmlns:c16="http://schemas.microsoft.com/office/drawing/2014/chart" uri="{C3380CC4-5D6E-409C-BE32-E72D297353CC}">
                  <c16:uniqueId val="{00000008-4DEC-4540-8389-A91C72C5E6BD}"/>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8675213.58</c:v>
                </c:pt>
                <c:pt idx="1">
                  <c:v>23105866.589999996</c:v>
                </c:pt>
                <c:pt idx="2">
                  <c:v>33306929.0</c:v>
                </c:pt>
                <c:pt idx="3">
                  <c:v>78404496.24</c:v>
                </c:pt>
                <c:pt idx="4">
                  <c:v>45487295.11</c:v>
                </c:pt>
              </c:numCache>
            </c:numRef>
          </c:val>
          <c:extLst>
            <c:ext xmlns:c16="http://schemas.microsoft.com/office/drawing/2014/chart" uri="{C3380CC4-5D6E-409C-BE32-E72D297353CC}">
              <c16:uniqueId val="{00000009-4DEC-4540-8389-A91C72C5E6BD}"/>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4DEC-4540-8389-A91C72C5E6BD}"/>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4DEC-4540-8389-A91C72C5E6BD}"/>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4DEC-4540-8389-A91C72C5E6BD}"/>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4DEC-4540-8389-A91C72C5E6BD}"/>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4DEC-4540-8389-A91C72C5E6BD}"/>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4DEC-4540-8389-A91C72C5E6BD}"/>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8524595.42</c:v>
                </c:pt>
                <c:pt idx="1">
                  <c:v>34427181.46</c:v>
                </c:pt>
                <c:pt idx="2">
                  <c:v>50463196.19</c:v>
                </c:pt>
                <c:pt idx="3">
                  <c:v>96839259.07000001</c:v>
                </c:pt>
                <c:pt idx="4">
                  <c:v>229687321.85</c:v>
                </c:pt>
              </c:numCache>
            </c:numRef>
          </c:val>
          <c:extLst>
            <c:ext xmlns:c16="http://schemas.microsoft.com/office/drawing/2014/chart" uri="{C3380CC4-5D6E-409C-BE32-E72D297353CC}">
              <c16:uniqueId val="{00000010-4DEC-4540-8389-A91C72C5E6BD}"/>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AB9D-4FD6-A3CA-37D1686624E4}"/>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AB9D-4FD6-A3CA-37D1686624E4}"/>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AB9D-4FD6-A3CA-37D1686624E4}"/>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AB9D-4FD6-A3CA-37D1686624E4}"/>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AB9D-4FD6-A3CA-37D1686624E4}"/>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7308233100050523"/>
                      <c:h val="0.15323830310984562"/>
                    </c:manualLayout>
                  </c15:layout>
                </c:ext>
                <c:ext xmlns:c16="http://schemas.microsoft.com/office/drawing/2014/chart" uri="{C3380CC4-5D6E-409C-BE32-E72D297353CC}">
                  <c16:uniqueId val="{00000005-AB9D-4FD6-A3CA-37D1686624E4}"/>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AB9D-4FD6-A3CA-37D1686624E4}"/>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7541230357682607"/>
                      <c:h val="0.12337348243995949"/>
                    </c:manualLayout>
                  </c15:layout>
                </c:ext>
                <c:ext xmlns:c16="http://schemas.microsoft.com/office/drawing/2014/chart" uri="{C3380CC4-5D6E-409C-BE32-E72D297353CC}">
                  <c16:uniqueId val="{00000007-AB9D-4FD6-A3CA-37D1686624E4}"/>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2305216617697272"/>
                      <c:h val="0.12337348243995949"/>
                    </c:manualLayout>
                  </c15:layout>
                </c:ext>
                <c:ext xmlns:c16="http://schemas.microsoft.com/office/drawing/2014/chart" uri="{C3380CC4-5D6E-409C-BE32-E72D297353CC}">
                  <c16:uniqueId val="{00000008-AB9D-4FD6-A3CA-37D1686624E4}"/>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193343076.23</c:v>
                </c:pt>
                <c:pt idx="1">
                  <c:v>209094919.82</c:v>
                </c:pt>
                <c:pt idx="2">
                  <c:v>638994901.72</c:v>
                </c:pt>
                <c:pt idx="3">
                  <c:v>893640140.0200001</c:v>
                </c:pt>
                <c:pt idx="4">
                  <c:v>1052146902.93</c:v>
                </c:pt>
              </c:numCache>
            </c:numRef>
          </c:val>
          <c:extLst>
            <c:ext xmlns:c16="http://schemas.microsoft.com/office/drawing/2014/chart" uri="{C3380CC4-5D6E-409C-BE32-E72D297353CC}">
              <c16:uniqueId val="{00000009-AB9D-4FD6-A3CA-37D1686624E4}"/>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AB9D-4FD6-A3CA-37D1686624E4}"/>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AB9D-4FD6-A3CA-37D1686624E4}"/>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AB9D-4FD6-A3CA-37D1686624E4}"/>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AB9D-4FD6-A3CA-37D1686624E4}"/>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AB9D-4FD6-A3CA-37D1686624E4}"/>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AB9D-4FD6-A3CA-37D1686624E4}"/>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83216589.45</c:v>
                </c:pt>
                <c:pt idx="1">
                  <c:v>308355656.8</c:v>
                </c:pt>
                <c:pt idx="2">
                  <c:v>426733084.53999996</c:v>
                </c:pt>
                <c:pt idx="3">
                  <c:v>895660932.61</c:v>
                </c:pt>
                <c:pt idx="4">
                  <c:v>1038815836.0899998</c:v>
                </c:pt>
              </c:numCache>
            </c:numRef>
          </c:val>
          <c:extLst>
            <c:ext xmlns:c16="http://schemas.microsoft.com/office/drawing/2014/chart" uri="{C3380CC4-5D6E-409C-BE32-E72D297353CC}">
              <c16:uniqueId val="{00000010-AB9D-4FD6-A3CA-37D1686624E4}"/>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 محصل 2026 </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C4C3-42A4-B555-5030D936D8C8}"/>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C4C3-42A4-B555-5030D936D8C8}"/>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C4C3-42A4-B555-5030D936D8C8}"/>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C4C3-42A4-B555-5030D936D8C8}"/>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C4C3-42A4-B555-5030D936D8C8}"/>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2645840497223975"/>
                      <c:h val="0.15323830310984562"/>
                    </c:manualLayout>
                  </c15:layout>
                </c:ext>
                <c:ext xmlns:c16="http://schemas.microsoft.com/office/drawing/2014/chart" uri="{C3380CC4-5D6E-409C-BE32-E72D297353CC}">
                  <c16:uniqueId val="{00000005-C4C3-42A4-B555-5030D936D8C8}"/>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C4C3-42A4-B555-5030D936D8C8}"/>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2878837754856047"/>
                      <c:h val="0.12337348243995949"/>
                    </c:manualLayout>
                  </c15:layout>
                </c:ext>
                <c:ext xmlns:c16="http://schemas.microsoft.com/office/drawing/2014/chart" uri="{C3380CC4-5D6E-409C-BE32-E72D297353CC}">
                  <c16:uniqueId val="{00000007-C4C3-42A4-B555-5030D936D8C8}"/>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2980431412044142"/>
                      <c:h val="0.12337348243995949"/>
                    </c:manualLayout>
                  </c15:layout>
                </c:ext>
                <c:ext xmlns:c16="http://schemas.microsoft.com/office/drawing/2014/chart" uri="{C3380CC4-5D6E-409C-BE32-E72D297353CC}">
                  <c16:uniqueId val="{00000008-C4C3-42A4-B555-5030D936D8C8}"/>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243725370.2</c:v>
                </c:pt>
                <c:pt idx="1">
                  <c:v>250988908.01</c:v>
                </c:pt>
                <c:pt idx="2">
                  <c:v>720929105.2900001</c:v>
                </c:pt>
                <c:pt idx="3">
                  <c:v>1119994051.89</c:v>
                </c:pt>
                <c:pt idx="4">
                  <c:v>1217698975.83</c:v>
                </c:pt>
              </c:numCache>
            </c:numRef>
          </c:val>
          <c:extLst>
            <c:ext xmlns:c16="http://schemas.microsoft.com/office/drawing/2014/chart" uri="{C3380CC4-5D6E-409C-BE32-E72D297353CC}">
              <c16:uniqueId val="{00000009-C4C3-42A4-B555-5030D936D8C8}"/>
            </c:ext>
          </c:extLst>
        </c:ser>
        <c:ser>
          <c:idx val="1"/>
          <c:order val="1"/>
          <c:tx>
            <c:strRef>
              <c:f>Sheet1!$C$1</c:f>
              <c:strCache>
                <c:ptCount val="1"/>
                <c:pt idx="0">
                  <c:v> مستهدف 2026 </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C4C3-42A4-B555-5030D936D8C8}"/>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C4C3-42A4-B555-5030D936D8C8}"/>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C4C3-42A4-B555-5030D936D8C8}"/>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C4C3-42A4-B555-5030D936D8C8}"/>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C4C3-42A4-B555-5030D936D8C8}"/>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C4C3-42A4-B555-5030D936D8C8}"/>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105224924.66</c:v>
                </c:pt>
                <c:pt idx="1">
                  <c:v>399149362.49</c:v>
                </c:pt>
                <c:pt idx="2">
                  <c:v>561503111.5999999</c:v>
                </c:pt>
                <c:pt idx="3">
                  <c:v>1156685874.2</c:v>
                </c:pt>
                <c:pt idx="4">
                  <c:v>1827436727.0799997</c:v>
                </c:pt>
              </c:numCache>
            </c:numRef>
          </c:val>
          <c:extLst>
            <c:ext xmlns:c16="http://schemas.microsoft.com/office/drawing/2014/chart" uri="{C3380CC4-5D6E-409C-BE32-E72D297353CC}">
              <c16:uniqueId val="{00000010-C4C3-42A4-B555-5030D936D8C8}"/>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 محصل 2026 </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C32D-487B-BC91-34BD5BAE547B}"/>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C32D-487B-BC91-34BD5BAE547B}"/>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C32D-487B-BC91-34BD5BAE547B}"/>
              </c:ext>
            </c:extLst>
          </c:dPt>
          <c:dLbls>
            <c:dLbl>
              <c:idx val="0"/>
              <c:layout>
                <c:manualLayout>
                  <c:x val="-0.12360543107641475"/>
                  <c:y val="8.9044907744338375E-3"/>
                </c:manualLayout>
              </c:layout>
              <c:tx>
                <c:rich>
                  <a:bodyPr/>
                  <a:lstStyle/>
                  <a:p>
                    <a:fld id="{A83CA122-3913-4793-9BF8-DB1D35589AFF}" type="VALUE">
                      <a:rPr lang="en-US" sz="2400"/>
                      <a:pPr/>
                      <a:t>[VALUE]</a:t>
                    </a:fld>
                    <a:endParaRPr lang="ar-SA"/>
                  </a:p>
                </c:rich>
              </c:tx>
              <c:dLblPos val="outEnd"/>
              <c:showLegendKey val="0"/>
              <c:showVal val="1"/>
              <c:showCatName val="0"/>
              <c:showSerName val="0"/>
              <c:showPercent val="0"/>
              <c:showBubbleSize val="0"/>
              <c:extLst>
                <c:ext xmlns:c15="http://schemas.microsoft.com/office/drawing/2012/chart" uri="{CE6537A1-D6FC-4f65-9D91-7224C49458BB}">
                  <c15:layout>
                    <c:manualLayout>
                      <c:w val="0.87639456892358525"/>
                      <c:h val="0.22162411263576454"/>
                    </c:manualLayout>
                  </c15:layout>
                  <c15:dlblFieldTable/>
                  <c15:showDataLabelsRange val="0"/>
                </c:ext>
                <c:ext xmlns:c16="http://schemas.microsoft.com/office/drawing/2014/chart" uri="{C3380CC4-5D6E-409C-BE32-E72D297353CC}">
                  <c16:uniqueId val="{00000001-C32D-487B-BC91-34BD5BAE547B}"/>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C32D-487B-BC91-34BD5BAE547B}"/>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58454991397206757"/>
                      <c:h val="0.15323832912726634"/>
                    </c:manualLayout>
                  </c15:layout>
                </c:ext>
                <c:ext xmlns:c16="http://schemas.microsoft.com/office/drawing/2014/chart" uri="{C3380CC4-5D6E-409C-BE32-E72D297353CC}">
                  <c16:uniqueId val="{00000005-C32D-487B-BC91-34BD5BAE547B}"/>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C32D-487B-BC91-34BD5BAE547B}"/>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63350348692210234"/>
                      <c:h val="0.12337349001510693"/>
                    </c:manualLayout>
                  </c15:layout>
                </c:ext>
                <c:ext xmlns:c16="http://schemas.microsoft.com/office/drawing/2014/chart" uri="{C3380CC4-5D6E-409C-BE32-E72D297353CC}">
                  <c16:uniqueId val="{00000007-C32D-487B-BC91-34BD5BAE547B}"/>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2980431412044142"/>
                      <c:h val="0.12337348243995949"/>
                    </c:manualLayout>
                  </c15:layout>
                </c:ext>
                <c:ext xmlns:c16="http://schemas.microsoft.com/office/drawing/2014/chart" uri="{C3380CC4-5D6E-409C-BE32-E72D297353CC}">
                  <c16:uniqueId val="{00000008-C32D-487B-BC91-34BD5BAE547B}"/>
                </c:ext>
              </c:extLst>
            </c:dLbl>
            <c:spPr>
              <a:noFill/>
              <a:ln>
                <a:noFill/>
              </a:ln>
              <a:effectLst/>
            </c:spPr>
            <c:txPr>
              <a:bodyPr rot="0" spcFirstLastPara="1" vertOverflow="ellipsis" vert="horz" wrap="square" anchor="ctr" anchorCtr="0"/>
              <a:lstStyle/>
              <a:p>
                <a:pPr algn="l">
                  <a:defRPr sz="12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الإجمالي</c:v>
                </c:pt>
              </c:strCache>
            </c:strRef>
          </c:cat>
          <c:val>
            <c:numRef>
              <c:f>Sheet1!$B$2</c:f>
              <c:numCache>
                <c:formatCode>_(* #,##0_);_(* \(#,##0\);_(* "-"??_);_(@_)</c:formatCode>
                <c:ptCount val="1"/>
                <c:pt idx="0">
                  <c:v>3553336411.2200003</c:v>
                </c:pt>
              </c:numCache>
            </c:numRef>
          </c:val>
          <c:extLst>
            <c:ext xmlns:c16="http://schemas.microsoft.com/office/drawing/2014/chart" uri="{C3380CC4-5D6E-409C-BE32-E72D297353CC}">
              <c16:uniqueId val="{00000009-C32D-487B-BC91-34BD5BAE547B}"/>
            </c:ext>
          </c:extLst>
        </c:ser>
        <c:ser>
          <c:idx val="1"/>
          <c:order val="1"/>
          <c:tx>
            <c:strRef>
              <c:f>Sheet1!$C$1</c:f>
              <c:strCache>
                <c:ptCount val="1"/>
                <c:pt idx="0">
                  <c:v> مستهدف 2026 </c:v>
                </c:pt>
              </c:strCache>
            </c:strRef>
          </c:tx>
          <c:spPr>
            <a:solidFill>
              <a:schemeClr val="accent5">
                <a:lumMod val="20000"/>
                <a:lumOff val="80000"/>
              </a:schemeClr>
            </a:solidFill>
            <a:ln>
              <a:noFill/>
            </a:ln>
            <a:effectLst/>
          </c:spPr>
          <c:invertIfNegative val="0"/>
          <c:dLbls>
            <c:dLbl>
              <c:idx val="0"/>
              <c:layout>
                <c:manualLayout>
                  <c:x val="-0.1854486926937525"/>
                  <c:y val="0"/>
                </c:manualLayout>
              </c:layout>
              <c:spPr>
                <a:noFill/>
                <a:ln>
                  <a:noFill/>
                </a:ln>
                <a:effectLst/>
              </c:spPr>
              <c:txPr>
                <a:bodyPr rot="0" spcFirstLastPara="1" vertOverflow="ellipsis" vert="horz" wrap="square" lIns="38100" tIns="19050" rIns="38100" bIns="19050" anchor="ctr" anchorCtr="0">
                  <a:no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outEnd"/>
              <c:showLegendKey val="0"/>
              <c:showVal val="1"/>
              <c:showCatName val="0"/>
              <c:showSerName val="0"/>
              <c:showPercent val="0"/>
              <c:showBubbleSize val="0"/>
              <c:extLst>
                <c:ext xmlns:c15="http://schemas.microsoft.com/office/drawing/2012/chart" uri="{CE6537A1-D6FC-4f65-9D91-7224C49458BB}">
                  <c15:layout>
                    <c:manualLayout>
                      <c:w val="0.80690908023771346"/>
                      <c:h val="0.29062434683193028"/>
                    </c:manualLayout>
                  </c15:layout>
                </c:ext>
                <c:ext xmlns:c16="http://schemas.microsoft.com/office/drawing/2014/chart" uri="{C3380CC4-5D6E-409C-BE32-E72D297353CC}">
                  <c16:uniqueId val="{0000000A-C32D-487B-BC91-34BD5BAE547B}"/>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C32D-487B-BC91-34BD5BAE547B}"/>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C32D-487B-BC91-34BD5BAE547B}"/>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C32D-487B-BC91-34BD5BAE547B}"/>
                </c:ext>
              </c:extLst>
            </c:dLbl>
            <c:dLbl>
              <c:idx val="4"/>
              <c:spPr>
                <a:noFill/>
                <a:ln>
                  <a:noFill/>
                </a:ln>
                <a:effectLst/>
              </c:spPr>
              <c:txPr>
                <a:bodyPr rot="0" spcFirstLastPara="1" vertOverflow="ellipsis" vert="horz" wrap="square" lIns="38100" tIns="19050" rIns="38100" bIns="19050" anchor="ctr" anchorCtr="0">
                  <a:no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C32D-487B-BC91-34BD5BAE547B}"/>
                </c:ext>
              </c:extLst>
            </c:dLbl>
            <c:dLbl>
              <c:idx val="5"/>
              <c:spPr>
                <a:noFill/>
                <a:ln>
                  <a:noFill/>
                </a:ln>
                <a:effectLst/>
              </c:spPr>
              <c:txPr>
                <a:bodyPr rot="0" spcFirstLastPara="1" vertOverflow="ellipsis" vert="horz" wrap="square" lIns="38100" tIns="19050" rIns="38100" bIns="19050" anchor="ctr" anchorCtr="0">
                  <a:no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C32D-487B-BC91-34BD5BAE547B}"/>
                </c:ext>
              </c:extLst>
            </c:dLbl>
            <c:spPr>
              <a:noFill/>
              <a:ln>
                <a:noFill/>
              </a:ln>
              <a:effectLst/>
            </c:spPr>
            <c:txPr>
              <a:bodyPr rot="0" spcFirstLastPara="1" vertOverflow="ellipsis" vert="horz" wrap="square" lIns="38100" tIns="19050" rIns="38100" bIns="19050" anchor="ctr" anchorCtr="0">
                <a:sp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الإجمالي</c:v>
                </c:pt>
              </c:strCache>
            </c:strRef>
          </c:cat>
          <c:val>
            <c:numRef>
              <c:f>Sheet1!$C$2</c:f>
              <c:numCache>
                <c:formatCode>_(* #,##0_);_(* \(#,##0\);_(* "-"??_);_(@_)</c:formatCode>
                <c:ptCount val="1"/>
                <c:pt idx="0">
                  <c:v>4050000000.0299997</c:v>
                </c:pt>
              </c:numCache>
            </c:numRef>
          </c:val>
          <c:extLst>
            <c:ext xmlns:c16="http://schemas.microsoft.com/office/drawing/2014/chart" uri="{C3380CC4-5D6E-409C-BE32-E72D297353CC}">
              <c16:uniqueId val="{00000010-C32D-487B-BC91-34BD5BAE547B}"/>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b="1">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808652F-9F44-28B5-F89C-ACBA484C95B5}"/>
              </a:ext>
            </a:extLst>
          </p:cNvPr>
          <p:cNvSpPr>
            <a:spLocks noGrp="1"/>
          </p:cNvSpPr>
          <p:nvPr>
            <p:ph type="hdr" sz="quarter"/>
          </p:nvPr>
        </p:nvSpPr>
        <p:spPr>
          <a:xfrm>
            <a:off x="0" y="0"/>
            <a:ext cx="3037840" cy="466434"/>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E7D67839-0D8B-D7D5-0486-B8260FC5FCCE}"/>
              </a:ext>
            </a:extLst>
          </p:cNvPr>
          <p:cNvSpPr>
            <a:spLocks noGrp="1"/>
          </p:cNvSpPr>
          <p:nvPr>
            <p:ph type="dt" sz="quarter" idx="1"/>
          </p:nvPr>
        </p:nvSpPr>
        <p:spPr>
          <a:xfrm>
            <a:off x="3970939" y="0"/>
            <a:ext cx="3037840" cy="466434"/>
          </a:xfrm>
          <a:prstGeom prst="rect">
            <a:avLst/>
          </a:prstGeom>
        </p:spPr>
        <p:txBody>
          <a:bodyPr vert="horz" lIns="91440" tIns="45720" rIns="91440" bIns="45720" rtlCol="0"/>
          <a:lstStyle>
            <a:lvl1pPr algn="r">
              <a:defRPr sz="1200"/>
            </a:lvl1pPr>
          </a:lstStyle>
          <a:p>
            <a:fld id="{907E4247-4E69-4C8F-BCAF-268C6D049FC1}" type="datetimeFigureOut">
              <a:rPr lang="en-US" smtClean="0"/>
              <a:t>10/19/2026</a:t>
            </a:fld>
            <a:endParaRPr lang="en-US"/>
          </a:p>
        </p:txBody>
      </p:sp>
      <p:sp>
        <p:nvSpPr>
          <p:cNvPr id="4" name="Footer Placeholder 3">
            <a:extLst>
              <a:ext uri="{FF2B5EF4-FFF2-40B4-BE49-F238E27FC236}">
                <a16:creationId xmlns:a16="http://schemas.microsoft.com/office/drawing/2014/main" id="{2B4B98B1-A325-AC61-0CC9-3926903BD86D}"/>
              </a:ext>
            </a:extLst>
          </p:cNvPr>
          <p:cNvSpPr>
            <a:spLocks noGrp="1"/>
          </p:cNvSpPr>
          <p:nvPr>
            <p:ph type="ftr" sz="quarter" idx="2"/>
          </p:nvPr>
        </p:nvSpPr>
        <p:spPr>
          <a:xfrm>
            <a:off x="0" y="8829967"/>
            <a:ext cx="3037840" cy="466433"/>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960B90C-748F-4DEA-E396-C47CA6732758}"/>
              </a:ext>
            </a:extLst>
          </p:cNvPr>
          <p:cNvSpPr>
            <a:spLocks noGrp="1"/>
          </p:cNvSpPr>
          <p:nvPr>
            <p:ph type="sldNum" sz="quarter" idx="3"/>
          </p:nvPr>
        </p:nvSpPr>
        <p:spPr>
          <a:xfrm>
            <a:off x="3970939" y="8829967"/>
            <a:ext cx="3037840" cy="466433"/>
          </a:xfrm>
          <a:prstGeom prst="rect">
            <a:avLst/>
          </a:prstGeom>
        </p:spPr>
        <p:txBody>
          <a:bodyPr vert="horz" lIns="91440" tIns="45720" rIns="91440" bIns="45720" rtlCol="0" anchor="b"/>
          <a:lstStyle>
            <a:lvl1pPr algn="r">
              <a:defRPr sz="1200"/>
            </a:lvl1pPr>
          </a:lstStyle>
          <a:p>
            <a:fld id="{460175DA-BA9B-44CB-A019-967114970605}" type="slidenum">
              <a:rPr lang="en-US" smtClean="0"/>
              <a:t>‹#›</a:t>
            </a:fld>
            <a:endParaRPr lang="en-US"/>
          </a:p>
        </p:txBody>
      </p:sp>
    </p:spTree>
    <p:extLst>
      <p:ext uri="{BB962C8B-B14F-4D97-AF65-F5344CB8AC3E}">
        <p14:creationId xmlns:p14="http://schemas.microsoft.com/office/powerpoint/2010/main" val="369333881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037840" cy="46482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970939" y="0"/>
            <a:ext cx="3037840" cy="46482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701040" y="4415790"/>
            <a:ext cx="5608320" cy="418338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829967"/>
            <a:ext cx="3037840" cy="46482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970939" y="8829967"/>
            <a:ext cx="3037840" cy="46482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A3DDCC-CA86-82E9-E22C-32744DBA64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DDCAAF-B1AC-37FF-29D9-BE7CDA6104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7D3593-3140-8470-D204-589F37D41858}"/>
              </a:ext>
            </a:extLst>
          </p:cNvPr>
          <p:cNvSpPr>
            <a:spLocks noGrp="1"/>
          </p:cNvSpPr>
          <p:nvPr>
            <p:ph type="body" idx="1"/>
          </p:nvPr>
        </p:nvSpPr>
        <p:spPr/>
        <p:txBody>
          <a:bodyPr/>
          <a:lstStyle/>
          <a:p>
            <a:r>
              <a:rPr lang="ar-SA"/>
              <a:t>معتمد</a:t>
            </a:r>
            <a:endParaRPr lang="en-LB"/>
          </a:p>
        </p:txBody>
      </p:sp>
    </p:spTree>
    <p:extLst>
      <p:ext uri="{BB962C8B-B14F-4D97-AF65-F5344CB8AC3E}">
        <p14:creationId xmlns:p14="http://schemas.microsoft.com/office/powerpoint/2010/main" val="40568434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A3DDCC-CA86-82E9-E22C-32744DBA64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DDCAAF-B1AC-37FF-29D9-BE7CDA6104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7D3593-3140-8470-D204-589F37D41858}"/>
              </a:ext>
            </a:extLst>
          </p:cNvPr>
          <p:cNvSpPr>
            <a:spLocks noGrp="1"/>
          </p:cNvSpPr>
          <p:nvPr>
            <p:ph type="body" idx="1"/>
          </p:nvPr>
        </p:nvSpPr>
        <p:spPr/>
        <p:txBody>
          <a:bodyPr/>
          <a:lstStyle/>
          <a:p>
            <a:r>
              <a:rPr lang="ar-SA"/>
              <a:t>معتمد</a:t>
            </a:r>
            <a:endParaRPr lang="en-LB"/>
          </a:p>
        </p:txBody>
      </p:sp>
    </p:spTree>
    <p:extLst>
      <p:ext uri="{BB962C8B-B14F-4D97-AF65-F5344CB8AC3E}">
        <p14:creationId xmlns:p14="http://schemas.microsoft.com/office/powerpoint/2010/main" val="16507497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2.xml"/><Relationship Id="rId1" Type="http://schemas.openxmlformats.org/officeDocument/2006/relationships/tags" Target="../tags/tag2.xml"/><Relationship Id="rId4" Type="http://schemas.openxmlformats.org/officeDocument/2006/relationships/image" Target="../media/image5.emf"/></Relationships>
</file>

<file path=ppt/slideLayouts/_rels/slideLayout16.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2.xml"/><Relationship Id="rId1" Type="http://schemas.openxmlformats.org/officeDocument/2006/relationships/tags" Target="../tags/tag3.xml"/><Relationship Id="rId4" Type="http://schemas.openxmlformats.org/officeDocument/2006/relationships/image" Target="../media/image5.emf"/></Relationships>
</file>

<file path=ppt/slideLayouts/_rels/slideLayout17.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Master" Target="../slideMasters/slideMaster2.xml"/><Relationship Id="rId1" Type="http://schemas.openxmlformats.org/officeDocument/2006/relationships/tags" Target="../tags/tag4.xml"/><Relationship Id="rId4" Type="http://schemas.openxmlformats.org/officeDocument/2006/relationships/image" Target="../media/image5.emf"/></Relationships>
</file>

<file path=ppt/slideLayouts/_rels/slideLayout18.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2.xml"/><Relationship Id="rId1" Type="http://schemas.openxmlformats.org/officeDocument/2006/relationships/tags" Target="../tags/tag5.xml"/><Relationship Id="rId4" Type="http://schemas.openxmlformats.org/officeDocument/2006/relationships/image" Target="../media/image5.emf"/></Relationships>
</file>

<file path=ppt/slideLayouts/_rels/slideLayout19.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2.xml"/><Relationship Id="rId1" Type="http://schemas.openxmlformats.org/officeDocument/2006/relationships/tags" Target="../tags/tag6.xml"/><Relationship Id="rId4" Type="http://schemas.openxmlformats.org/officeDocument/2006/relationships/image" Target="../media/image5.emf"/></Relationships>
</file>

<file path=ppt/slideLayouts/_rels/slideLayout20.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8.xml"/><Relationship Id="rId1" Type="http://schemas.openxmlformats.org/officeDocument/2006/relationships/tags" Target="../tags/tag7.xml"/><Relationship Id="rId6" Type="http://schemas.openxmlformats.org/officeDocument/2006/relationships/chart" Target="../charts/chart1.xml"/><Relationship Id="rId5" Type="http://schemas.openxmlformats.org/officeDocument/2006/relationships/image" Target="../media/image5.emf"/><Relationship Id="rId4" Type="http://schemas.openxmlformats.org/officeDocument/2006/relationships/oleObject" Target="../embeddings/oleObject7.bin"/></Relationships>
</file>

<file path=ppt/slideLayouts/_rels/slideLayout21.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2.xml"/><Relationship Id="rId1" Type="http://schemas.openxmlformats.org/officeDocument/2006/relationships/tags" Target="../tags/tag9.xml"/><Relationship Id="rId4" Type="http://schemas.openxmlformats.org/officeDocument/2006/relationships/image" Target="../media/image5.emf"/></Relationships>
</file>

<file path=ppt/slideLayouts/_rels/slideLayout22.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2.xml"/><Relationship Id="rId1" Type="http://schemas.openxmlformats.org/officeDocument/2006/relationships/tags" Target="../tags/tag10.xml"/><Relationship Id="rId4" Type="http://schemas.openxmlformats.org/officeDocument/2006/relationships/image" Target="../media/image5.emf"/></Relationships>
</file>

<file path=ppt/slideLayouts/_rels/slideLayout23.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Master" Target="../slideMasters/slideMaster2.xml"/><Relationship Id="rId1" Type="http://schemas.openxmlformats.org/officeDocument/2006/relationships/tags" Target="../tags/tag11.xml"/><Relationship Id="rId4" Type="http://schemas.openxmlformats.org/officeDocument/2006/relationships/image" Target="../media/image5.emf"/></Relationships>
</file>

<file path=ppt/slideLayouts/_rels/slideLayout24.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Master" Target="../slideMasters/slideMaster2.xml"/><Relationship Id="rId1" Type="http://schemas.openxmlformats.org/officeDocument/2006/relationships/tags" Target="../tags/tag12.xml"/><Relationship Id="rId4" Type="http://schemas.openxmlformats.org/officeDocument/2006/relationships/image" Target="../media/image5.emf"/></Relationships>
</file>

<file path=ppt/slideLayouts/_rels/slideLayout25.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slideMaster" Target="../slideMasters/slideMaster2.xml"/><Relationship Id="rId7" Type="http://schemas.openxmlformats.org/officeDocument/2006/relationships/image" Target="../media/image8.svg"/><Relationship Id="rId2" Type="http://schemas.openxmlformats.org/officeDocument/2006/relationships/tags" Target="../tags/tag14.xml"/><Relationship Id="rId1" Type="http://schemas.openxmlformats.org/officeDocument/2006/relationships/tags" Target="../tags/tag13.xml"/><Relationship Id="rId6" Type="http://schemas.openxmlformats.org/officeDocument/2006/relationships/image" Target="../media/image7.jpeg"/><Relationship Id="rId5" Type="http://schemas.openxmlformats.org/officeDocument/2006/relationships/image" Target="../media/image6.emf"/><Relationship Id="rId4" Type="http://schemas.openxmlformats.org/officeDocument/2006/relationships/oleObject" Target="../embeddings/oleObject12.bin"/></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048000" y="2244726"/>
            <a:ext cx="18288000" cy="4775200"/>
          </a:xfrm>
        </p:spPr>
        <p:txBody>
          <a:bodyPr anchor="b"/>
          <a:lstStyle>
            <a:lvl1pPr algn="ctr">
              <a:defRPr sz="12000"/>
            </a:lvl1pPr>
          </a:lstStyle>
          <a:p>
            <a:r>
              <a:rPr lang="en-US"/>
              <a:t>Click to edit Master title style</a:t>
            </a:r>
          </a:p>
        </p:txBody>
      </p:sp>
      <p:sp>
        <p:nvSpPr>
          <p:cNvPr id="3" name="Subtitle 2"/>
          <p:cNvSpPr>
            <a:spLocks noGrp="1"/>
          </p:cNvSpPr>
          <p:nvPr>
            <p:ph type="subTitle" idx="1"/>
          </p:nvPr>
        </p:nvSpPr>
        <p:spPr>
          <a:xfrm>
            <a:off x="3048000" y="7204076"/>
            <a:ext cx="18288000" cy="3311524"/>
          </a:xfrm>
        </p:spPr>
        <p:txBody>
          <a:bodyPr/>
          <a:lstStyle>
            <a:lvl1pPr marL="0" indent="0" algn="ctr">
              <a:buNone/>
              <a:defRPr sz="4800"/>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Click to edit Master subtitle style</a:t>
            </a:r>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1070286264"/>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729367565"/>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63700" y="3419477"/>
            <a:ext cx="21031200" cy="5705474"/>
          </a:xfrm>
        </p:spPr>
        <p:txBody>
          <a:bodyPr anchor="b"/>
          <a:lstStyle>
            <a:lvl1pPr>
              <a:defRPr sz="12000"/>
            </a:lvl1pPr>
          </a:lstStyle>
          <a:p>
            <a:r>
              <a:rPr lang="en-US"/>
              <a:t>Click to edit Master title style</a:t>
            </a:r>
          </a:p>
        </p:txBody>
      </p:sp>
      <p:sp>
        <p:nvSpPr>
          <p:cNvPr id="3" name="Text Placeholder 2"/>
          <p:cNvSpPr>
            <a:spLocks noGrp="1"/>
          </p:cNvSpPr>
          <p:nvPr>
            <p:ph type="body" idx="1"/>
          </p:nvPr>
        </p:nvSpPr>
        <p:spPr>
          <a:xfrm>
            <a:off x="1663700" y="9178927"/>
            <a:ext cx="21031200" cy="3000374"/>
          </a:xfrm>
        </p:spPr>
        <p:txBody>
          <a:bodyPr/>
          <a:lstStyle>
            <a:lvl1pPr marL="0" indent="0">
              <a:buNone/>
              <a:defRPr sz="4800">
                <a:solidFill>
                  <a:schemeClr val="tx1">
                    <a:tint val="75000"/>
                  </a:schemeClr>
                </a:solidFill>
              </a:defRPr>
            </a:lvl1pPr>
            <a:lvl2pPr marL="914400" indent="0">
              <a:buNone/>
              <a:defRPr sz="4000">
                <a:solidFill>
                  <a:schemeClr val="tx1">
                    <a:tint val="75000"/>
                  </a:schemeClr>
                </a:solidFill>
              </a:defRPr>
            </a:lvl2pPr>
            <a:lvl3pPr marL="1828800" indent="0">
              <a:buNone/>
              <a:defRPr sz="3600">
                <a:solidFill>
                  <a:schemeClr val="tx1">
                    <a:tint val="75000"/>
                  </a:schemeClr>
                </a:solidFill>
              </a:defRPr>
            </a:lvl3pPr>
            <a:lvl4pPr marL="2743200" indent="0">
              <a:buNone/>
              <a:defRPr sz="3200">
                <a:solidFill>
                  <a:schemeClr val="tx1">
                    <a:tint val="75000"/>
                  </a:schemeClr>
                </a:solidFill>
              </a:defRPr>
            </a:lvl4pPr>
            <a:lvl5pPr marL="3657600" indent="0">
              <a:buNone/>
              <a:defRPr sz="3200">
                <a:solidFill>
                  <a:schemeClr val="tx1">
                    <a:tint val="75000"/>
                  </a:schemeClr>
                </a:solidFill>
              </a:defRPr>
            </a:lvl5pPr>
            <a:lvl6pPr marL="4572000" indent="0">
              <a:buNone/>
              <a:defRPr sz="3200">
                <a:solidFill>
                  <a:schemeClr val="tx1">
                    <a:tint val="75000"/>
                  </a:schemeClr>
                </a:solidFill>
              </a:defRPr>
            </a:lvl6pPr>
            <a:lvl7pPr marL="5486400" indent="0">
              <a:buNone/>
              <a:defRPr sz="3200">
                <a:solidFill>
                  <a:schemeClr val="tx1">
                    <a:tint val="75000"/>
                  </a:schemeClr>
                </a:solidFill>
              </a:defRPr>
            </a:lvl7pPr>
            <a:lvl8pPr marL="6400800" indent="0">
              <a:buNone/>
              <a:defRPr sz="3200">
                <a:solidFill>
                  <a:schemeClr val="tx1">
                    <a:tint val="75000"/>
                  </a:schemeClr>
                </a:solidFill>
              </a:defRPr>
            </a:lvl8pPr>
            <a:lvl9pPr marL="7315200" indent="0">
              <a:buNone/>
              <a:defRPr sz="3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3596386027"/>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676400" y="3651250"/>
            <a:ext cx="10363200"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12344400" y="3651250"/>
            <a:ext cx="10363200"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C764DE79-268F-4C1A-8933-263129D2AF90}" type="datetimeFigureOut">
              <a:rPr lang="en-US" dirty="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849210506"/>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679576" y="730251"/>
            <a:ext cx="21031200" cy="2651126"/>
          </a:xfrm>
        </p:spPr>
        <p:txBody>
          <a:bodyPr/>
          <a:lstStyle/>
          <a:p>
            <a:r>
              <a:rPr lang="en-US"/>
              <a:t>Click to edit Master title style</a:t>
            </a:r>
          </a:p>
        </p:txBody>
      </p:sp>
      <p:sp>
        <p:nvSpPr>
          <p:cNvPr id="3" name="Text Placeholder 2"/>
          <p:cNvSpPr>
            <a:spLocks noGrp="1"/>
          </p:cNvSpPr>
          <p:nvPr>
            <p:ph type="body" idx="1"/>
          </p:nvPr>
        </p:nvSpPr>
        <p:spPr>
          <a:xfrm>
            <a:off x="1679577" y="3362326"/>
            <a:ext cx="10315574"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n-US"/>
              <a:t>Click to edit Master text styles</a:t>
            </a:r>
          </a:p>
        </p:txBody>
      </p:sp>
      <p:sp>
        <p:nvSpPr>
          <p:cNvPr id="4" name="Content Placeholder 3"/>
          <p:cNvSpPr>
            <a:spLocks noGrp="1"/>
          </p:cNvSpPr>
          <p:nvPr>
            <p:ph sz="half" idx="2"/>
          </p:nvPr>
        </p:nvSpPr>
        <p:spPr>
          <a:xfrm>
            <a:off x="1679577" y="5010150"/>
            <a:ext cx="10315574"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12344400" y="3362326"/>
            <a:ext cx="10366376"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n-US"/>
              <a:t>Click to edit Master text styles</a:t>
            </a:r>
          </a:p>
        </p:txBody>
      </p:sp>
      <p:sp>
        <p:nvSpPr>
          <p:cNvPr id="6" name="Content Placeholder 5"/>
          <p:cNvSpPr>
            <a:spLocks noGrp="1"/>
          </p:cNvSpPr>
          <p:nvPr>
            <p:ph sz="quarter" idx="4"/>
          </p:nvPr>
        </p:nvSpPr>
        <p:spPr>
          <a:xfrm>
            <a:off x="12344400" y="5010150"/>
            <a:ext cx="10366376"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C764DE79-268F-4C1A-8933-263129D2AF90}" type="datetimeFigureOut">
              <a:rPr lang="en-US" dirty="0"/>
              <a:t>10/19/2026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1613470055"/>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C764DE79-268F-4C1A-8933-263129D2AF90}" type="datetimeFigureOut">
              <a:rPr lang="en-US" dirty="0"/>
              <a:t>10/19/2026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2609169112"/>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dirty="0"/>
              <a:t>10/19/2026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830372022"/>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79577" y="914400"/>
            <a:ext cx="7864474" cy="3200400"/>
          </a:xfrm>
        </p:spPr>
        <p:txBody>
          <a:bodyPr anchor="b"/>
          <a:lstStyle>
            <a:lvl1pPr>
              <a:defRPr sz="6400"/>
            </a:lvl1pPr>
          </a:lstStyle>
          <a:p>
            <a:r>
              <a:rPr lang="en-US"/>
              <a:t>Click to edit Master title style</a:t>
            </a:r>
          </a:p>
        </p:txBody>
      </p:sp>
      <p:sp>
        <p:nvSpPr>
          <p:cNvPr id="3" name="Content Placeholder 2"/>
          <p:cNvSpPr>
            <a:spLocks noGrp="1"/>
          </p:cNvSpPr>
          <p:nvPr>
            <p:ph idx="1"/>
          </p:nvPr>
        </p:nvSpPr>
        <p:spPr>
          <a:xfrm>
            <a:off x="10366376" y="1974851"/>
            <a:ext cx="12344400" cy="9747250"/>
          </a:xfrm>
        </p:spPr>
        <p:txBody>
          <a:bodyPr/>
          <a:lstStyle>
            <a:lvl1pPr>
              <a:defRPr sz="6400"/>
            </a:lvl1pPr>
            <a:lvl2pPr>
              <a:defRPr sz="5600"/>
            </a:lvl2pPr>
            <a:lvl3pPr>
              <a:defRPr sz="4800"/>
            </a:lvl3pPr>
            <a:lvl4pPr>
              <a:defRPr sz="4000"/>
            </a:lvl4pPr>
            <a:lvl5pPr>
              <a:defRPr sz="4000"/>
            </a:lvl5pPr>
            <a:lvl6pPr>
              <a:defRPr sz="4000"/>
            </a:lvl6pPr>
            <a:lvl7pPr>
              <a:defRPr sz="4000"/>
            </a:lvl7pPr>
            <a:lvl8pPr>
              <a:defRPr sz="4000"/>
            </a:lvl8pPr>
            <a:lvl9pPr>
              <a:defRPr sz="4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679577" y="4114800"/>
            <a:ext cx="7864474"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72618770"/>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79577" y="914400"/>
            <a:ext cx="7864474" cy="3200400"/>
          </a:xfrm>
        </p:spPr>
        <p:txBody>
          <a:bodyPr anchor="b"/>
          <a:lstStyle>
            <a:lvl1pPr>
              <a:defRPr sz="6400"/>
            </a:lvl1pPr>
          </a:lstStyle>
          <a:p>
            <a:r>
              <a:rPr lang="en-US"/>
              <a:t>Click to edit Master title style</a:t>
            </a:r>
          </a:p>
        </p:txBody>
      </p:sp>
      <p:sp>
        <p:nvSpPr>
          <p:cNvPr id="3" name="Picture Placeholder 2"/>
          <p:cNvSpPr>
            <a:spLocks noGrp="1" noChangeAspect="1"/>
          </p:cNvSpPr>
          <p:nvPr>
            <p:ph type="pic" idx="1"/>
          </p:nvPr>
        </p:nvSpPr>
        <p:spPr>
          <a:xfrm>
            <a:off x="10366376" y="1974851"/>
            <a:ext cx="12344400" cy="9747250"/>
          </a:xfrm>
        </p:spPr>
        <p:txBody>
          <a:bodyPr anchor="t"/>
          <a:lstStyle>
            <a:lvl1pPr marL="0" indent="0">
              <a:buNone/>
              <a:defRPr sz="6400"/>
            </a:lvl1pPr>
            <a:lvl2pPr marL="914400" indent="0">
              <a:buNone/>
              <a:defRPr sz="5600"/>
            </a:lvl2pPr>
            <a:lvl3pPr marL="1828800" indent="0">
              <a:buNone/>
              <a:defRPr sz="4800"/>
            </a:lvl3pPr>
            <a:lvl4pPr marL="2743200" indent="0">
              <a:buNone/>
              <a:defRPr sz="4000"/>
            </a:lvl4pPr>
            <a:lvl5pPr marL="3657600" indent="0">
              <a:buNone/>
              <a:defRPr sz="4000"/>
            </a:lvl5pPr>
            <a:lvl6pPr marL="4572000" indent="0">
              <a:buNone/>
              <a:defRPr sz="4000"/>
            </a:lvl6pPr>
            <a:lvl7pPr marL="5486400" indent="0">
              <a:buNone/>
              <a:defRPr sz="4000"/>
            </a:lvl7pPr>
            <a:lvl8pPr marL="6400800" indent="0">
              <a:buNone/>
              <a:defRPr sz="4000"/>
            </a:lvl8pPr>
            <a:lvl9pPr marL="7315200" indent="0">
              <a:buNone/>
              <a:defRPr sz="4000"/>
            </a:lvl9pPr>
          </a:lstStyle>
          <a:p>
            <a:r>
              <a:rPr lang="en-US"/>
              <a:t>Click icon to add picture</a:t>
            </a:r>
          </a:p>
        </p:txBody>
      </p:sp>
      <p:sp>
        <p:nvSpPr>
          <p:cNvPr id="4" name="Text Placeholder 3"/>
          <p:cNvSpPr>
            <a:spLocks noGrp="1"/>
          </p:cNvSpPr>
          <p:nvPr>
            <p:ph type="body" sz="half" idx="2"/>
          </p:nvPr>
        </p:nvSpPr>
        <p:spPr>
          <a:xfrm>
            <a:off x="1679577" y="4114800"/>
            <a:ext cx="7864474"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1618664250"/>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625644562"/>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7449800" y="730250"/>
            <a:ext cx="5257800" cy="11623676"/>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1676400" y="730250"/>
            <a:ext cx="15468600" cy="1162367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353082056"/>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7_Title Only">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9CAED2C5-D635-4620-C026-DBFF5C3A84BD}"/>
              </a:ext>
            </a:extLst>
          </p:cNvPr>
          <p:cNvGrpSpPr/>
          <p:nvPr userDrawn="1"/>
        </p:nvGrpSpPr>
        <p:grpSpPr>
          <a:xfrm>
            <a:off x="926444" y="12865731"/>
            <a:ext cx="22531111" cy="499402"/>
            <a:chOff x="474623" y="6481482"/>
            <a:chExt cx="11243553" cy="249065"/>
          </a:xfrm>
        </p:grpSpPr>
        <p:pic>
          <p:nvPicPr>
            <p:cNvPr id="3" name="Picture 2">
              <a:extLst>
                <a:ext uri="{FF2B5EF4-FFF2-40B4-BE49-F238E27FC236}">
                  <a16:creationId xmlns:a16="http://schemas.microsoft.com/office/drawing/2014/main" id="{2AE720B6-3677-EA81-0A37-74E77DF0D181}"/>
                </a:ext>
              </a:extLst>
            </p:cNvPr>
            <p:cNvPicPr>
              <a:picLocks noChangeAspect="1"/>
            </p:cNvPicPr>
            <p:nvPr/>
          </p:nvPicPr>
          <p:blipFill>
            <a:blip r:embed="rId2"/>
            <a:stretch>
              <a:fillRect/>
            </a:stretch>
          </p:blipFill>
          <p:spPr>
            <a:xfrm>
              <a:off x="474623" y="6481482"/>
              <a:ext cx="1872431" cy="249065"/>
            </a:xfrm>
            <a:prstGeom prst="rect">
              <a:avLst/>
            </a:prstGeom>
          </p:spPr>
        </p:pic>
        <p:pic>
          <p:nvPicPr>
            <p:cNvPr id="4" name="Picture 3">
              <a:extLst>
                <a:ext uri="{FF2B5EF4-FFF2-40B4-BE49-F238E27FC236}">
                  <a16:creationId xmlns:a16="http://schemas.microsoft.com/office/drawing/2014/main" id="{02B28FCA-0EA9-4C15-66C7-223C41BADC27}"/>
                </a:ext>
              </a:extLst>
            </p:cNvPr>
            <p:cNvPicPr>
              <a:picLocks noChangeAspect="1"/>
            </p:cNvPicPr>
            <p:nvPr/>
          </p:nvPicPr>
          <p:blipFill>
            <a:blip r:embed="rId2"/>
            <a:stretch>
              <a:fillRect/>
            </a:stretch>
          </p:blipFill>
          <p:spPr>
            <a:xfrm>
              <a:off x="2347054" y="6481482"/>
              <a:ext cx="1872431" cy="249065"/>
            </a:xfrm>
            <a:prstGeom prst="rect">
              <a:avLst/>
            </a:prstGeom>
          </p:spPr>
        </p:pic>
        <p:pic>
          <p:nvPicPr>
            <p:cNvPr id="5" name="Picture 4">
              <a:extLst>
                <a:ext uri="{FF2B5EF4-FFF2-40B4-BE49-F238E27FC236}">
                  <a16:creationId xmlns:a16="http://schemas.microsoft.com/office/drawing/2014/main" id="{2A5B3C04-4B91-6B3C-D9C3-3AF90E36B2D0}"/>
                </a:ext>
              </a:extLst>
            </p:cNvPr>
            <p:cNvPicPr>
              <a:picLocks noChangeAspect="1"/>
            </p:cNvPicPr>
            <p:nvPr/>
          </p:nvPicPr>
          <p:blipFill>
            <a:blip r:embed="rId2"/>
            <a:stretch>
              <a:fillRect/>
            </a:stretch>
          </p:blipFill>
          <p:spPr>
            <a:xfrm>
              <a:off x="4219485" y="6481482"/>
              <a:ext cx="1872431" cy="249065"/>
            </a:xfrm>
            <a:prstGeom prst="rect">
              <a:avLst/>
            </a:prstGeom>
          </p:spPr>
        </p:pic>
        <p:pic>
          <p:nvPicPr>
            <p:cNvPr id="7" name="Picture 6">
              <a:extLst>
                <a:ext uri="{FF2B5EF4-FFF2-40B4-BE49-F238E27FC236}">
                  <a16:creationId xmlns:a16="http://schemas.microsoft.com/office/drawing/2014/main" id="{184FF2C4-5621-5E93-8D76-23DB5CBAE7A7}"/>
                </a:ext>
              </a:extLst>
            </p:cNvPr>
            <p:cNvPicPr>
              <a:picLocks noChangeAspect="1"/>
            </p:cNvPicPr>
            <p:nvPr/>
          </p:nvPicPr>
          <p:blipFill>
            <a:blip r:embed="rId2"/>
            <a:stretch>
              <a:fillRect/>
            </a:stretch>
          </p:blipFill>
          <p:spPr>
            <a:xfrm>
              <a:off x="6100883" y="6481482"/>
              <a:ext cx="1872431" cy="249065"/>
            </a:xfrm>
            <a:prstGeom prst="rect">
              <a:avLst/>
            </a:prstGeom>
          </p:spPr>
        </p:pic>
        <p:pic>
          <p:nvPicPr>
            <p:cNvPr id="8" name="Picture 7">
              <a:extLst>
                <a:ext uri="{FF2B5EF4-FFF2-40B4-BE49-F238E27FC236}">
                  <a16:creationId xmlns:a16="http://schemas.microsoft.com/office/drawing/2014/main" id="{89F3F185-701A-341E-9E99-6A77DD4381BD}"/>
                </a:ext>
              </a:extLst>
            </p:cNvPr>
            <p:cNvPicPr>
              <a:picLocks noChangeAspect="1"/>
            </p:cNvPicPr>
            <p:nvPr/>
          </p:nvPicPr>
          <p:blipFill>
            <a:blip r:embed="rId2"/>
            <a:stretch>
              <a:fillRect/>
            </a:stretch>
          </p:blipFill>
          <p:spPr>
            <a:xfrm>
              <a:off x="7973314" y="6481482"/>
              <a:ext cx="1872431" cy="249065"/>
            </a:xfrm>
            <a:prstGeom prst="rect">
              <a:avLst/>
            </a:prstGeom>
          </p:spPr>
        </p:pic>
        <p:pic>
          <p:nvPicPr>
            <p:cNvPr id="9" name="Picture 8">
              <a:extLst>
                <a:ext uri="{FF2B5EF4-FFF2-40B4-BE49-F238E27FC236}">
                  <a16:creationId xmlns:a16="http://schemas.microsoft.com/office/drawing/2014/main" id="{1AB26C84-3E76-5837-8325-58494C5E53BF}"/>
                </a:ext>
              </a:extLst>
            </p:cNvPr>
            <p:cNvPicPr>
              <a:picLocks noChangeAspect="1"/>
            </p:cNvPicPr>
            <p:nvPr/>
          </p:nvPicPr>
          <p:blipFill>
            <a:blip r:embed="rId2"/>
            <a:stretch>
              <a:fillRect/>
            </a:stretch>
          </p:blipFill>
          <p:spPr>
            <a:xfrm>
              <a:off x="9845745" y="6481482"/>
              <a:ext cx="1872431" cy="249065"/>
            </a:xfrm>
            <a:prstGeom prst="rect">
              <a:avLst/>
            </a:prstGeom>
          </p:spPr>
        </p:pic>
      </p:grpSp>
      <p:pic>
        <p:nvPicPr>
          <p:cNvPr id="12" name="Picture 11">
            <a:extLst>
              <a:ext uri="{FF2B5EF4-FFF2-40B4-BE49-F238E27FC236}">
                <a16:creationId xmlns:a16="http://schemas.microsoft.com/office/drawing/2014/main" id="{D8B3F7B9-FA25-9848-A233-94A5A2C2AA3A}"/>
              </a:ext>
            </a:extLst>
          </p:cNvPr>
          <p:cNvPicPr>
            <a:picLocks noChangeAspect="1"/>
          </p:cNvPicPr>
          <p:nvPr userDrawn="1"/>
        </p:nvPicPr>
        <p:blipFill>
          <a:blip r:embed="rId3"/>
          <a:stretch>
            <a:fillRect/>
          </a:stretch>
        </p:blipFill>
        <p:spPr>
          <a:xfrm>
            <a:off x="678115" y="461195"/>
            <a:ext cx="2504564" cy="680932"/>
          </a:xfrm>
          <a:prstGeom prst="rect">
            <a:avLst/>
          </a:prstGeom>
        </p:spPr>
      </p:pic>
      <p:sp>
        <p:nvSpPr>
          <p:cNvPr id="13" name="Slide Number Placeholder 12">
            <a:extLst>
              <a:ext uri="{FF2B5EF4-FFF2-40B4-BE49-F238E27FC236}">
                <a16:creationId xmlns:a16="http://schemas.microsoft.com/office/drawing/2014/main" id="{A54731CD-D1FF-B5B5-9B1D-7AE99994AC6C}"/>
              </a:ext>
            </a:extLst>
          </p:cNvPr>
          <p:cNvSpPr>
            <a:spLocks noGrp="1"/>
          </p:cNvSpPr>
          <p:nvPr>
            <p:ph type="sldNum" sz="quarter" idx="12"/>
          </p:nvPr>
        </p:nvSpPr>
        <p:spPr>
          <a:xfrm>
            <a:off x="133265" y="12865731"/>
            <a:ext cx="775210" cy="614826"/>
          </a:xfrm>
        </p:spPr>
        <p:txBody>
          <a:bodyPr/>
          <a:lstStyle>
            <a:lvl1pPr algn="ctr">
              <a:defRPr/>
            </a:lvl1pPr>
          </a:lstStyle>
          <a:p>
            <a:fld id="{7D5AB3DD-9542-440C-AB5F-DC677AAFC07B}" type="slidenum">
              <a:rPr lang="en-US" smtClean="0"/>
              <a:pPr/>
              <a:t>‹#›</a:t>
            </a:fld>
            <a:endParaRPr lang="en-US"/>
          </a:p>
        </p:txBody>
      </p:sp>
    </p:spTree>
    <p:extLst>
      <p:ext uri="{BB962C8B-B14F-4D97-AF65-F5344CB8AC3E}">
        <p14:creationId xmlns:p14="http://schemas.microsoft.com/office/powerpoint/2010/main" val="3425616211"/>
      </p:ext>
    </p:extLst>
  </p:cSld>
  <p:clrMapOvr>
    <a:masterClrMapping/>
  </p:clrMapOvr>
  <p:extLst>
    <p:ext uri="{DCECCB84-F9BA-43D5-87BE-67443E8EF086}">
      <p15:sldGuideLst xmlns:p15="http://schemas.microsoft.com/office/powerpoint/2012/main">
        <p15:guide id="1" orient="horz" pos="2155">
          <p15:clr>
            <a:srgbClr val="FBAE40"/>
          </p15:clr>
        </p15:guide>
        <p15:guide id="2" pos="3834">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فواصل العناوين &quot;A1">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AD6C303-87D3-BE5E-E000-BAE6DD6C94B9}"/>
              </a:ext>
            </a:extLst>
          </p:cNvPr>
          <p:cNvPicPr>
            <a:picLocks noChangeAspect="1"/>
          </p:cNvPicPr>
          <p:nvPr userDrawn="1"/>
        </p:nvPicPr>
        <p:blipFill>
          <a:blip r:embed="rId2"/>
          <a:srcRect/>
          <a:stretch/>
        </p:blipFill>
        <p:spPr>
          <a:xfrm>
            <a:off x="7246" y="1"/>
            <a:ext cx="24369508" cy="13715998"/>
          </a:xfrm>
          <a:prstGeom prst="rect">
            <a:avLst/>
          </a:prstGeom>
        </p:spPr>
      </p:pic>
    </p:spTree>
    <p:extLst>
      <p:ext uri="{BB962C8B-B14F-4D97-AF65-F5344CB8AC3E}">
        <p14:creationId xmlns:p14="http://schemas.microsoft.com/office/powerpoint/2010/main" val="3086031054"/>
      </p:ext>
    </p:extLst>
  </p:cSld>
  <p:clrMapOvr>
    <a:masterClrMapping/>
  </p:clrMapOvr>
  <p:extLst>
    <p:ext uri="{DCECCB84-F9BA-43D5-87BE-67443E8EF086}">
      <p15:sldGuideLst xmlns:p15="http://schemas.microsoft.com/office/powerpoint/2012/main">
        <p15:guide id="1" orient="horz" pos="2154">
          <p15:clr>
            <a:srgbClr val="FBAE40"/>
          </p15:clr>
        </p15:guide>
        <p15:guide id="2" pos="3832">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الصفحة النهائية ,C3">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34C1603-BBBF-93B2-B8B1-88A7BF495EFE}"/>
              </a:ext>
            </a:extLst>
          </p:cNvPr>
          <p:cNvPicPr>
            <a:picLocks noChangeAspect="1"/>
          </p:cNvPicPr>
          <p:nvPr userDrawn="1"/>
        </p:nvPicPr>
        <p:blipFill>
          <a:blip r:embed="rId2"/>
          <a:srcRect/>
          <a:stretch/>
        </p:blipFill>
        <p:spPr>
          <a:xfrm>
            <a:off x="7246" y="1"/>
            <a:ext cx="24369508" cy="13715998"/>
          </a:xfrm>
          <a:prstGeom prst="rect">
            <a:avLst/>
          </a:prstGeom>
        </p:spPr>
      </p:pic>
    </p:spTree>
    <p:extLst>
      <p:ext uri="{BB962C8B-B14F-4D97-AF65-F5344CB8AC3E}">
        <p14:creationId xmlns:p14="http://schemas.microsoft.com/office/powerpoint/2010/main" val="74151311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1_Cover style 1-D">
    <p:bg>
      <p:bgPr>
        <a:solidFill>
          <a:schemeClr val="tx2"/>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D5C27FAD-320F-4066-9307-B3E13962AB70}"/>
              </a:ext>
            </a:extLst>
          </p:cNvPr>
          <p:cNvGraphicFramePr>
            <a:graphicFrameLocks noChangeAspect="1"/>
          </p:cNvGraphicFramePr>
          <p:nvPr userDrawn="1">
            <p:custDataLst>
              <p:tags r:id="rId1"/>
            </p:custDataLst>
            <p:extLst>
              <p:ext uri="{D42A27DB-BD31-4B8C-83A1-F6EECF244321}">
                <p14:modId xmlns:p14="http://schemas.microsoft.com/office/powerpoint/2010/main" val="322730232"/>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3" name="Object 2" hidden="1">
                        <a:extLst>
                          <a:ext uri="{FF2B5EF4-FFF2-40B4-BE49-F238E27FC236}">
                            <a16:creationId xmlns:a16="http://schemas.microsoft.com/office/drawing/2014/main" id="{D5C27FAD-320F-4066-9307-B3E13962AB70}"/>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13" name="Picture Placeholder 3">
            <a:extLst>
              <a:ext uri="{FF2B5EF4-FFF2-40B4-BE49-F238E27FC236}">
                <a16:creationId xmlns:a16="http://schemas.microsoft.com/office/drawing/2014/main" id="{82C4E76F-A8D1-4DD8-B2EF-CC976FEB5E1E}"/>
              </a:ext>
            </a:extLst>
          </p:cNvPr>
          <p:cNvSpPr>
            <a:spLocks noGrp="1" noChangeAspect="1"/>
          </p:cNvSpPr>
          <p:nvPr>
            <p:ph type="pic" sz="quarter" idx="12"/>
          </p:nvPr>
        </p:nvSpPr>
        <p:spPr>
          <a:xfrm>
            <a:off x="1463677" y="2651127"/>
            <a:ext cx="10963274" cy="8729982"/>
          </a:xfrm>
          <a:solidFill>
            <a:schemeClr val="accent4"/>
          </a:solidFill>
        </p:spPr>
        <p:txBody>
          <a:bodyPr vert="horz" lIns="0" tIns="0" rIns="0" bIns="0" rtlCol="0" anchor="ctr" anchorCtr="0">
            <a:noAutofit/>
          </a:bodyPr>
          <a:lstStyle>
            <a:lvl1pPr>
              <a:defRPr lang="en-GB" sz="2000" b="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pPr lvl="0" algn="ctr"/>
            <a:r>
              <a:rPr lang="en-US"/>
              <a:t>Click icon to add picture</a:t>
            </a:r>
            <a:endParaRPr lang="en-GB"/>
          </a:p>
        </p:txBody>
      </p:sp>
      <p:sp>
        <p:nvSpPr>
          <p:cNvPr id="8" name="Title 1">
            <a:extLst>
              <a:ext uri="{FF2B5EF4-FFF2-40B4-BE49-F238E27FC236}">
                <a16:creationId xmlns:a16="http://schemas.microsoft.com/office/drawing/2014/main" id="{B9014A73-C13F-4EC8-ABEB-4919B6F49109}"/>
              </a:ext>
            </a:extLst>
          </p:cNvPr>
          <p:cNvSpPr>
            <a:spLocks noGrp="1"/>
          </p:cNvSpPr>
          <p:nvPr>
            <p:ph type="ctrTitle" hasCustomPrompt="1"/>
          </p:nvPr>
        </p:nvSpPr>
        <p:spPr>
          <a:xfrm>
            <a:off x="12884150" y="2786941"/>
            <a:ext cx="10058400" cy="6885362"/>
          </a:xfrm>
          <a:noFill/>
          <a:ln w="3175">
            <a:noFill/>
            <a:prstDash val="lgDash"/>
          </a:ln>
        </p:spPr>
        <p:txBody>
          <a:bodyPr vert="horz" lIns="0" tIns="0" rIns="0" bIns="0" anchor="t" anchorCtr="0">
            <a:noAutofit/>
          </a:bodyPr>
          <a:lstStyle>
            <a:lvl1pPr algn="r" rtl="1">
              <a:lnSpc>
                <a:spcPct val="90000"/>
              </a:lnSpc>
              <a:defRPr sz="12000" b="1" baseline="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ar-SA"/>
              <a:t>انقر لتعديل أنماط النص الرئيسي</a:t>
            </a:r>
            <a:endParaRPr lang="en-US"/>
          </a:p>
        </p:txBody>
      </p:sp>
      <p:sp>
        <p:nvSpPr>
          <p:cNvPr id="11" name="Text Placeholder 3">
            <a:extLst>
              <a:ext uri="{FF2B5EF4-FFF2-40B4-BE49-F238E27FC236}">
                <a16:creationId xmlns:a16="http://schemas.microsoft.com/office/drawing/2014/main" id="{5884F64E-FE94-4439-887B-2D573705B0CC}"/>
              </a:ext>
            </a:extLst>
          </p:cNvPr>
          <p:cNvSpPr>
            <a:spLocks noGrp="1"/>
          </p:cNvSpPr>
          <p:nvPr>
            <p:ph type="body" sz="quarter" idx="11"/>
          </p:nvPr>
        </p:nvSpPr>
        <p:spPr>
          <a:xfrm>
            <a:off x="12884150" y="11010150"/>
            <a:ext cx="10058400" cy="1620000"/>
          </a:xfrm>
          <a:ln w="3175">
            <a:noFill/>
            <a:prstDash val="lgDash"/>
          </a:ln>
        </p:spPr>
        <p:txBody>
          <a:bodyPr wrap="square" anchor="b">
            <a:noAutofit/>
          </a:bodyPr>
          <a:lstStyle>
            <a:lvl1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vl2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2pPr>
            <a:lvl3pPr>
              <a:buClr>
                <a:schemeClr val="bg1"/>
              </a:buClr>
              <a:defRPr sz="2200">
                <a:solidFill>
                  <a:schemeClr val="bg1"/>
                </a:solidFill>
              </a:defRPr>
            </a:lvl3pPr>
            <a:lvl4pPr>
              <a:buClr>
                <a:schemeClr val="bg1"/>
              </a:buClr>
              <a:defRPr sz="2200">
                <a:solidFill>
                  <a:schemeClr val="bg1"/>
                </a:solidFill>
              </a:defRPr>
            </a:lvl4pPr>
            <a:lvl5pPr>
              <a:buClr>
                <a:schemeClr val="bg1"/>
              </a:buClr>
              <a:defRPr sz="2200">
                <a:solidFill>
                  <a:schemeClr val="bg1"/>
                </a:solidFill>
              </a:defRPr>
            </a:lvl5pPr>
          </a:lstStyle>
          <a:p>
            <a:pPr lvl="0"/>
            <a:r>
              <a:rPr lang="en-US"/>
              <a:t>Click to edit Master text styles</a:t>
            </a:r>
          </a:p>
          <a:p>
            <a:pPr lvl="1"/>
            <a:r>
              <a:rPr lang="en-US"/>
              <a:t>Second level</a:t>
            </a:r>
          </a:p>
        </p:txBody>
      </p:sp>
      <p:sp>
        <p:nvSpPr>
          <p:cNvPr id="14" name="Freeform 19">
            <a:extLst>
              <a:ext uri="{FF2B5EF4-FFF2-40B4-BE49-F238E27FC236}">
                <a16:creationId xmlns:a16="http://schemas.microsoft.com/office/drawing/2014/main" id="{D9266C27-1FA2-433C-BCEB-00CB8A0EB8ED}"/>
              </a:ext>
            </a:extLst>
          </p:cNvPr>
          <p:cNvSpPr>
            <a:spLocks noChangeAspect="1" noEditPoints="1"/>
          </p:cNvSpPr>
          <p:nvPr userDrawn="1"/>
        </p:nvSpPr>
        <p:spPr bwMode="auto">
          <a:xfrm>
            <a:off x="21119753" y="1082677"/>
            <a:ext cx="1822798" cy="742622"/>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83" h="114">
                <a:moveTo>
                  <a:pt x="281" y="87"/>
                </a:moveTo>
                <a:cubicBezTo>
                  <a:pt x="266" y="87"/>
                  <a:pt x="266" y="87"/>
                  <a:pt x="266" y="87"/>
                </a:cubicBezTo>
                <a:cubicBezTo>
                  <a:pt x="269" y="77"/>
                  <a:pt x="269" y="77"/>
                  <a:pt x="269" y="77"/>
                </a:cubicBezTo>
                <a:cubicBezTo>
                  <a:pt x="239" y="77"/>
                  <a:pt x="239" y="77"/>
                  <a:pt x="239" y="77"/>
                </a:cubicBezTo>
                <a:cubicBezTo>
                  <a:pt x="237" y="87"/>
                  <a:pt x="237" y="87"/>
                  <a:pt x="237" y="87"/>
                </a:cubicBezTo>
                <a:cubicBezTo>
                  <a:pt x="222" y="87"/>
                  <a:pt x="222" y="87"/>
                  <a:pt x="222" y="87"/>
                </a:cubicBezTo>
                <a:cubicBezTo>
                  <a:pt x="222" y="85"/>
                  <a:pt x="222" y="85"/>
                  <a:pt x="222" y="85"/>
                </a:cubicBezTo>
                <a:cubicBezTo>
                  <a:pt x="223" y="84"/>
                  <a:pt x="223" y="83"/>
                  <a:pt x="223" y="81"/>
                </a:cubicBezTo>
                <a:cubicBezTo>
                  <a:pt x="226" y="71"/>
                  <a:pt x="233" y="60"/>
                  <a:pt x="244" y="60"/>
                </a:cubicBezTo>
                <a:cubicBezTo>
                  <a:pt x="249" y="60"/>
                  <a:pt x="254" y="62"/>
                  <a:pt x="253" y="69"/>
                </a:cubicBezTo>
                <a:cubicBezTo>
                  <a:pt x="271" y="69"/>
                  <a:pt x="271" y="69"/>
                  <a:pt x="271" y="69"/>
                </a:cubicBezTo>
                <a:cubicBezTo>
                  <a:pt x="272" y="66"/>
                  <a:pt x="273" y="61"/>
                  <a:pt x="269" y="56"/>
                </a:cubicBezTo>
                <a:cubicBezTo>
                  <a:pt x="266" y="51"/>
                  <a:pt x="258" y="48"/>
                  <a:pt x="248" y="48"/>
                </a:cubicBezTo>
                <a:cubicBezTo>
                  <a:pt x="241" y="48"/>
                  <a:pt x="231" y="50"/>
                  <a:pt x="222" y="55"/>
                </a:cubicBezTo>
                <a:cubicBezTo>
                  <a:pt x="222" y="2"/>
                  <a:pt x="222" y="2"/>
                  <a:pt x="222" y="2"/>
                </a:cubicBezTo>
                <a:cubicBezTo>
                  <a:pt x="281" y="2"/>
                  <a:pt x="281" y="2"/>
                  <a:pt x="281" y="2"/>
                </a:cubicBezTo>
                <a:cubicBezTo>
                  <a:pt x="281" y="87"/>
                  <a:pt x="281" y="87"/>
                  <a:pt x="281" y="87"/>
                </a:cubicBezTo>
                <a:cubicBezTo>
                  <a:pt x="281" y="87"/>
                  <a:pt x="281" y="87"/>
                  <a:pt x="281" y="87"/>
                </a:cubicBezTo>
                <a:close/>
                <a:moveTo>
                  <a:pt x="246" y="101"/>
                </a:moveTo>
                <a:cubicBezTo>
                  <a:pt x="243" y="102"/>
                  <a:pt x="240" y="102"/>
                  <a:pt x="237" y="102"/>
                </a:cubicBezTo>
                <a:cubicBezTo>
                  <a:pt x="228" y="102"/>
                  <a:pt x="222" y="98"/>
                  <a:pt x="222" y="89"/>
                </a:cubicBezTo>
                <a:cubicBezTo>
                  <a:pt x="249" y="89"/>
                  <a:pt x="249" y="89"/>
                  <a:pt x="249" y="89"/>
                </a:cubicBezTo>
                <a:cubicBezTo>
                  <a:pt x="246" y="101"/>
                  <a:pt x="246" y="101"/>
                  <a:pt x="246" y="101"/>
                </a:cubicBezTo>
                <a:cubicBezTo>
                  <a:pt x="246" y="101"/>
                  <a:pt x="246" y="101"/>
                  <a:pt x="246" y="101"/>
                </a:cubicBezTo>
                <a:close/>
                <a:moveTo>
                  <a:pt x="213" y="53"/>
                </a:moveTo>
                <a:cubicBezTo>
                  <a:pt x="213" y="65"/>
                  <a:pt x="213" y="65"/>
                  <a:pt x="213" y="65"/>
                </a:cubicBezTo>
                <a:cubicBezTo>
                  <a:pt x="209" y="71"/>
                  <a:pt x="206" y="77"/>
                  <a:pt x="205" y="82"/>
                </a:cubicBezTo>
                <a:cubicBezTo>
                  <a:pt x="204" y="83"/>
                  <a:pt x="204" y="85"/>
                  <a:pt x="204" y="87"/>
                </a:cubicBezTo>
                <a:cubicBezTo>
                  <a:pt x="195" y="87"/>
                  <a:pt x="195" y="87"/>
                  <a:pt x="195" y="87"/>
                </a:cubicBezTo>
                <a:cubicBezTo>
                  <a:pt x="203" y="52"/>
                  <a:pt x="203" y="52"/>
                  <a:pt x="203" y="52"/>
                </a:cubicBezTo>
                <a:cubicBezTo>
                  <a:pt x="178" y="52"/>
                  <a:pt x="178" y="52"/>
                  <a:pt x="178" y="52"/>
                </a:cubicBezTo>
                <a:cubicBezTo>
                  <a:pt x="156" y="87"/>
                  <a:pt x="156" y="87"/>
                  <a:pt x="156" y="87"/>
                </a:cubicBezTo>
                <a:cubicBezTo>
                  <a:pt x="154" y="87"/>
                  <a:pt x="154" y="87"/>
                  <a:pt x="154" y="87"/>
                </a:cubicBezTo>
                <a:cubicBezTo>
                  <a:pt x="154" y="2"/>
                  <a:pt x="154" y="2"/>
                  <a:pt x="154" y="2"/>
                </a:cubicBezTo>
                <a:cubicBezTo>
                  <a:pt x="213" y="2"/>
                  <a:pt x="213" y="2"/>
                  <a:pt x="213" y="2"/>
                </a:cubicBezTo>
                <a:cubicBezTo>
                  <a:pt x="213" y="53"/>
                  <a:pt x="213" y="53"/>
                  <a:pt x="213" y="53"/>
                </a:cubicBezTo>
                <a:cubicBezTo>
                  <a:pt x="213" y="53"/>
                  <a:pt x="213" y="53"/>
                  <a:pt x="213" y="53"/>
                </a:cubicBezTo>
                <a:close/>
                <a:moveTo>
                  <a:pt x="180" y="87"/>
                </a:moveTo>
                <a:cubicBezTo>
                  <a:pt x="171" y="87"/>
                  <a:pt x="171" y="87"/>
                  <a:pt x="171" y="87"/>
                </a:cubicBezTo>
                <a:cubicBezTo>
                  <a:pt x="185" y="66"/>
                  <a:pt x="185" y="66"/>
                  <a:pt x="185" y="66"/>
                </a:cubicBezTo>
                <a:cubicBezTo>
                  <a:pt x="180" y="87"/>
                  <a:pt x="180" y="87"/>
                  <a:pt x="180" y="87"/>
                </a:cubicBezTo>
                <a:cubicBezTo>
                  <a:pt x="180" y="87"/>
                  <a:pt x="180" y="87"/>
                  <a:pt x="180" y="87"/>
                </a:cubicBezTo>
                <a:close/>
                <a:moveTo>
                  <a:pt x="145" y="52"/>
                </a:moveTo>
                <a:cubicBezTo>
                  <a:pt x="130" y="52"/>
                  <a:pt x="130" y="52"/>
                  <a:pt x="130" y="52"/>
                </a:cubicBezTo>
                <a:cubicBezTo>
                  <a:pt x="120" y="87"/>
                  <a:pt x="120" y="87"/>
                  <a:pt x="120" y="87"/>
                </a:cubicBezTo>
                <a:cubicBezTo>
                  <a:pt x="104" y="87"/>
                  <a:pt x="104" y="87"/>
                  <a:pt x="104" y="87"/>
                </a:cubicBezTo>
                <a:cubicBezTo>
                  <a:pt x="112" y="84"/>
                  <a:pt x="117" y="78"/>
                  <a:pt x="119" y="70"/>
                </a:cubicBezTo>
                <a:cubicBezTo>
                  <a:pt x="120" y="64"/>
                  <a:pt x="119" y="59"/>
                  <a:pt x="117" y="56"/>
                </a:cubicBezTo>
                <a:cubicBezTo>
                  <a:pt x="113" y="51"/>
                  <a:pt x="105" y="52"/>
                  <a:pt x="98" y="52"/>
                </a:cubicBezTo>
                <a:cubicBezTo>
                  <a:pt x="97" y="52"/>
                  <a:pt x="86" y="52"/>
                  <a:pt x="86" y="52"/>
                </a:cubicBezTo>
                <a:cubicBezTo>
                  <a:pt x="86" y="2"/>
                  <a:pt x="86" y="2"/>
                  <a:pt x="86" y="2"/>
                </a:cubicBezTo>
                <a:cubicBezTo>
                  <a:pt x="145" y="2"/>
                  <a:pt x="145" y="2"/>
                  <a:pt x="145" y="2"/>
                </a:cubicBezTo>
                <a:cubicBezTo>
                  <a:pt x="145" y="52"/>
                  <a:pt x="145" y="52"/>
                  <a:pt x="145" y="52"/>
                </a:cubicBezTo>
                <a:cubicBezTo>
                  <a:pt x="145" y="52"/>
                  <a:pt x="145" y="52"/>
                  <a:pt x="145" y="52"/>
                </a:cubicBezTo>
                <a:close/>
                <a:moveTo>
                  <a:pt x="135" y="87"/>
                </a:moveTo>
                <a:cubicBezTo>
                  <a:pt x="141" y="65"/>
                  <a:pt x="141" y="65"/>
                  <a:pt x="141" y="65"/>
                </a:cubicBezTo>
                <a:cubicBezTo>
                  <a:pt x="142" y="87"/>
                  <a:pt x="142" y="87"/>
                  <a:pt x="142" y="87"/>
                </a:cubicBezTo>
                <a:cubicBezTo>
                  <a:pt x="135" y="87"/>
                  <a:pt x="135" y="87"/>
                  <a:pt x="135" y="87"/>
                </a:cubicBezTo>
                <a:cubicBezTo>
                  <a:pt x="135" y="87"/>
                  <a:pt x="135" y="87"/>
                  <a:pt x="135" y="87"/>
                </a:cubicBezTo>
                <a:close/>
                <a:moveTo>
                  <a:pt x="93" y="79"/>
                </a:moveTo>
                <a:cubicBezTo>
                  <a:pt x="93" y="79"/>
                  <a:pt x="93" y="79"/>
                  <a:pt x="93" y="79"/>
                </a:cubicBezTo>
                <a:cubicBezTo>
                  <a:pt x="92" y="79"/>
                  <a:pt x="91" y="79"/>
                  <a:pt x="91" y="79"/>
                </a:cubicBezTo>
                <a:cubicBezTo>
                  <a:pt x="90" y="79"/>
                  <a:pt x="89" y="79"/>
                  <a:pt x="89" y="79"/>
                </a:cubicBezTo>
                <a:cubicBezTo>
                  <a:pt x="85" y="79"/>
                  <a:pt x="85" y="79"/>
                  <a:pt x="85" y="79"/>
                </a:cubicBezTo>
                <a:cubicBezTo>
                  <a:pt x="87" y="72"/>
                  <a:pt x="87" y="72"/>
                  <a:pt x="87" y="72"/>
                </a:cubicBezTo>
                <a:cubicBezTo>
                  <a:pt x="87" y="69"/>
                  <a:pt x="87" y="69"/>
                  <a:pt x="87" y="69"/>
                </a:cubicBezTo>
                <a:cubicBezTo>
                  <a:pt x="89" y="62"/>
                  <a:pt x="89" y="62"/>
                  <a:pt x="89" y="62"/>
                </a:cubicBezTo>
                <a:cubicBezTo>
                  <a:pt x="90" y="62"/>
                  <a:pt x="91" y="62"/>
                  <a:pt x="92" y="62"/>
                </a:cubicBezTo>
                <a:cubicBezTo>
                  <a:pt x="95" y="62"/>
                  <a:pt x="95" y="62"/>
                  <a:pt x="95" y="62"/>
                </a:cubicBezTo>
                <a:cubicBezTo>
                  <a:pt x="100" y="62"/>
                  <a:pt x="103" y="62"/>
                  <a:pt x="104" y="63"/>
                </a:cubicBezTo>
                <a:cubicBezTo>
                  <a:pt x="105" y="65"/>
                  <a:pt x="105" y="67"/>
                  <a:pt x="104" y="70"/>
                </a:cubicBezTo>
                <a:cubicBezTo>
                  <a:pt x="102" y="75"/>
                  <a:pt x="100" y="78"/>
                  <a:pt x="93" y="79"/>
                </a:cubicBezTo>
                <a:moveTo>
                  <a:pt x="76" y="55"/>
                </a:moveTo>
                <a:cubicBezTo>
                  <a:pt x="75" y="58"/>
                  <a:pt x="75" y="58"/>
                  <a:pt x="75" y="58"/>
                </a:cubicBezTo>
                <a:cubicBezTo>
                  <a:pt x="67" y="86"/>
                  <a:pt x="67" y="86"/>
                  <a:pt x="67" y="86"/>
                </a:cubicBezTo>
                <a:cubicBezTo>
                  <a:pt x="67" y="87"/>
                  <a:pt x="67" y="87"/>
                  <a:pt x="67" y="87"/>
                </a:cubicBezTo>
                <a:cubicBezTo>
                  <a:pt x="39" y="87"/>
                  <a:pt x="39" y="87"/>
                  <a:pt x="39" y="87"/>
                </a:cubicBezTo>
                <a:cubicBezTo>
                  <a:pt x="37" y="82"/>
                  <a:pt x="37" y="82"/>
                  <a:pt x="37" y="82"/>
                </a:cubicBezTo>
                <a:cubicBezTo>
                  <a:pt x="67" y="52"/>
                  <a:pt x="67" y="52"/>
                  <a:pt x="67" y="52"/>
                </a:cubicBezTo>
                <a:cubicBezTo>
                  <a:pt x="48" y="52"/>
                  <a:pt x="48" y="52"/>
                  <a:pt x="48" y="52"/>
                </a:cubicBezTo>
                <a:cubicBezTo>
                  <a:pt x="25" y="77"/>
                  <a:pt x="25" y="77"/>
                  <a:pt x="25" y="77"/>
                </a:cubicBezTo>
                <a:cubicBezTo>
                  <a:pt x="32" y="52"/>
                  <a:pt x="32" y="52"/>
                  <a:pt x="32" y="52"/>
                </a:cubicBezTo>
                <a:cubicBezTo>
                  <a:pt x="18" y="52"/>
                  <a:pt x="18" y="52"/>
                  <a:pt x="18" y="52"/>
                </a:cubicBezTo>
                <a:cubicBezTo>
                  <a:pt x="18" y="2"/>
                  <a:pt x="18" y="2"/>
                  <a:pt x="18" y="2"/>
                </a:cubicBezTo>
                <a:cubicBezTo>
                  <a:pt x="76" y="2"/>
                  <a:pt x="76" y="2"/>
                  <a:pt x="76" y="2"/>
                </a:cubicBezTo>
                <a:cubicBezTo>
                  <a:pt x="76" y="55"/>
                  <a:pt x="76" y="55"/>
                  <a:pt x="76" y="55"/>
                </a:cubicBezTo>
                <a:cubicBezTo>
                  <a:pt x="76" y="55"/>
                  <a:pt x="76" y="55"/>
                  <a:pt x="76" y="55"/>
                </a:cubicBezTo>
                <a:close/>
                <a:moveTo>
                  <a:pt x="22" y="87"/>
                </a:moveTo>
                <a:cubicBezTo>
                  <a:pt x="22" y="87"/>
                  <a:pt x="22" y="87"/>
                  <a:pt x="22" y="87"/>
                </a:cubicBezTo>
                <a:cubicBezTo>
                  <a:pt x="22" y="87"/>
                  <a:pt x="22" y="87"/>
                  <a:pt x="22" y="87"/>
                </a:cubicBezTo>
                <a:cubicBezTo>
                  <a:pt x="22" y="87"/>
                  <a:pt x="22" y="87"/>
                  <a:pt x="22" y="87"/>
                </a:cubicBezTo>
                <a:cubicBezTo>
                  <a:pt x="22" y="87"/>
                  <a:pt x="22" y="87"/>
                  <a:pt x="22" y="87"/>
                </a:cubicBezTo>
                <a:close/>
                <a:moveTo>
                  <a:pt x="220" y="0"/>
                </a:moveTo>
                <a:cubicBezTo>
                  <a:pt x="220" y="57"/>
                  <a:pt x="220" y="57"/>
                  <a:pt x="220" y="57"/>
                </a:cubicBezTo>
                <a:cubicBezTo>
                  <a:pt x="218" y="59"/>
                  <a:pt x="216" y="60"/>
                  <a:pt x="215" y="62"/>
                </a:cubicBezTo>
                <a:cubicBezTo>
                  <a:pt x="215" y="0"/>
                  <a:pt x="215" y="0"/>
                  <a:pt x="215" y="0"/>
                </a:cubicBezTo>
                <a:cubicBezTo>
                  <a:pt x="152" y="0"/>
                  <a:pt x="152" y="0"/>
                  <a:pt x="152" y="0"/>
                </a:cubicBezTo>
                <a:cubicBezTo>
                  <a:pt x="152" y="52"/>
                  <a:pt x="152" y="52"/>
                  <a:pt x="152" y="52"/>
                </a:cubicBezTo>
                <a:cubicBezTo>
                  <a:pt x="147" y="52"/>
                  <a:pt x="147" y="52"/>
                  <a:pt x="147" y="52"/>
                </a:cubicBezTo>
                <a:cubicBezTo>
                  <a:pt x="147" y="0"/>
                  <a:pt x="147" y="0"/>
                  <a:pt x="147" y="0"/>
                </a:cubicBezTo>
                <a:cubicBezTo>
                  <a:pt x="84" y="0"/>
                  <a:pt x="84" y="0"/>
                  <a:pt x="84" y="0"/>
                </a:cubicBezTo>
                <a:cubicBezTo>
                  <a:pt x="84" y="52"/>
                  <a:pt x="84" y="52"/>
                  <a:pt x="84" y="52"/>
                </a:cubicBezTo>
                <a:cubicBezTo>
                  <a:pt x="79" y="52"/>
                  <a:pt x="79" y="52"/>
                  <a:pt x="79" y="52"/>
                </a:cubicBezTo>
                <a:cubicBezTo>
                  <a:pt x="79" y="0"/>
                  <a:pt x="79" y="0"/>
                  <a:pt x="79" y="0"/>
                </a:cubicBezTo>
                <a:cubicBezTo>
                  <a:pt x="16" y="0"/>
                  <a:pt x="16" y="0"/>
                  <a:pt x="16" y="0"/>
                </a:cubicBezTo>
                <a:cubicBezTo>
                  <a:pt x="16" y="59"/>
                  <a:pt x="16" y="59"/>
                  <a:pt x="16" y="59"/>
                </a:cubicBezTo>
                <a:cubicBezTo>
                  <a:pt x="0" y="113"/>
                  <a:pt x="0" y="113"/>
                  <a:pt x="0" y="113"/>
                </a:cubicBezTo>
                <a:cubicBezTo>
                  <a:pt x="14" y="113"/>
                  <a:pt x="14" y="113"/>
                  <a:pt x="14" y="113"/>
                </a:cubicBezTo>
                <a:cubicBezTo>
                  <a:pt x="21" y="89"/>
                  <a:pt x="21" y="89"/>
                  <a:pt x="21" y="89"/>
                </a:cubicBezTo>
                <a:cubicBezTo>
                  <a:pt x="23" y="89"/>
                  <a:pt x="23" y="89"/>
                  <a:pt x="23" y="89"/>
                </a:cubicBezTo>
                <a:cubicBezTo>
                  <a:pt x="35" y="113"/>
                  <a:pt x="35" y="113"/>
                  <a:pt x="35" y="113"/>
                </a:cubicBezTo>
                <a:cubicBezTo>
                  <a:pt x="52" y="113"/>
                  <a:pt x="52" y="113"/>
                  <a:pt x="52" y="113"/>
                </a:cubicBezTo>
                <a:cubicBezTo>
                  <a:pt x="40" y="89"/>
                  <a:pt x="40" y="89"/>
                  <a:pt x="40" y="89"/>
                </a:cubicBezTo>
                <a:cubicBezTo>
                  <a:pt x="66" y="89"/>
                  <a:pt x="66" y="89"/>
                  <a:pt x="66" y="89"/>
                </a:cubicBezTo>
                <a:cubicBezTo>
                  <a:pt x="59" y="113"/>
                  <a:pt x="59" y="113"/>
                  <a:pt x="59" y="113"/>
                </a:cubicBezTo>
                <a:cubicBezTo>
                  <a:pt x="74" y="113"/>
                  <a:pt x="74" y="113"/>
                  <a:pt x="74" y="113"/>
                </a:cubicBezTo>
                <a:cubicBezTo>
                  <a:pt x="81" y="89"/>
                  <a:pt x="81" y="89"/>
                  <a:pt x="81" y="89"/>
                </a:cubicBezTo>
                <a:cubicBezTo>
                  <a:pt x="85" y="89"/>
                  <a:pt x="85" y="89"/>
                  <a:pt x="85" y="89"/>
                </a:cubicBezTo>
                <a:cubicBezTo>
                  <a:pt x="85" y="89"/>
                  <a:pt x="85" y="89"/>
                  <a:pt x="85" y="89"/>
                </a:cubicBezTo>
                <a:cubicBezTo>
                  <a:pt x="90" y="89"/>
                  <a:pt x="90" y="89"/>
                  <a:pt x="90" y="89"/>
                </a:cubicBezTo>
                <a:cubicBezTo>
                  <a:pt x="90" y="89"/>
                  <a:pt x="90" y="89"/>
                  <a:pt x="90" y="89"/>
                </a:cubicBezTo>
                <a:cubicBezTo>
                  <a:pt x="119" y="89"/>
                  <a:pt x="119" y="89"/>
                  <a:pt x="119" y="89"/>
                </a:cubicBezTo>
                <a:cubicBezTo>
                  <a:pt x="112" y="113"/>
                  <a:pt x="112" y="113"/>
                  <a:pt x="112" y="113"/>
                </a:cubicBezTo>
                <a:cubicBezTo>
                  <a:pt x="128" y="113"/>
                  <a:pt x="128" y="113"/>
                  <a:pt x="128" y="113"/>
                </a:cubicBezTo>
                <a:cubicBezTo>
                  <a:pt x="135" y="89"/>
                  <a:pt x="135" y="89"/>
                  <a:pt x="135" y="89"/>
                </a:cubicBezTo>
                <a:cubicBezTo>
                  <a:pt x="142" y="89"/>
                  <a:pt x="142" y="89"/>
                  <a:pt x="142" y="89"/>
                </a:cubicBezTo>
                <a:cubicBezTo>
                  <a:pt x="142" y="113"/>
                  <a:pt x="142" y="113"/>
                  <a:pt x="142" y="113"/>
                </a:cubicBezTo>
                <a:cubicBezTo>
                  <a:pt x="155" y="113"/>
                  <a:pt x="155" y="113"/>
                  <a:pt x="155" y="113"/>
                </a:cubicBezTo>
                <a:cubicBezTo>
                  <a:pt x="170" y="89"/>
                  <a:pt x="170" y="89"/>
                  <a:pt x="170" y="89"/>
                </a:cubicBezTo>
                <a:cubicBezTo>
                  <a:pt x="180" y="89"/>
                  <a:pt x="180" y="89"/>
                  <a:pt x="180" y="89"/>
                </a:cubicBezTo>
                <a:cubicBezTo>
                  <a:pt x="175" y="113"/>
                  <a:pt x="175" y="113"/>
                  <a:pt x="175" y="113"/>
                </a:cubicBezTo>
                <a:cubicBezTo>
                  <a:pt x="190" y="113"/>
                  <a:pt x="190" y="113"/>
                  <a:pt x="190" y="113"/>
                </a:cubicBezTo>
                <a:cubicBezTo>
                  <a:pt x="195" y="89"/>
                  <a:pt x="195" y="89"/>
                  <a:pt x="195" y="89"/>
                </a:cubicBezTo>
                <a:cubicBezTo>
                  <a:pt x="204" y="89"/>
                  <a:pt x="204" y="89"/>
                  <a:pt x="204" y="89"/>
                </a:cubicBezTo>
                <a:cubicBezTo>
                  <a:pt x="203" y="96"/>
                  <a:pt x="205" y="103"/>
                  <a:pt x="210" y="108"/>
                </a:cubicBezTo>
                <a:cubicBezTo>
                  <a:pt x="216" y="113"/>
                  <a:pt x="225" y="114"/>
                  <a:pt x="232" y="114"/>
                </a:cubicBezTo>
                <a:cubicBezTo>
                  <a:pt x="241" y="114"/>
                  <a:pt x="251" y="113"/>
                  <a:pt x="260" y="111"/>
                </a:cubicBezTo>
                <a:cubicBezTo>
                  <a:pt x="266" y="89"/>
                  <a:pt x="266" y="89"/>
                  <a:pt x="266" y="89"/>
                </a:cubicBezTo>
                <a:cubicBezTo>
                  <a:pt x="283" y="89"/>
                  <a:pt x="283" y="89"/>
                  <a:pt x="283" y="89"/>
                </a:cubicBezTo>
                <a:cubicBezTo>
                  <a:pt x="283" y="0"/>
                  <a:pt x="283" y="0"/>
                  <a:pt x="283" y="0"/>
                </a:cubicBezTo>
                <a:cubicBezTo>
                  <a:pt x="220" y="0"/>
                  <a:pt x="220" y="0"/>
                  <a:pt x="220" y="0"/>
                </a:cubicBezTo>
                <a:cubicBezTo>
                  <a:pt x="220" y="0"/>
                  <a:pt x="220" y="0"/>
                  <a:pt x="220" y="0"/>
                </a:cubicBez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pPr marL="0" marR="0" lvl="0" indent="0" algn="r" defTabSz="1828800" rtl="1" eaLnBrk="1" fontAlgn="auto" latinLnBrk="0" hangingPunct="1">
              <a:lnSpc>
                <a:spcPct val="100000"/>
              </a:lnSpc>
              <a:spcBef>
                <a:spcPts val="0"/>
              </a:spcBef>
              <a:spcAft>
                <a:spcPts val="0"/>
              </a:spcAft>
              <a:buClrTx/>
              <a:buSzTx/>
              <a:buFontTx/>
              <a:buNone/>
              <a:tabLst/>
              <a:defRPr/>
            </a:pPr>
            <a:endParaRPr kumimoji="0" lang="en-GB" sz="3600" b="0" i="0" u="none" strike="noStrike" kern="1200" cap="none" spc="0" normalizeH="0" baseline="0" noProof="0">
              <a:ln>
                <a:noFill/>
              </a:ln>
              <a:solidFill>
                <a:schemeClr val="bg1"/>
              </a:solidFill>
              <a:effectLst/>
              <a:uLnTx/>
              <a:uFillTx/>
              <a:latin typeface="DIN Next LT Arabic" panose="020B0503020203050203" pitchFamily="34" charset="-78"/>
              <a:ea typeface="+mn-ea"/>
              <a:cs typeface="DIN Next LT Arabic" panose="020B0503020203050203" pitchFamily="34" charset="-78"/>
              <a:sym typeface="DIN Next LT Arabic" panose="020B0503020203050203" pitchFamily="34" charset="-78"/>
            </a:endParaRPr>
          </a:p>
        </p:txBody>
      </p:sp>
    </p:spTree>
    <p:extLst>
      <p:ext uri="{BB962C8B-B14F-4D97-AF65-F5344CB8AC3E}">
        <p14:creationId xmlns:p14="http://schemas.microsoft.com/office/powerpoint/2010/main" val="343916586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Cover style 1-C">
    <p:bg>
      <p:bgPr>
        <a:solidFill>
          <a:schemeClr val="accent1"/>
        </a:solidFill>
        <a:effectLst/>
      </p:bgPr>
    </p:bg>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1DE2CA8E-908D-408E-B697-938F70D989CE}"/>
              </a:ext>
            </a:extLst>
          </p:cNvPr>
          <p:cNvGraphicFramePr>
            <a:graphicFrameLocks noChangeAspect="1"/>
          </p:cNvGraphicFramePr>
          <p:nvPr userDrawn="1">
            <p:custDataLst>
              <p:tags r:id="rId1"/>
            </p:custDataLst>
            <p:extLst>
              <p:ext uri="{D42A27DB-BD31-4B8C-83A1-F6EECF244321}">
                <p14:modId xmlns:p14="http://schemas.microsoft.com/office/powerpoint/2010/main" val="630984716"/>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4" name="Object 3" hidden="1">
                        <a:extLst>
                          <a:ext uri="{FF2B5EF4-FFF2-40B4-BE49-F238E27FC236}">
                            <a16:creationId xmlns:a16="http://schemas.microsoft.com/office/drawing/2014/main" id="{1DE2CA8E-908D-408E-B697-938F70D989CE}"/>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9" name="Rectangle 8">
            <a:extLst>
              <a:ext uri="{FF2B5EF4-FFF2-40B4-BE49-F238E27FC236}">
                <a16:creationId xmlns:a16="http://schemas.microsoft.com/office/drawing/2014/main" id="{AB6042D1-1122-45AF-9049-A2AAF486E28B}"/>
              </a:ext>
            </a:extLst>
          </p:cNvPr>
          <p:cNvSpPr>
            <a:spLocks noChangeAspect="1"/>
          </p:cNvSpPr>
          <p:nvPr userDrawn="1"/>
        </p:nvSpPr>
        <p:spPr>
          <a:xfrm>
            <a:off x="0" y="2"/>
            <a:ext cx="24384000" cy="13716000"/>
          </a:xfrm>
          <a:prstGeom prst="rect">
            <a:avLst/>
          </a:prstGeom>
          <a:gradFill>
            <a:gsLst>
              <a:gs pos="100000">
                <a:schemeClr val="accent1"/>
              </a:gs>
              <a:gs pos="0">
                <a:schemeClr val="accent5"/>
              </a:gs>
            </a:gsLst>
            <a:lin ang="0" scaled="0"/>
          </a:gradFill>
        </p:spPr>
        <p:txBody>
          <a:bodyPr vert="horz" lIns="360000" tIns="360000" rIns="360000" bIns="360000" rtlCol="0" anchor="t" anchorCtr="0">
            <a:noAutofit/>
          </a:bodyPr>
          <a:lstStyle/>
          <a:p>
            <a:pPr lvl="0">
              <a:lnSpc>
                <a:spcPct val="70000"/>
              </a:lnSpc>
              <a:spcBef>
                <a:spcPct val="0"/>
              </a:spcBef>
              <a:buNone/>
            </a:pPr>
            <a:endParaRPr lang="en-US" sz="17600" baseline="0" err="1">
              <a:solidFill>
                <a:schemeClr val="bg1"/>
              </a:solidFill>
              <a:latin typeface="DIN Next LT Arabic" panose="020B0503020203050203" pitchFamily="34" charset="-78"/>
              <a:ea typeface="+mj-ea"/>
              <a:cs typeface="DIN Next LT Arabic" panose="020B0503020203050203" pitchFamily="34" charset="-78"/>
              <a:sym typeface="DIN Next LT Arabic" panose="020B0503020203050203" pitchFamily="34" charset="-78"/>
            </a:endParaRPr>
          </a:p>
        </p:txBody>
      </p:sp>
      <p:sp>
        <p:nvSpPr>
          <p:cNvPr id="28" name="Picture Placeholder 3">
            <a:extLst>
              <a:ext uri="{FF2B5EF4-FFF2-40B4-BE49-F238E27FC236}">
                <a16:creationId xmlns:a16="http://schemas.microsoft.com/office/drawing/2014/main" id="{13BD1F9C-C7CA-4162-BCD4-0E8701D30076}"/>
              </a:ext>
            </a:extLst>
          </p:cNvPr>
          <p:cNvSpPr>
            <a:spLocks noGrp="1" noChangeAspect="1"/>
          </p:cNvSpPr>
          <p:nvPr>
            <p:ph type="pic" sz="quarter" idx="12"/>
          </p:nvPr>
        </p:nvSpPr>
        <p:spPr>
          <a:xfrm>
            <a:off x="1463676" y="2912777"/>
            <a:ext cx="6028908" cy="8721242"/>
          </a:xfrm>
          <a:solidFill>
            <a:schemeClr val="accent2"/>
          </a:solidFill>
        </p:spPr>
        <p:txBody>
          <a:bodyPr vert="horz" lIns="0" tIns="0" rIns="0" bIns="0" rtlCol="0" anchor="ctr" anchorCtr="0">
            <a:noAutofit/>
          </a:bodyPr>
          <a:lstStyle>
            <a:lvl1pPr>
              <a:defRPr lang="en-GB" sz="2000" b="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pPr lvl="0" algn="ctr"/>
            <a:r>
              <a:rPr lang="en-US"/>
              <a:t>Click icon to add picture</a:t>
            </a:r>
            <a:endParaRPr lang="en-GB"/>
          </a:p>
        </p:txBody>
      </p:sp>
      <p:sp>
        <p:nvSpPr>
          <p:cNvPr id="11" name="Title 1">
            <a:extLst>
              <a:ext uri="{FF2B5EF4-FFF2-40B4-BE49-F238E27FC236}">
                <a16:creationId xmlns:a16="http://schemas.microsoft.com/office/drawing/2014/main" id="{A69D131D-7F76-4CC1-9730-16B44AE4BA1B}"/>
              </a:ext>
            </a:extLst>
          </p:cNvPr>
          <p:cNvSpPr>
            <a:spLocks noGrp="1"/>
          </p:cNvSpPr>
          <p:nvPr>
            <p:ph type="ctrTitle" hasCustomPrompt="1"/>
          </p:nvPr>
        </p:nvSpPr>
        <p:spPr>
          <a:xfrm>
            <a:off x="12884150" y="2786941"/>
            <a:ext cx="10058400" cy="6885362"/>
          </a:xfrm>
          <a:noFill/>
          <a:ln w="3175">
            <a:noFill/>
            <a:prstDash val="lgDash"/>
          </a:ln>
        </p:spPr>
        <p:txBody>
          <a:bodyPr vert="horz" lIns="0" tIns="0" rIns="0" bIns="0" anchor="t" anchorCtr="0">
            <a:noAutofit/>
          </a:bodyPr>
          <a:lstStyle>
            <a:lvl1pPr algn="r" rtl="1">
              <a:lnSpc>
                <a:spcPct val="90000"/>
              </a:lnSpc>
              <a:defRPr sz="12000" b="1" baseline="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ar-SA"/>
              <a:t>انقر لتعديل أنماط النص الرئيسي</a:t>
            </a:r>
            <a:endParaRPr lang="en-US"/>
          </a:p>
        </p:txBody>
      </p:sp>
      <p:sp>
        <p:nvSpPr>
          <p:cNvPr id="12" name="Text Placeholder 3">
            <a:extLst>
              <a:ext uri="{FF2B5EF4-FFF2-40B4-BE49-F238E27FC236}">
                <a16:creationId xmlns:a16="http://schemas.microsoft.com/office/drawing/2014/main" id="{B8860AEB-AE6A-4087-B910-8172D6E63614}"/>
              </a:ext>
            </a:extLst>
          </p:cNvPr>
          <p:cNvSpPr>
            <a:spLocks noGrp="1"/>
          </p:cNvSpPr>
          <p:nvPr>
            <p:ph type="body" sz="quarter" idx="11"/>
          </p:nvPr>
        </p:nvSpPr>
        <p:spPr>
          <a:xfrm>
            <a:off x="12884150" y="11010150"/>
            <a:ext cx="10058400" cy="1620000"/>
          </a:xfrm>
          <a:ln w="3175">
            <a:noFill/>
            <a:prstDash val="lgDash"/>
          </a:ln>
        </p:spPr>
        <p:txBody>
          <a:bodyPr wrap="square" anchor="b">
            <a:noAutofit/>
          </a:bodyPr>
          <a:lstStyle>
            <a:lvl1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vl2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2pPr>
            <a:lvl3pPr>
              <a:buClr>
                <a:schemeClr val="bg1"/>
              </a:buClr>
              <a:defRPr sz="2200">
                <a:solidFill>
                  <a:schemeClr val="bg1"/>
                </a:solidFill>
              </a:defRPr>
            </a:lvl3pPr>
            <a:lvl4pPr>
              <a:buClr>
                <a:schemeClr val="bg1"/>
              </a:buClr>
              <a:defRPr sz="2200">
                <a:solidFill>
                  <a:schemeClr val="bg1"/>
                </a:solidFill>
              </a:defRPr>
            </a:lvl4pPr>
            <a:lvl5pPr>
              <a:buClr>
                <a:schemeClr val="bg1"/>
              </a:buClr>
              <a:defRPr sz="2200">
                <a:solidFill>
                  <a:schemeClr val="bg1"/>
                </a:solidFill>
              </a:defRPr>
            </a:lvl5pPr>
          </a:lstStyle>
          <a:p>
            <a:pPr lvl="0"/>
            <a:r>
              <a:rPr lang="en-US"/>
              <a:t>Click to edit Master text styles</a:t>
            </a:r>
          </a:p>
          <a:p>
            <a:pPr lvl="1"/>
            <a:r>
              <a:rPr lang="en-US"/>
              <a:t>Second level</a:t>
            </a:r>
          </a:p>
        </p:txBody>
      </p:sp>
      <p:sp>
        <p:nvSpPr>
          <p:cNvPr id="13" name="Freeform 19">
            <a:extLst>
              <a:ext uri="{FF2B5EF4-FFF2-40B4-BE49-F238E27FC236}">
                <a16:creationId xmlns:a16="http://schemas.microsoft.com/office/drawing/2014/main" id="{94B90CDA-4F7D-4D3E-B408-0EADED34F929}"/>
              </a:ext>
            </a:extLst>
          </p:cNvPr>
          <p:cNvSpPr>
            <a:spLocks noChangeAspect="1" noEditPoints="1"/>
          </p:cNvSpPr>
          <p:nvPr userDrawn="1"/>
        </p:nvSpPr>
        <p:spPr bwMode="auto">
          <a:xfrm>
            <a:off x="21119753" y="1082677"/>
            <a:ext cx="1822798" cy="742622"/>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83" h="114">
                <a:moveTo>
                  <a:pt x="281" y="87"/>
                </a:moveTo>
                <a:cubicBezTo>
                  <a:pt x="266" y="87"/>
                  <a:pt x="266" y="87"/>
                  <a:pt x="266" y="87"/>
                </a:cubicBezTo>
                <a:cubicBezTo>
                  <a:pt x="269" y="77"/>
                  <a:pt x="269" y="77"/>
                  <a:pt x="269" y="77"/>
                </a:cubicBezTo>
                <a:cubicBezTo>
                  <a:pt x="239" y="77"/>
                  <a:pt x="239" y="77"/>
                  <a:pt x="239" y="77"/>
                </a:cubicBezTo>
                <a:cubicBezTo>
                  <a:pt x="237" y="87"/>
                  <a:pt x="237" y="87"/>
                  <a:pt x="237" y="87"/>
                </a:cubicBezTo>
                <a:cubicBezTo>
                  <a:pt x="222" y="87"/>
                  <a:pt x="222" y="87"/>
                  <a:pt x="222" y="87"/>
                </a:cubicBezTo>
                <a:cubicBezTo>
                  <a:pt x="222" y="85"/>
                  <a:pt x="222" y="85"/>
                  <a:pt x="222" y="85"/>
                </a:cubicBezTo>
                <a:cubicBezTo>
                  <a:pt x="223" y="84"/>
                  <a:pt x="223" y="83"/>
                  <a:pt x="223" y="81"/>
                </a:cubicBezTo>
                <a:cubicBezTo>
                  <a:pt x="226" y="71"/>
                  <a:pt x="233" y="60"/>
                  <a:pt x="244" y="60"/>
                </a:cubicBezTo>
                <a:cubicBezTo>
                  <a:pt x="249" y="60"/>
                  <a:pt x="254" y="62"/>
                  <a:pt x="253" y="69"/>
                </a:cubicBezTo>
                <a:cubicBezTo>
                  <a:pt x="271" y="69"/>
                  <a:pt x="271" y="69"/>
                  <a:pt x="271" y="69"/>
                </a:cubicBezTo>
                <a:cubicBezTo>
                  <a:pt x="272" y="66"/>
                  <a:pt x="273" y="61"/>
                  <a:pt x="269" y="56"/>
                </a:cubicBezTo>
                <a:cubicBezTo>
                  <a:pt x="266" y="51"/>
                  <a:pt x="258" y="48"/>
                  <a:pt x="248" y="48"/>
                </a:cubicBezTo>
                <a:cubicBezTo>
                  <a:pt x="241" y="48"/>
                  <a:pt x="231" y="50"/>
                  <a:pt x="222" y="55"/>
                </a:cubicBezTo>
                <a:cubicBezTo>
                  <a:pt x="222" y="2"/>
                  <a:pt x="222" y="2"/>
                  <a:pt x="222" y="2"/>
                </a:cubicBezTo>
                <a:cubicBezTo>
                  <a:pt x="281" y="2"/>
                  <a:pt x="281" y="2"/>
                  <a:pt x="281" y="2"/>
                </a:cubicBezTo>
                <a:cubicBezTo>
                  <a:pt x="281" y="87"/>
                  <a:pt x="281" y="87"/>
                  <a:pt x="281" y="87"/>
                </a:cubicBezTo>
                <a:cubicBezTo>
                  <a:pt x="281" y="87"/>
                  <a:pt x="281" y="87"/>
                  <a:pt x="281" y="87"/>
                </a:cubicBezTo>
                <a:close/>
                <a:moveTo>
                  <a:pt x="246" y="101"/>
                </a:moveTo>
                <a:cubicBezTo>
                  <a:pt x="243" y="102"/>
                  <a:pt x="240" y="102"/>
                  <a:pt x="237" y="102"/>
                </a:cubicBezTo>
                <a:cubicBezTo>
                  <a:pt x="228" y="102"/>
                  <a:pt x="222" y="98"/>
                  <a:pt x="222" y="89"/>
                </a:cubicBezTo>
                <a:cubicBezTo>
                  <a:pt x="249" y="89"/>
                  <a:pt x="249" y="89"/>
                  <a:pt x="249" y="89"/>
                </a:cubicBezTo>
                <a:cubicBezTo>
                  <a:pt x="246" y="101"/>
                  <a:pt x="246" y="101"/>
                  <a:pt x="246" y="101"/>
                </a:cubicBezTo>
                <a:cubicBezTo>
                  <a:pt x="246" y="101"/>
                  <a:pt x="246" y="101"/>
                  <a:pt x="246" y="101"/>
                </a:cubicBezTo>
                <a:close/>
                <a:moveTo>
                  <a:pt x="213" y="53"/>
                </a:moveTo>
                <a:cubicBezTo>
                  <a:pt x="213" y="65"/>
                  <a:pt x="213" y="65"/>
                  <a:pt x="213" y="65"/>
                </a:cubicBezTo>
                <a:cubicBezTo>
                  <a:pt x="209" y="71"/>
                  <a:pt x="206" y="77"/>
                  <a:pt x="205" y="82"/>
                </a:cubicBezTo>
                <a:cubicBezTo>
                  <a:pt x="204" y="83"/>
                  <a:pt x="204" y="85"/>
                  <a:pt x="204" y="87"/>
                </a:cubicBezTo>
                <a:cubicBezTo>
                  <a:pt x="195" y="87"/>
                  <a:pt x="195" y="87"/>
                  <a:pt x="195" y="87"/>
                </a:cubicBezTo>
                <a:cubicBezTo>
                  <a:pt x="203" y="52"/>
                  <a:pt x="203" y="52"/>
                  <a:pt x="203" y="52"/>
                </a:cubicBezTo>
                <a:cubicBezTo>
                  <a:pt x="178" y="52"/>
                  <a:pt x="178" y="52"/>
                  <a:pt x="178" y="52"/>
                </a:cubicBezTo>
                <a:cubicBezTo>
                  <a:pt x="156" y="87"/>
                  <a:pt x="156" y="87"/>
                  <a:pt x="156" y="87"/>
                </a:cubicBezTo>
                <a:cubicBezTo>
                  <a:pt x="154" y="87"/>
                  <a:pt x="154" y="87"/>
                  <a:pt x="154" y="87"/>
                </a:cubicBezTo>
                <a:cubicBezTo>
                  <a:pt x="154" y="2"/>
                  <a:pt x="154" y="2"/>
                  <a:pt x="154" y="2"/>
                </a:cubicBezTo>
                <a:cubicBezTo>
                  <a:pt x="213" y="2"/>
                  <a:pt x="213" y="2"/>
                  <a:pt x="213" y="2"/>
                </a:cubicBezTo>
                <a:cubicBezTo>
                  <a:pt x="213" y="53"/>
                  <a:pt x="213" y="53"/>
                  <a:pt x="213" y="53"/>
                </a:cubicBezTo>
                <a:cubicBezTo>
                  <a:pt x="213" y="53"/>
                  <a:pt x="213" y="53"/>
                  <a:pt x="213" y="53"/>
                </a:cubicBezTo>
                <a:close/>
                <a:moveTo>
                  <a:pt x="180" y="87"/>
                </a:moveTo>
                <a:cubicBezTo>
                  <a:pt x="171" y="87"/>
                  <a:pt x="171" y="87"/>
                  <a:pt x="171" y="87"/>
                </a:cubicBezTo>
                <a:cubicBezTo>
                  <a:pt x="185" y="66"/>
                  <a:pt x="185" y="66"/>
                  <a:pt x="185" y="66"/>
                </a:cubicBezTo>
                <a:cubicBezTo>
                  <a:pt x="180" y="87"/>
                  <a:pt x="180" y="87"/>
                  <a:pt x="180" y="87"/>
                </a:cubicBezTo>
                <a:cubicBezTo>
                  <a:pt x="180" y="87"/>
                  <a:pt x="180" y="87"/>
                  <a:pt x="180" y="87"/>
                </a:cubicBezTo>
                <a:close/>
                <a:moveTo>
                  <a:pt x="145" y="52"/>
                </a:moveTo>
                <a:cubicBezTo>
                  <a:pt x="130" y="52"/>
                  <a:pt x="130" y="52"/>
                  <a:pt x="130" y="52"/>
                </a:cubicBezTo>
                <a:cubicBezTo>
                  <a:pt x="120" y="87"/>
                  <a:pt x="120" y="87"/>
                  <a:pt x="120" y="87"/>
                </a:cubicBezTo>
                <a:cubicBezTo>
                  <a:pt x="104" y="87"/>
                  <a:pt x="104" y="87"/>
                  <a:pt x="104" y="87"/>
                </a:cubicBezTo>
                <a:cubicBezTo>
                  <a:pt x="112" y="84"/>
                  <a:pt x="117" y="78"/>
                  <a:pt x="119" y="70"/>
                </a:cubicBezTo>
                <a:cubicBezTo>
                  <a:pt x="120" y="64"/>
                  <a:pt x="119" y="59"/>
                  <a:pt x="117" y="56"/>
                </a:cubicBezTo>
                <a:cubicBezTo>
                  <a:pt x="113" y="51"/>
                  <a:pt x="105" y="52"/>
                  <a:pt x="98" y="52"/>
                </a:cubicBezTo>
                <a:cubicBezTo>
                  <a:pt x="97" y="52"/>
                  <a:pt x="86" y="52"/>
                  <a:pt x="86" y="52"/>
                </a:cubicBezTo>
                <a:cubicBezTo>
                  <a:pt x="86" y="2"/>
                  <a:pt x="86" y="2"/>
                  <a:pt x="86" y="2"/>
                </a:cubicBezTo>
                <a:cubicBezTo>
                  <a:pt x="145" y="2"/>
                  <a:pt x="145" y="2"/>
                  <a:pt x="145" y="2"/>
                </a:cubicBezTo>
                <a:cubicBezTo>
                  <a:pt x="145" y="52"/>
                  <a:pt x="145" y="52"/>
                  <a:pt x="145" y="52"/>
                </a:cubicBezTo>
                <a:cubicBezTo>
                  <a:pt x="145" y="52"/>
                  <a:pt x="145" y="52"/>
                  <a:pt x="145" y="52"/>
                </a:cubicBezTo>
                <a:close/>
                <a:moveTo>
                  <a:pt x="135" y="87"/>
                </a:moveTo>
                <a:cubicBezTo>
                  <a:pt x="141" y="65"/>
                  <a:pt x="141" y="65"/>
                  <a:pt x="141" y="65"/>
                </a:cubicBezTo>
                <a:cubicBezTo>
                  <a:pt x="142" y="87"/>
                  <a:pt x="142" y="87"/>
                  <a:pt x="142" y="87"/>
                </a:cubicBezTo>
                <a:cubicBezTo>
                  <a:pt x="135" y="87"/>
                  <a:pt x="135" y="87"/>
                  <a:pt x="135" y="87"/>
                </a:cubicBezTo>
                <a:cubicBezTo>
                  <a:pt x="135" y="87"/>
                  <a:pt x="135" y="87"/>
                  <a:pt x="135" y="87"/>
                </a:cubicBezTo>
                <a:close/>
                <a:moveTo>
                  <a:pt x="93" y="79"/>
                </a:moveTo>
                <a:cubicBezTo>
                  <a:pt x="93" y="79"/>
                  <a:pt x="93" y="79"/>
                  <a:pt x="93" y="79"/>
                </a:cubicBezTo>
                <a:cubicBezTo>
                  <a:pt x="92" y="79"/>
                  <a:pt x="91" y="79"/>
                  <a:pt x="91" y="79"/>
                </a:cubicBezTo>
                <a:cubicBezTo>
                  <a:pt x="90" y="79"/>
                  <a:pt x="89" y="79"/>
                  <a:pt x="89" y="79"/>
                </a:cubicBezTo>
                <a:cubicBezTo>
                  <a:pt x="85" y="79"/>
                  <a:pt x="85" y="79"/>
                  <a:pt x="85" y="79"/>
                </a:cubicBezTo>
                <a:cubicBezTo>
                  <a:pt x="87" y="72"/>
                  <a:pt x="87" y="72"/>
                  <a:pt x="87" y="72"/>
                </a:cubicBezTo>
                <a:cubicBezTo>
                  <a:pt x="87" y="69"/>
                  <a:pt x="87" y="69"/>
                  <a:pt x="87" y="69"/>
                </a:cubicBezTo>
                <a:cubicBezTo>
                  <a:pt x="89" y="62"/>
                  <a:pt x="89" y="62"/>
                  <a:pt x="89" y="62"/>
                </a:cubicBezTo>
                <a:cubicBezTo>
                  <a:pt x="90" y="62"/>
                  <a:pt x="91" y="62"/>
                  <a:pt x="92" y="62"/>
                </a:cubicBezTo>
                <a:cubicBezTo>
                  <a:pt x="95" y="62"/>
                  <a:pt x="95" y="62"/>
                  <a:pt x="95" y="62"/>
                </a:cubicBezTo>
                <a:cubicBezTo>
                  <a:pt x="100" y="62"/>
                  <a:pt x="103" y="62"/>
                  <a:pt x="104" y="63"/>
                </a:cubicBezTo>
                <a:cubicBezTo>
                  <a:pt x="105" y="65"/>
                  <a:pt x="105" y="67"/>
                  <a:pt x="104" y="70"/>
                </a:cubicBezTo>
                <a:cubicBezTo>
                  <a:pt x="102" y="75"/>
                  <a:pt x="100" y="78"/>
                  <a:pt x="93" y="79"/>
                </a:cubicBezTo>
                <a:moveTo>
                  <a:pt x="76" y="55"/>
                </a:moveTo>
                <a:cubicBezTo>
                  <a:pt x="75" y="58"/>
                  <a:pt x="75" y="58"/>
                  <a:pt x="75" y="58"/>
                </a:cubicBezTo>
                <a:cubicBezTo>
                  <a:pt x="67" y="86"/>
                  <a:pt x="67" y="86"/>
                  <a:pt x="67" y="86"/>
                </a:cubicBezTo>
                <a:cubicBezTo>
                  <a:pt x="67" y="87"/>
                  <a:pt x="67" y="87"/>
                  <a:pt x="67" y="87"/>
                </a:cubicBezTo>
                <a:cubicBezTo>
                  <a:pt x="39" y="87"/>
                  <a:pt x="39" y="87"/>
                  <a:pt x="39" y="87"/>
                </a:cubicBezTo>
                <a:cubicBezTo>
                  <a:pt x="37" y="82"/>
                  <a:pt x="37" y="82"/>
                  <a:pt x="37" y="82"/>
                </a:cubicBezTo>
                <a:cubicBezTo>
                  <a:pt x="67" y="52"/>
                  <a:pt x="67" y="52"/>
                  <a:pt x="67" y="52"/>
                </a:cubicBezTo>
                <a:cubicBezTo>
                  <a:pt x="48" y="52"/>
                  <a:pt x="48" y="52"/>
                  <a:pt x="48" y="52"/>
                </a:cubicBezTo>
                <a:cubicBezTo>
                  <a:pt x="25" y="77"/>
                  <a:pt x="25" y="77"/>
                  <a:pt x="25" y="77"/>
                </a:cubicBezTo>
                <a:cubicBezTo>
                  <a:pt x="32" y="52"/>
                  <a:pt x="32" y="52"/>
                  <a:pt x="32" y="52"/>
                </a:cubicBezTo>
                <a:cubicBezTo>
                  <a:pt x="18" y="52"/>
                  <a:pt x="18" y="52"/>
                  <a:pt x="18" y="52"/>
                </a:cubicBezTo>
                <a:cubicBezTo>
                  <a:pt x="18" y="2"/>
                  <a:pt x="18" y="2"/>
                  <a:pt x="18" y="2"/>
                </a:cubicBezTo>
                <a:cubicBezTo>
                  <a:pt x="76" y="2"/>
                  <a:pt x="76" y="2"/>
                  <a:pt x="76" y="2"/>
                </a:cubicBezTo>
                <a:cubicBezTo>
                  <a:pt x="76" y="55"/>
                  <a:pt x="76" y="55"/>
                  <a:pt x="76" y="55"/>
                </a:cubicBezTo>
                <a:cubicBezTo>
                  <a:pt x="76" y="55"/>
                  <a:pt x="76" y="55"/>
                  <a:pt x="76" y="55"/>
                </a:cubicBezTo>
                <a:close/>
                <a:moveTo>
                  <a:pt x="22" y="87"/>
                </a:moveTo>
                <a:cubicBezTo>
                  <a:pt x="22" y="87"/>
                  <a:pt x="22" y="87"/>
                  <a:pt x="22" y="87"/>
                </a:cubicBezTo>
                <a:cubicBezTo>
                  <a:pt x="22" y="87"/>
                  <a:pt x="22" y="87"/>
                  <a:pt x="22" y="87"/>
                </a:cubicBezTo>
                <a:cubicBezTo>
                  <a:pt x="22" y="87"/>
                  <a:pt x="22" y="87"/>
                  <a:pt x="22" y="87"/>
                </a:cubicBezTo>
                <a:cubicBezTo>
                  <a:pt x="22" y="87"/>
                  <a:pt x="22" y="87"/>
                  <a:pt x="22" y="87"/>
                </a:cubicBezTo>
                <a:close/>
                <a:moveTo>
                  <a:pt x="220" y="0"/>
                </a:moveTo>
                <a:cubicBezTo>
                  <a:pt x="220" y="57"/>
                  <a:pt x="220" y="57"/>
                  <a:pt x="220" y="57"/>
                </a:cubicBezTo>
                <a:cubicBezTo>
                  <a:pt x="218" y="59"/>
                  <a:pt x="216" y="60"/>
                  <a:pt x="215" y="62"/>
                </a:cubicBezTo>
                <a:cubicBezTo>
                  <a:pt x="215" y="0"/>
                  <a:pt x="215" y="0"/>
                  <a:pt x="215" y="0"/>
                </a:cubicBezTo>
                <a:cubicBezTo>
                  <a:pt x="152" y="0"/>
                  <a:pt x="152" y="0"/>
                  <a:pt x="152" y="0"/>
                </a:cubicBezTo>
                <a:cubicBezTo>
                  <a:pt x="152" y="52"/>
                  <a:pt x="152" y="52"/>
                  <a:pt x="152" y="52"/>
                </a:cubicBezTo>
                <a:cubicBezTo>
                  <a:pt x="147" y="52"/>
                  <a:pt x="147" y="52"/>
                  <a:pt x="147" y="52"/>
                </a:cubicBezTo>
                <a:cubicBezTo>
                  <a:pt x="147" y="0"/>
                  <a:pt x="147" y="0"/>
                  <a:pt x="147" y="0"/>
                </a:cubicBezTo>
                <a:cubicBezTo>
                  <a:pt x="84" y="0"/>
                  <a:pt x="84" y="0"/>
                  <a:pt x="84" y="0"/>
                </a:cubicBezTo>
                <a:cubicBezTo>
                  <a:pt x="84" y="52"/>
                  <a:pt x="84" y="52"/>
                  <a:pt x="84" y="52"/>
                </a:cubicBezTo>
                <a:cubicBezTo>
                  <a:pt x="79" y="52"/>
                  <a:pt x="79" y="52"/>
                  <a:pt x="79" y="52"/>
                </a:cubicBezTo>
                <a:cubicBezTo>
                  <a:pt x="79" y="0"/>
                  <a:pt x="79" y="0"/>
                  <a:pt x="79" y="0"/>
                </a:cubicBezTo>
                <a:cubicBezTo>
                  <a:pt x="16" y="0"/>
                  <a:pt x="16" y="0"/>
                  <a:pt x="16" y="0"/>
                </a:cubicBezTo>
                <a:cubicBezTo>
                  <a:pt x="16" y="59"/>
                  <a:pt x="16" y="59"/>
                  <a:pt x="16" y="59"/>
                </a:cubicBezTo>
                <a:cubicBezTo>
                  <a:pt x="0" y="113"/>
                  <a:pt x="0" y="113"/>
                  <a:pt x="0" y="113"/>
                </a:cubicBezTo>
                <a:cubicBezTo>
                  <a:pt x="14" y="113"/>
                  <a:pt x="14" y="113"/>
                  <a:pt x="14" y="113"/>
                </a:cubicBezTo>
                <a:cubicBezTo>
                  <a:pt x="21" y="89"/>
                  <a:pt x="21" y="89"/>
                  <a:pt x="21" y="89"/>
                </a:cubicBezTo>
                <a:cubicBezTo>
                  <a:pt x="23" y="89"/>
                  <a:pt x="23" y="89"/>
                  <a:pt x="23" y="89"/>
                </a:cubicBezTo>
                <a:cubicBezTo>
                  <a:pt x="35" y="113"/>
                  <a:pt x="35" y="113"/>
                  <a:pt x="35" y="113"/>
                </a:cubicBezTo>
                <a:cubicBezTo>
                  <a:pt x="52" y="113"/>
                  <a:pt x="52" y="113"/>
                  <a:pt x="52" y="113"/>
                </a:cubicBezTo>
                <a:cubicBezTo>
                  <a:pt x="40" y="89"/>
                  <a:pt x="40" y="89"/>
                  <a:pt x="40" y="89"/>
                </a:cubicBezTo>
                <a:cubicBezTo>
                  <a:pt x="66" y="89"/>
                  <a:pt x="66" y="89"/>
                  <a:pt x="66" y="89"/>
                </a:cubicBezTo>
                <a:cubicBezTo>
                  <a:pt x="59" y="113"/>
                  <a:pt x="59" y="113"/>
                  <a:pt x="59" y="113"/>
                </a:cubicBezTo>
                <a:cubicBezTo>
                  <a:pt x="74" y="113"/>
                  <a:pt x="74" y="113"/>
                  <a:pt x="74" y="113"/>
                </a:cubicBezTo>
                <a:cubicBezTo>
                  <a:pt x="81" y="89"/>
                  <a:pt x="81" y="89"/>
                  <a:pt x="81" y="89"/>
                </a:cubicBezTo>
                <a:cubicBezTo>
                  <a:pt x="85" y="89"/>
                  <a:pt x="85" y="89"/>
                  <a:pt x="85" y="89"/>
                </a:cubicBezTo>
                <a:cubicBezTo>
                  <a:pt x="85" y="89"/>
                  <a:pt x="85" y="89"/>
                  <a:pt x="85" y="89"/>
                </a:cubicBezTo>
                <a:cubicBezTo>
                  <a:pt x="90" y="89"/>
                  <a:pt x="90" y="89"/>
                  <a:pt x="90" y="89"/>
                </a:cubicBezTo>
                <a:cubicBezTo>
                  <a:pt x="90" y="89"/>
                  <a:pt x="90" y="89"/>
                  <a:pt x="90" y="89"/>
                </a:cubicBezTo>
                <a:cubicBezTo>
                  <a:pt x="119" y="89"/>
                  <a:pt x="119" y="89"/>
                  <a:pt x="119" y="89"/>
                </a:cubicBezTo>
                <a:cubicBezTo>
                  <a:pt x="112" y="113"/>
                  <a:pt x="112" y="113"/>
                  <a:pt x="112" y="113"/>
                </a:cubicBezTo>
                <a:cubicBezTo>
                  <a:pt x="128" y="113"/>
                  <a:pt x="128" y="113"/>
                  <a:pt x="128" y="113"/>
                </a:cubicBezTo>
                <a:cubicBezTo>
                  <a:pt x="135" y="89"/>
                  <a:pt x="135" y="89"/>
                  <a:pt x="135" y="89"/>
                </a:cubicBezTo>
                <a:cubicBezTo>
                  <a:pt x="142" y="89"/>
                  <a:pt x="142" y="89"/>
                  <a:pt x="142" y="89"/>
                </a:cubicBezTo>
                <a:cubicBezTo>
                  <a:pt x="142" y="113"/>
                  <a:pt x="142" y="113"/>
                  <a:pt x="142" y="113"/>
                </a:cubicBezTo>
                <a:cubicBezTo>
                  <a:pt x="155" y="113"/>
                  <a:pt x="155" y="113"/>
                  <a:pt x="155" y="113"/>
                </a:cubicBezTo>
                <a:cubicBezTo>
                  <a:pt x="170" y="89"/>
                  <a:pt x="170" y="89"/>
                  <a:pt x="170" y="89"/>
                </a:cubicBezTo>
                <a:cubicBezTo>
                  <a:pt x="180" y="89"/>
                  <a:pt x="180" y="89"/>
                  <a:pt x="180" y="89"/>
                </a:cubicBezTo>
                <a:cubicBezTo>
                  <a:pt x="175" y="113"/>
                  <a:pt x="175" y="113"/>
                  <a:pt x="175" y="113"/>
                </a:cubicBezTo>
                <a:cubicBezTo>
                  <a:pt x="190" y="113"/>
                  <a:pt x="190" y="113"/>
                  <a:pt x="190" y="113"/>
                </a:cubicBezTo>
                <a:cubicBezTo>
                  <a:pt x="195" y="89"/>
                  <a:pt x="195" y="89"/>
                  <a:pt x="195" y="89"/>
                </a:cubicBezTo>
                <a:cubicBezTo>
                  <a:pt x="204" y="89"/>
                  <a:pt x="204" y="89"/>
                  <a:pt x="204" y="89"/>
                </a:cubicBezTo>
                <a:cubicBezTo>
                  <a:pt x="203" y="96"/>
                  <a:pt x="205" y="103"/>
                  <a:pt x="210" y="108"/>
                </a:cubicBezTo>
                <a:cubicBezTo>
                  <a:pt x="216" y="113"/>
                  <a:pt x="225" y="114"/>
                  <a:pt x="232" y="114"/>
                </a:cubicBezTo>
                <a:cubicBezTo>
                  <a:pt x="241" y="114"/>
                  <a:pt x="251" y="113"/>
                  <a:pt x="260" y="111"/>
                </a:cubicBezTo>
                <a:cubicBezTo>
                  <a:pt x="266" y="89"/>
                  <a:pt x="266" y="89"/>
                  <a:pt x="266" y="89"/>
                </a:cubicBezTo>
                <a:cubicBezTo>
                  <a:pt x="283" y="89"/>
                  <a:pt x="283" y="89"/>
                  <a:pt x="283" y="89"/>
                </a:cubicBezTo>
                <a:cubicBezTo>
                  <a:pt x="283" y="0"/>
                  <a:pt x="283" y="0"/>
                  <a:pt x="283" y="0"/>
                </a:cubicBezTo>
                <a:cubicBezTo>
                  <a:pt x="220" y="0"/>
                  <a:pt x="220" y="0"/>
                  <a:pt x="220" y="0"/>
                </a:cubicBezTo>
                <a:cubicBezTo>
                  <a:pt x="220" y="0"/>
                  <a:pt x="220" y="0"/>
                  <a:pt x="220" y="0"/>
                </a:cubicBez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pPr marL="0" marR="0" lvl="0" indent="0" algn="r" defTabSz="1828800" rtl="1" eaLnBrk="1" fontAlgn="auto" latinLnBrk="0" hangingPunct="1">
              <a:lnSpc>
                <a:spcPct val="100000"/>
              </a:lnSpc>
              <a:spcBef>
                <a:spcPts val="0"/>
              </a:spcBef>
              <a:spcAft>
                <a:spcPts val="0"/>
              </a:spcAft>
              <a:buClrTx/>
              <a:buSzTx/>
              <a:buFontTx/>
              <a:buNone/>
              <a:tabLst/>
              <a:defRPr/>
            </a:pPr>
            <a:endParaRPr kumimoji="0" lang="en-GB" sz="3600" b="0" i="0" u="none" strike="noStrike" kern="1200" cap="none" spc="0" normalizeH="0" baseline="0" noProof="0">
              <a:ln>
                <a:noFill/>
              </a:ln>
              <a:solidFill>
                <a:schemeClr val="bg1"/>
              </a:solidFill>
              <a:effectLst/>
              <a:uLnTx/>
              <a:uFillTx/>
              <a:latin typeface="DIN Next LT Arabic" panose="020B0503020203050203" pitchFamily="34" charset="-78"/>
              <a:ea typeface="+mn-ea"/>
              <a:cs typeface="DIN Next LT Arabic" panose="020B0503020203050203" pitchFamily="34" charset="-78"/>
              <a:sym typeface="DIN Next LT Arabic" panose="020B0503020203050203" pitchFamily="34" charset="-78"/>
            </a:endParaRPr>
          </a:p>
        </p:txBody>
      </p:sp>
    </p:spTree>
    <p:extLst>
      <p:ext uri="{BB962C8B-B14F-4D97-AF65-F5344CB8AC3E}">
        <p14:creationId xmlns:p14="http://schemas.microsoft.com/office/powerpoint/2010/main" val="186170702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Cover style 2-A">
    <p:bg>
      <p:bgPr>
        <a:solidFill>
          <a:schemeClr val="accent2"/>
        </a:solidFill>
        <a:effectLst/>
      </p:bgPr>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C2383941-2515-4FD3-A95A-711350C9D2FA}"/>
              </a:ext>
            </a:extLst>
          </p:cNvPr>
          <p:cNvGraphicFramePr>
            <a:graphicFrameLocks noChangeAspect="1"/>
          </p:cNvGraphicFramePr>
          <p:nvPr userDrawn="1">
            <p:custDataLst>
              <p:tags r:id="rId1"/>
            </p:custDataLst>
            <p:extLst>
              <p:ext uri="{D42A27DB-BD31-4B8C-83A1-F6EECF244321}">
                <p14:modId xmlns:p14="http://schemas.microsoft.com/office/powerpoint/2010/main" val="2714152204"/>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5" name="Object 4" hidden="1">
                        <a:extLst>
                          <a:ext uri="{FF2B5EF4-FFF2-40B4-BE49-F238E27FC236}">
                            <a16:creationId xmlns:a16="http://schemas.microsoft.com/office/drawing/2014/main" id="{C2383941-2515-4FD3-A95A-711350C9D2FA}"/>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9" name="Rectangle 8">
            <a:extLst>
              <a:ext uri="{FF2B5EF4-FFF2-40B4-BE49-F238E27FC236}">
                <a16:creationId xmlns:a16="http://schemas.microsoft.com/office/drawing/2014/main" id="{FD832923-A321-4406-AB69-435E06724A46}"/>
              </a:ext>
            </a:extLst>
          </p:cNvPr>
          <p:cNvSpPr>
            <a:spLocks noChangeAspect="1"/>
          </p:cNvSpPr>
          <p:nvPr userDrawn="1"/>
        </p:nvSpPr>
        <p:spPr>
          <a:xfrm>
            <a:off x="10285038" y="2743202"/>
            <a:ext cx="12657512" cy="9019656"/>
          </a:xfrm>
          <a:prstGeom prst="rect">
            <a:avLst/>
          </a:prstGeom>
          <a:gradFill>
            <a:gsLst>
              <a:gs pos="100000">
                <a:schemeClr val="accent1"/>
              </a:gs>
              <a:gs pos="0">
                <a:schemeClr val="accent5"/>
              </a:gs>
            </a:gsLst>
            <a:lin ang="0" scaled="0"/>
          </a:gradFill>
        </p:spPr>
        <p:txBody>
          <a:bodyPr vert="horz" lIns="360000" tIns="360000" rIns="360000" bIns="360000" rtlCol="0" anchor="t" anchorCtr="0">
            <a:noAutofit/>
          </a:bodyPr>
          <a:lstStyle/>
          <a:p>
            <a:pPr lvl="0">
              <a:lnSpc>
                <a:spcPct val="70000"/>
              </a:lnSpc>
              <a:spcBef>
                <a:spcPct val="0"/>
              </a:spcBef>
              <a:buNone/>
            </a:pPr>
            <a:endParaRPr lang="en-US" sz="17600" baseline="0" err="1">
              <a:solidFill>
                <a:schemeClr val="bg1"/>
              </a:solidFill>
              <a:latin typeface="DIN Next LT Arabic" panose="020B0503020203050203" pitchFamily="34" charset="-78"/>
              <a:ea typeface="+mj-ea"/>
              <a:cs typeface="DIN Next LT Arabic" panose="020B0503020203050203" pitchFamily="34" charset="-78"/>
              <a:sym typeface="DIN Next LT Arabic" panose="020B0503020203050203" pitchFamily="34" charset="-78"/>
            </a:endParaRPr>
          </a:p>
        </p:txBody>
      </p:sp>
      <p:sp>
        <p:nvSpPr>
          <p:cNvPr id="2" name="Title 1"/>
          <p:cNvSpPr>
            <a:spLocks noGrp="1"/>
          </p:cNvSpPr>
          <p:nvPr>
            <p:ph type="ctrTitle" hasCustomPrompt="1"/>
          </p:nvPr>
        </p:nvSpPr>
        <p:spPr>
          <a:xfrm>
            <a:off x="10837768" y="3529398"/>
            <a:ext cx="11531964" cy="5806976"/>
          </a:xfrm>
          <a:noFill/>
          <a:ln w="3175">
            <a:noFill/>
            <a:prstDash val="lgDash"/>
          </a:ln>
        </p:spPr>
        <p:txBody>
          <a:bodyPr vert="horz" lIns="0" tIns="0" rIns="0" bIns="0" anchor="t" anchorCtr="0">
            <a:noAutofit/>
          </a:bodyPr>
          <a:lstStyle>
            <a:lvl1pPr algn="r" rtl="1">
              <a:defRPr sz="12000" baseline="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en-GB"/>
              <a:t>Title slide text only</a:t>
            </a:r>
            <a:endParaRPr lang="en-US"/>
          </a:p>
        </p:txBody>
      </p:sp>
      <p:sp>
        <p:nvSpPr>
          <p:cNvPr id="6" name="Text Placeholder 3"/>
          <p:cNvSpPr>
            <a:spLocks noGrp="1"/>
          </p:cNvSpPr>
          <p:nvPr>
            <p:ph type="body" sz="quarter" idx="11"/>
          </p:nvPr>
        </p:nvSpPr>
        <p:spPr>
          <a:xfrm>
            <a:off x="10837768" y="9504306"/>
            <a:ext cx="11531964" cy="1633212"/>
          </a:xfrm>
          <a:ln w="3175">
            <a:noFill/>
            <a:prstDash val="lgDash"/>
          </a:ln>
        </p:spPr>
        <p:txBody>
          <a:bodyPr wrap="square" anchor="b">
            <a:noAutofit/>
          </a:bodyPr>
          <a:lstStyle>
            <a:lvl1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vl2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2pPr>
            <a:lvl3pPr>
              <a:buClr>
                <a:schemeClr val="bg1"/>
              </a:buClr>
              <a:defRPr sz="2200">
                <a:solidFill>
                  <a:schemeClr val="bg1"/>
                </a:solidFill>
              </a:defRPr>
            </a:lvl3pPr>
            <a:lvl4pPr>
              <a:buClr>
                <a:schemeClr val="bg1"/>
              </a:buClr>
              <a:defRPr sz="2200">
                <a:solidFill>
                  <a:schemeClr val="bg1"/>
                </a:solidFill>
              </a:defRPr>
            </a:lvl4pPr>
            <a:lvl5pPr>
              <a:buClr>
                <a:schemeClr val="bg1"/>
              </a:buClr>
              <a:defRPr sz="2200">
                <a:solidFill>
                  <a:schemeClr val="bg1"/>
                </a:solidFill>
              </a:defRPr>
            </a:lvl5pPr>
          </a:lstStyle>
          <a:p>
            <a:pPr lvl="0"/>
            <a:r>
              <a:rPr lang="en-US"/>
              <a:t>Click to edit Master text styles</a:t>
            </a:r>
          </a:p>
          <a:p>
            <a:pPr lvl="1"/>
            <a:r>
              <a:rPr lang="en-US"/>
              <a:t>Second level</a:t>
            </a:r>
          </a:p>
        </p:txBody>
      </p:sp>
      <p:sp>
        <p:nvSpPr>
          <p:cNvPr id="8" name="Freeform 19">
            <a:extLst>
              <a:ext uri="{FF2B5EF4-FFF2-40B4-BE49-F238E27FC236}">
                <a16:creationId xmlns:a16="http://schemas.microsoft.com/office/drawing/2014/main" id="{AD170D80-7833-48BC-B601-204F242B6F98}"/>
              </a:ext>
            </a:extLst>
          </p:cNvPr>
          <p:cNvSpPr>
            <a:spLocks noChangeAspect="1" noEditPoints="1"/>
          </p:cNvSpPr>
          <p:nvPr userDrawn="1"/>
        </p:nvSpPr>
        <p:spPr bwMode="auto">
          <a:xfrm>
            <a:off x="21119753" y="1082677"/>
            <a:ext cx="1822798" cy="742622"/>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83" h="114">
                <a:moveTo>
                  <a:pt x="281" y="87"/>
                </a:moveTo>
                <a:cubicBezTo>
                  <a:pt x="266" y="87"/>
                  <a:pt x="266" y="87"/>
                  <a:pt x="266" y="87"/>
                </a:cubicBezTo>
                <a:cubicBezTo>
                  <a:pt x="269" y="77"/>
                  <a:pt x="269" y="77"/>
                  <a:pt x="269" y="77"/>
                </a:cubicBezTo>
                <a:cubicBezTo>
                  <a:pt x="239" y="77"/>
                  <a:pt x="239" y="77"/>
                  <a:pt x="239" y="77"/>
                </a:cubicBezTo>
                <a:cubicBezTo>
                  <a:pt x="237" y="87"/>
                  <a:pt x="237" y="87"/>
                  <a:pt x="237" y="87"/>
                </a:cubicBezTo>
                <a:cubicBezTo>
                  <a:pt x="222" y="87"/>
                  <a:pt x="222" y="87"/>
                  <a:pt x="222" y="87"/>
                </a:cubicBezTo>
                <a:cubicBezTo>
                  <a:pt x="222" y="85"/>
                  <a:pt x="222" y="85"/>
                  <a:pt x="222" y="85"/>
                </a:cubicBezTo>
                <a:cubicBezTo>
                  <a:pt x="223" y="84"/>
                  <a:pt x="223" y="83"/>
                  <a:pt x="223" y="81"/>
                </a:cubicBezTo>
                <a:cubicBezTo>
                  <a:pt x="226" y="71"/>
                  <a:pt x="233" y="60"/>
                  <a:pt x="244" y="60"/>
                </a:cubicBezTo>
                <a:cubicBezTo>
                  <a:pt x="249" y="60"/>
                  <a:pt x="254" y="62"/>
                  <a:pt x="253" y="69"/>
                </a:cubicBezTo>
                <a:cubicBezTo>
                  <a:pt x="271" y="69"/>
                  <a:pt x="271" y="69"/>
                  <a:pt x="271" y="69"/>
                </a:cubicBezTo>
                <a:cubicBezTo>
                  <a:pt x="272" y="66"/>
                  <a:pt x="273" y="61"/>
                  <a:pt x="269" y="56"/>
                </a:cubicBezTo>
                <a:cubicBezTo>
                  <a:pt x="266" y="51"/>
                  <a:pt x="258" y="48"/>
                  <a:pt x="248" y="48"/>
                </a:cubicBezTo>
                <a:cubicBezTo>
                  <a:pt x="241" y="48"/>
                  <a:pt x="231" y="50"/>
                  <a:pt x="222" y="55"/>
                </a:cubicBezTo>
                <a:cubicBezTo>
                  <a:pt x="222" y="2"/>
                  <a:pt x="222" y="2"/>
                  <a:pt x="222" y="2"/>
                </a:cubicBezTo>
                <a:cubicBezTo>
                  <a:pt x="281" y="2"/>
                  <a:pt x="281" y="2"/>
                  <a:pt x="281" y="2"/>
                </a:cubicBezTo>
                <a:cubicBezTo>
                  <a:pt x="281" y="87"/>
                  <a:pt x="281" y="87"/>
                  <a:pt x="281" y="87"/>
                </a:cubicBezTo>
                <a:cubicBezTo>
                  <a:pt x="281" y="87"/>
                  <a:pt x="281" y="87"/>
                  <a:pt x="281" y="87"/>
                </a:cubicBezTo>
                <a:close/>
                <a:moveTo>
                  <a:pt x="246" y="101"/>
                </a:moveTo>
                <a:cubicBezTo>
                  <a:pt x="243" y="102"/>
                  <a:pt x="240" y="102"/>
                  <a:pt x="237" y="102"/>
                </a:cubicBezTo>
                <a:cubicBezTo>
                  <a:pt x="228" y="102"/>
                  <a:pt x="222" y="98"/>
                  <a:pt x="222" y="89"/>
                </a:cubicBezTo>
                <a:cubicBezTo>
                  <a:pt x="249" y="89"/>
                  <a:pt x="249" y="89"/>
                  <a:pt x="249" y="89"/>
                </a:cubicBezTo>
                <a:cubicBezTo>
                  <a:pt x="246" y="101"/>
                  <a:pt x="246" y="101"/>
                  <a:pt x="246" y="101"/>
                </a:cubicBezTo>
                <a:cubicBezTo>
                  <a:pt x="246" y="101"/>
                  <a:pt x="246" y="101"/>
                  <a:pt x="246" y="101"/>
                </a:cubicBezTo>
                <a:close/>
                <a:moveTo>
                  <a:pt x="213" y="53"/>
                </a:moveTo>
                <a:cubicBezTo>
                  <a:pt x="213" y="65"/>
                  <a:pt x="213" y="65"/>
                  <a:pt x="213" y="65"/>
                </a:cubicBezTo>
                <a:cubicBezTo>
                  <a:pt x="209" y="71"/>
                  <a:pt x="206" y="77"/>
                  <a:pt x="205" y="82"/>
                </a:cubicBezTo>
                <a:cubicBezTo>
                  <a:pt x="204" y="83"/>
                  <a:pt x="204" y="85"/>
                  <a:pt x="204" y="87"/>
                </a:cubicBezTo>
                <a:cubicBezTo>
                  <a:pt x="195" y="87"/>
                  <a:pt x="195" y="87"/>
                  <a:pt x="195" y="87"/>
                </a:cubicBezTo>
                <a:cubicBezTo>
                  <a:pt x="203" y="52"/>
                  <a:pt x="203" y="52"/>
                  <a:pt x="203" y="52"/>
                </a:cubicBezTo>
                <a:cubicBezTo>
                  <a:pt x="178" y="52"/>
                  <a:pt x="178" y="52"/>
                  <a:pt x="178" y="52"/>
                </a:cubicBezTo>
                <a:cubicBezTo>
                  <a:pt x="156" y="87"/>
                  <a:pt x="156" y="87"/>
                  <a:pt x="156" y="87"/>
                </a:cubicBezTo>
                <a:cubicBezTo>
                  <a:pt x="154" y="87"/>
                  <a:pt x="154" y="87"/>
                  <a:pt x="154" y="87"/>
                </a:cubicBezTo>
                <a:cubicBezTo>
                  <a:pt x="154" y="2"/>
                  <a:pt x="154" y="2"/>
                  <a:pt x="154" y="2"/>
                </a:cubicBezTo>
                <a:cubicBezTo>
                  <a:pt x="213" y="2"/>
                  <a:pt x="213" y="2"/>
                  <a:pt x="213" y="2"/>
                </a:cubicBezTo>
                <a:cubicBezTo>
                  <a:pt x="213" y="53"/>
                  <a:pt x="213" y="53"/>
                  <a:pt x="213" y="53"/>
                </a:cubicBezTo>
                <a:cubicBezTo>
                  <a:pt x="213" y="53"/>
                  <a:pt x="213" y="53"/>
                  <a:pt x="213" y="53"/>
                </a:cubicBezTo>
                <a:close/>
                <a:moveTo>
                  <a:pt x="180" y="87"/>
                </a:moveTo>
                <a:cubicBezTo>
                  <a:pt x="171" y="87"/>
                  <a:pt x="171" y="87"/>
                  <a:pt x="171" y="87"/>
                </a:cubicBezTo>
                <a:cubicBezTo>
                  <a:pt x="185" y="66"/>
                  <a:pt x="185" y="66"/>
                  <a:pt x="185" y="66"/>
                </a:cubicBezTo>
                <a:cubicBezTo>
                  <a:pt x="180" y="87"/>
                  <a:pt x="180" y="87"/>
                  <a:pt x="180" y="87"/>
                </a:cubicBezTo>
                <a:cubicBezTo>
                  <a:pt x="180" y="87"/>
                  <a:pt x="180" y="87"/>
                  <a:pt x="180" y="87"/>
                </a:cubicBezTo>
                <a:close/>
                <a:moveTo>
                  <a:pt x="145" y="52"/>
                </a:moveTo>
                <a:cubicBezTo>
                  <a:pt x="130" y="52"/>
                  <a:pt x="130" y="52"/>
                  <a:pt x="130" y="52"/>
                </a:cubicBezTo>
                <a:cubicBezTo>
                  <a:pt x="120" y="87"/>
                  <a:pt x="120" y="87"/>
                  <a:pt x="120" y="87"/>
                </a:cubicBezTo>
                <a:cubicBezTo>
                  <a:pt x="104" y="87"/>
                  <a:pt x="104" y="87"/>
                  <a:pt x="104" y="87"/>
                </a:cubicBezTo>
                <a:cubicBezTo>
                  <a:pt x="112" y="84"/>
                  <a:pt x="117" y="78"/>
                  <a:pt x="119" y="70"/>
                </a:cubicBezTo>
                <a:cubicBezTo>
                  <a:pt x="120" y="64"/>
                  <a:pt x="119" y="59"/>
                  <a:pt x="117" y="56"/>
                </a:cubicBezTo>
                <a:cubicBezTo>
                  <a:pt x="113" y="51"/>
                  <a:pt x="105" y="52"/>
                  <a:pt x="98" y="52"/>
                </a:cubicBezTo>
                <a:cubicBezTo>
                  <a:pt x="97" y="52"/>
                  <a:pt x="86" y="52"/>
                  <a:pt x="86" y="52"/>
                </a:cubicBezTo>
                <a:cubicBezTo>
                  <a:pt x="86" y="2"/>
                  <a:pt x="86" y="2"/>
                  <a:pt x="86" y="2"/>
                </a:cubicBezTo>
                <a:cubicBezTo>
                  <a:pt x="145" y="2"/>
                  <a:pt x="145" y="2"/>
                  <a:pt x="145" y="2"/>
                </a:cubicBezTo>
                <a:cubicBezTo>
                  <a:pt x="145" y="52"/>
                  <a:pt x="145" y="52"/>
                  <a:pt x="145" y="52"/>
                </a:cubicBezTo>
                <a:cubicBezTo>
                  <a:pt x="145" y="52"/>
                  <a:pt x="145" y="52"/>
                  <a:pt x="145" y="52"/>
                </a:cubicBezTo>
                <a:close/>
                <a:moveTo>
                  <a:pt x="135" y="87"/>
                </a:moveTo>
                <a:cubicBezTo>
                  <a:pt x="141" y="65"/>
                  <a:pt x="141" y="65"/>
                  <a:pt x="141" y="65"/>
                </a:cubicBezTo>
                <a:cubicBezTo>
                  <a:pt x="142" y="87"/>
                  <a:pt x="142" y="87"/>
                  <a:pt x="142" y="87"/>
                </a:cubicBezTo>
                <a:cubicBezTo>
                  <a:pt x="135" y="87"/>
                  <a:pt x="135" y="87"/>
                  <a:pt x="135" y="87"/>
                </a:cubicBezTo>
                <a:cubicBezTo>
                  <a:pt x="135" y="87"/>
                  <a:pt x="135" y="87"/>
                  <a:pt x="135" y="87"/>
                </a:cubicBezTo>
                <a:close/>
                <a:moveTo>
                  <a:pt x="93" y="79"/>
                </a:moveTo>
                <a:cubicBezTo>
                  <a:pt x="93" y="79"/>
                  <a:pt x="93" y="79"/>
                  <a:pt x="93" y="79"/>
                </a:cubicBezTo>
                <a:cubicBezTo>
                  <a:pt x="92" y="79"/>
                  <a:pt x="91" y="79"/>
                  <a:pt x="91" y="79"/>
                </a:cubicBezTo>
                <a:cubicBezTo>
                  <a:pt x="90" y="79"/>
                  <a:pt x="89" y="79"/>
                  <a:pt x="89" y="79"/>
                </a:cubicBezTo>
                <a:cubicBezTo>
                  <a:pt x="85" y="79"/>
                  <a:pt x="85" y="79"/>
                  <a:pt x="85" y="79"/>
                </a:cubicBezTo>
                <a:cubicBezTo>
                  <a:pt x="87" y="72"/>
                  <a:pt x="87" y="72"/>
                  <a:pt x="87" y="72"/>
                </a:cubicBezTo>
                <a:cubicBezTo>
                  <a:pt x="87" y="69"/>
                  <a:pt x="87" y="69"/>
                  <a:pt x="87" y="69"/>
                </a:cubicBezTo>
                <a:cubicBezTo>
                  <a:pt x="89" y="62"/>
                  <a:pt x="89" y="62"/>
                  <a:pt x="89" y="62"/>
                </a:cubicBezTo>
                <a:cubicBezTo>
                  <a:pt x="90" y="62"/>
                  <a:pt x="91" y="62"/>
                  <a:pt x="92" y="62"/>
                </a:cubicBezTo>
                <a:cubicBezTo>
                  <a:pt x="95" y="62"/>
                  <a:pt x="95" y="62"/>
                  <a:pt x="95" y="62"/>
                </a:cubicBezTo>
                <a:cubicBezTo>
                  <a:pt x="100" y="62"/>
                  <a:pt x="103" y="62"/>
                  <a:pt x="104" y="63"/>
                </a:cubicBezTo>
                <a:cubicBezTo>
                  <a:pt x="105" y="65"/>
                  <a:pt x="105" y="67"/>
                  <a:pt x="104" y="70"/>
                </a:cubicBezTo>
                <a:cubicBezTo>
                  <a:pt x="102" y="75"/>
                  <a:pt x="100" y="78"/>
                  <a:pt x="93" y="79"/>
                </a:cubicBezTo>
                <a:moveTo>
                  <a:pt x="76" y="55"/>
                </a:moveTo>
                <a:cubicBezTo>
                  <a:pt x="75" y="58"/>
                  <a:pt x="75" y="58"/>
                  <a:pt x="75" y="58"/>
                </a:cubicBezTo>
                <a:cubicBezTo>
                  <a:pt x="67" y="86"/>
                  <a:pt x="67" y="86"/>
                  <a:pt x="67" y="86"/>
                </a:cubicBezTo>
                <a:cubicBezTo>
                  <a:pt x="67" y="87"/>
                  <a:pt x="67" y="87"/>
                  <a:pt x="67" y="87"/>
                </a:cubicBezTo>
                <a:cubicBezTo>
                  <a:pt x="39" y="87"/>
                  <a:pt x="39" y="87"/>
                  <a:pt x="39" y="87"/>
                </a:cubicBezTo>
                <a:cubicBezTo>
                  <a:pt x="37" y="82"/>
                  <a:pt x="37" y="82"/>
                  <a:pt x="37" y="82"/>
                </a:cubicBezTo>
                <a:cubicBezTo>
                  <a:pt x="67" y="52"/>
                  <a:pt x="67" y="52"/>
                  <a:pt x="67" y="52"/>
                </a:cubicBezTo>
                <a:cubicBezTo>
                  <a:pt x="48" y="52"/>
                  <a:pt x="48" y="52"/>
                  <a:pt x="48" y="52"/>
                </a:cubicBezTo>
                <a:cubicBezTo>
                  <a:pt x="25" y="77"/>
                  <a:pt x="25" y="77"/>
                  <a:pt x="25" y="77"/>
                </a:cubicBezTo>
                <a:cubicBezTo>
                  <a:pt x="32" y="52"/>
                  <a:pt x="32" y="52"/>
                  <a:pt x="32" y="52"/>
                </a:cubicBezTo>
                <a:cubicBezTo>
                  <a:pt x="18" y="52"/>
                  <a:pt x="18" y="52"/>
                  <a:pt x="18" y="52"/>
                </a:cubicBezTo>
                <a:cubicBezTo>
                  <a:pt x="18" y="2"/>
                  <a:pt x="18" y="2"/>
                  <a:pt x="18" y="2"/>
                </a:cubicBezTo>
                <a:cubicBezTo>
                  <a:pt x="76" y="2"/>
                  <a:pt x="76" y="2"/>
                  <a:pt x="76" y="2"/>
                </a:cubicBezTo>
                <a:cubicBezTo>
                  <a:pt x="76" y="55"/>
                  <a:pt x="76" y="55"/>
                  <a:pt x="76" y="55"/>
                </a:cubicBezTo>
                <a:cubicBezTo>
                  <a:pt x="76" y="55"/>
                  <a:pt x="76" y="55"/>
                  <a:pt x="76" y="55"/>
                </a:cubicBezTo>
                <a:close/>
                <a:moveTo>
                  <a:pt x="22" y="87"/>
                </a:moveTo>
                <a:cubicBezTo>
                  <a:pt x="22" y="87"/>
                  <a:pt x="22" y="87"/>
                  <a:pt x="22" y="87"/>
                </a:cubicBezTo>
                <a:cubicBezTo>
                  <a:pt x="22" y="87"/>
                  <a:pt x="22" y="87"/>
                  <a:pt x="22" y="87"/>
                </a:cubicBezTo>
                <a:cubicBezTo>
                  <a:pt x="22" y="87"/>
                  <a:pt x="22" y="87"/>
                  <a:pt x="22" y="87"/>
                </a:cubicBezTo>
                <a:cubicBezTo>
                  <a:pt x="22" y="87"/>
                  <a:pt x="22" y="87"/>
                  <a:pt x="22" y="87"/>
                </a:cubicBezTo>
                <a:close/>
                <a:moveTo>
                  <a:pt x="220" y="0"/>
                </a:moveTo>
                <a:cubicBezTo>
                  <a:pt x="220" y="57"/>
                  <a:pt x="220" y="57"/>
                  <a:pt x="220" y="57"/>
                </a:cubicBezTo>
                <a:cubicBezTo>
                  <a:pt x="218" y="59"/>
                  <a:pt x="216" y="60"/>
                  <a:pt x="215" y="62"/>
                </a:cubicBezTo>
                <a:cubicBezTo>
                  <a:pt x="215" y="0"/>
                  <a:pt x="215" y="0"/>
                  <a:pt x="215" y="0"/>
                </a:cubicBezTo>
                <a:cubicBezTo>
                  <a:pt x="152" y="0"/>
                  <a:pt x="152" y="0"/>
                  <a:pt x="152" y="0"/>
                </a:cubicBezTo>
                <a:cubicBezTo>
                  <a:pt x="152" y="52"/>
                  <a:pt x="152" y="52"/>
                  <a:pt x="152" y="52"/>
                </a:cubicBezTo>
                <a:cubicBezTo>
                  <a:pt x="147" y="52"/>
                  <a:pt x="147" y="52"/>
                  <a:pt x="147" y="52"/>
                </a:cubicBezTo>
                <a:cubicBezTo>
                  <a:pt x="147" y="0"/>
                  <a:pt x="147" y="0"/>
                  <a:pt x="147" y="0"/>
                </a:cubicBezTo>
                <a:cubicBezTo>
                  <a:pt x="84" y="0"/>
                  <a:pt x="84" y="0"/>
                  <a:pt x="84" y="0"/>
                </a:cubicBezTo>
                <a:cubicBezTo>
                  <a:pt x="84" y="52"/>
                  <a:pt x="84" y="52"/>
                  <a:pt x="84" y="52"/>
                </a:cubicBezTo>
                <a:cubicBezTo>
                  <a:pt x="79" y="52"/>
                  <a:pt x="79" y="52"/>
                  <a:pt x="79" y="52"/>
                </a:cubicBezTo>
                <a:cubicBezTo>
                  <a:pt x="79" y="0"/>
                  <a:pt x="79" y="0"/>
                  <a:pt x="79" y="0"/>
                </a:cubicBezTo>
                <a:cubicBezTo>
                  <a:pt x="16" y="0"/>
                  <a:pt x="16" y="0"/>
                  <a:pt x="16" y="0"/>
                </a:cubicBezTo>
                <a:cubicBezTo>
                  <a:pt x="16" y="59"/>
                  <a:pt x="16" y="59"/>
                  <a:pt x="16" y="59"/>
                </a:cubicBezTo>
                <a:cubicBezTo>
                  <a:pt x="0" y="113"/>
                  <a:pt x="0" y="113"/>
                  <a:pt x="0" y="113"/>
                </a:cubicBezTo>
                <a:cubicBezTo>
                  <a:pt x="14" y="113"/>
                  <a:pt x="14" y="113"/>
                  <a:pt x="14" y="113"/>
                </a:cubicBezTo>
                <a:cubicBezTo>
                  <a:pt x="21" y="89"/>
                  <a:pt x="21" y="89"/>
                  <a:pt x="21" y="89"/>
                </a:cubicBezTo>
                <a:cubicBezTo>
                  <a:pt x="23" y="89"/>
                  <a:pt x="23" y="89"/>
                  <a:pt x="23" y="89"/>
                </a:cubicBezTo>
                <a:cubicBezTo>
                  <a:pt x="35" y="113"/>
                  <a:pt x="35" y="113"/>
                  <a:pt x="35" y="113"/>
                </a:cubicBezTo>
                <a:cubicBezTo>
                  <a:pt x="52" y="113"/>
                  <a:pt x="52" y="113"/>
                  <a:pt x="52" y="113"/>
                </a:cubicBezTo>
                <a:cubicBezTo>
                  <a:pt x="40" y="89"/>
                  <a:pt x="40" y="89"/>
                  <a:pt x="40" y="89"/>
                </a:cubicBezTo>
                <a:cubicBezTo>
                  <a:pt x="66" y="89"/>
                  <a:pt x="66" y="89"/>
                  <a:pt x="66" y="89"/>
                </a:cubicBezTo>
                <a:cubicBezTo>
                  <a:pt x="59" y="113"/>
                  <a:pt x="59" y="113"/>
                  <a:pt x="59" y="113"/>
                </a:cubicBezTo>
                <a:cubicBezTo>
                  <a:pt x="74" y="113"/>
                  <a:pt x="74" y="113"/>
                  <a:pt x="74" y="113"/>
                </a:cubicBezTo>
                <a:cubicBezTo>
                  <a:pt x="81" y="89"/>
                  <a:pt x="81" y="89"/>
                  <a:pt x="81" y="89"/>
                </a:cubicBezTo>
                <a:cubicBezTo>
                  <a:pt x="85" y="89"/>
                  <a:pt x="85" y="89"/>
                  <a:pt x="85" y="89"/>
                </a:cubicBezTo>
                <a:cubicBezTo>
                  <a:pt x="85" y="89"/>
                  <a:pt x="85" y="89"/>
                  <a:pt x="85" y="89"/>
                </a:cubicBezTo>
                <a:cubicBezTo>
                  <a:pt x="90" y="89"/>
                  <a:pt x="90" y="89"/>
                  <a:pt x="90" y="89"/>
                </a:cubicBezTo>
                <a:cubicBezTo>
                  <a:pt x="90" y="89"/>
                  <a:pt x="90" y="89"/>
                  <a:pt x="90" y="89"/>
                </a:cubicBezTo>
                <a:cubicBezTo>
                  <a:pt x="119" y="89"/>
                  <a:pt x="119" y="89"/>
                  <a:pt x="119" y="89"/>
                </a:cubicBezTo>
                <a:cubicBezTo>
                  <a:pt x="112" y="113"/>
                  <a:pt x="112" y="113"/>
                  <a:pt x="112" y="113"/>
                </a:cubicBezTo>
                <a:cubicBezTo>
                  <a:pt x="128" y="113"/>
                  <a:pt x="128" y="113"/>
                  <a:pt x="128" y="113"/>
                </a:cubicBezTo>
                <a:cubicBezTo>
                  <a:pt x="135" y="89"/>
                  <a:pt x="135" y="89"/>
                  <a:pt x="135" y="89"/>
                </a:cubicBezTo>
                <a:cubicBezTo>
                  <a:pt x="142" y="89"/>
                  <a:pt x="142" y="89"/>
                  <a:pt x="142" y="89"/>
                </a:cubicBezTo>
                <a:cubicBezTo>
                  <a:pt x="142" y="113"/>
                  <a:pt x="142" y="113"/>
                  <a:pt x="142" y="113"/>
                </a:cubicBezTo>
                <a:cubicBezTo>
                  <a:pt x="155" y="113"/>
                  <a:pt x="155" y="113"/>
                  <a:pt x="155" y="113"/>
                </a:cubicBezTo>
                <a:cubicBezTo>
                  <a:pt x="170" y="89"/>
                  <a:pt x="170" y="89"/>
                  <a:pt x="170" y="89"/>
                </a:cubicBezTo>
                <a:cubicBezTo>
                  <a:pt x="180" y="89"/>
                  <a:pt x="180" y="89"/>
                  <a:pt x="180" y="89"/>
                </a:cubicBezTo>
                <a:cubicBezTo>
                  <a:pt x="175" y="113"/>
                  <a:pt x="175" y="113"/>
                  <a:pt x="175" y="113"/>
                </a:cubicBezTo>
                <a:cubicBezTo>
                  <a:pt x="190" y="113"/>
                  <a:pt x="190" y="113"/>
                  <a:pt x="190" y="113"/>
                </a:cubicBezTo>
                <a:cubicBezTo>
                  <a:pt x="195" y="89"/>
                  <a:pt x="195" y="89"/>
                  <a:pt x="195" y="89"/>
                </a:cubicBezTo>
                <a:cubicBezTo>
                  <a:pt x="204" y="89"/>
                  <a:pt x="204" y="89"/>
                  <a:pt x="204" y="89"/>
                </a:cubicBezTo>
                <a:cubicBezTo>
                  <a:pt x="203" y="96"/>
                  <a:pt x="205" y="103"/>
                  <a:pt x="210" y="108"/>
                </a:cubicBezTo>
                <a:cubicBezTo>
                  <a:pt x="216" y="113"/>
                  <a:pt x="225" y="114"/>
                  <a:pt x="232" y="114"/>
                </a:cubicBezTo>
                <a:cubicBezTo>
                  <a:pt x="241" y="114"/>
                  <a:pt x="251" y="113"/>
                  <a:pt x="260" y="111"/>
                </a:cubicBezTo>
                <a:cubicBezTo>
                  <a:pt x="266" y="89"/>
                  <a:pt x="266" y="89"/>
                  <a:pt x="266" y="89"/>
                </a:cubicBezTo>
                <a:cubicBezTo>
                  <a:pt x="283" y="89"/>
                  <a:pt x="283" y="89"/>
                  <a:pt x="283" y="89"/>
                </a:cubicBezTo>
                <a:cubicBezTo>
                  <a:pt x="283" y="0"/>
                  <a:pt x="283" y="0"/>
                  <a:pt x="283" y="0"/>
                </a:cubicBezTo>
                <a:cubicBezTo>
                  <a:pt x="220" y="0"/>
                  <a:pt x="220" y="0"/>
                  <a:pt x="220" y="0"/>
                </a:cubicBezTo>
                <a:cubicBezTo>
                  <a:pt x="220" y="0"/>
                  <a:pt x="220" y="0"/>
                  <a:pt x="220" y="0"/>
                </a:cubicBez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pPr marL="0" marR="0" lvl="0" indent="0" algn="r" defTabSz="1828800" rtl="1" eaLnBrk="1" fontAlgn="auto" latinLnBrk="0" hangingPunct="1">
              <a:lnSpc>
                <a:spcPct val="100000"/>
              </a:lnSpc>
              <a:spcBef>
                <a:spcPts val="0"/>
              </a:spcBef>
              <a:spcAft>
                <a:spcPts val="0"/>
              </a:spcAft>
              <a:buClrTx/>
              <a:buSzTx/>
              <a:buFontTx/>
              <a:buNone/>
              <a:tabLst/>
              <a:defRPr/>
            </a:pPr>
            <a:endParaRPr kumimoji="0" lang="en-GB" sz="3600" b="0" i="0" u="none" strike="noStrike" kern="1200" cap="none" spc="0" normalizeH="0" baseline="0" noProof="0">
              <a:ln>
                <a:noFill/>
              </a:ln>
              <a:solidFill>
                <a:schemeClr val="bg1"/>
              </a:solidFill>
              <a:effectLst/>
              <a:uLnTx/>
              <a:uFillTx/>
              <a:latin typeface="DIN Next LT Arabic" panose="020B0503020203050203" pitchFamily="34" charset="-78"/>
              <a:ea typeface="+mn-ea"/>
              <a:cs typeface="DIN Next LT Arabic" panose="020B0503020203050203" pitchFamily="34" charset="-78"/>
              <a:sym typeface="DIN Next LT Arabic" panose="020B0503020203050203" pitchFamily="34" charset="-78"/>
            </a:endParaRPr>
          </a:p>
        </p:txBody>
      </p:sp>
    </p:spTree>
    <p:extLst>
      <p:ext uri="{BB962C8B-B14F-4D97-AF65-F5344CB8AC3E}">
        <p14:creationId xmlns:p14="http://schemas.microsoft.com/office/powerpoint/2010/main" val="2013756433"/>
      </p:ext>
    </p:extLst>
  </p:cSld>
  <p:clrMapOvr>
    <a:masterClrMapping/>
  </p:clrMapOvr>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Cover style 2-B">
    <p:bg>
      <p:bgPr>
        <a:solidFill>
          <a:schemeClr val="accent2"/>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0665A34A-BFE3-41B0-83FD-6E8147E44019}"/>
              </a:ext>
            </a:extLst>
          </p:cNvPr>
          <p:cNvGraphicFramePr>
            <a:graphicFrameLocks noChangeAspect="1"/>
          </p:cNvGraphicFramePr>
          <p:nvPr userDrawn="1">
            <p:custDataLst>
              <p:tags r:id="rId1"/>
            </p:custDataLst>
            <p:extLst>
              <p:ext uri="{D42A27DB-BD31-4B8C-83A1-F6EECF244321}">
                <p14:modId xmlns:p14="http://schemas.microsoft.com/office/powerpoint/2010/main" val="3947124427"/>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3" name="Object 2" hidden="1">
                        <a:extLst>
                          <a:ext uri="{FF2B5EF4-FFF2-40B4-BE49-F238E27FC236}">
                            <a16:creationId xmlns:a16="http://schemas.microsoft.com/office/drawing/2014/main" id="{0665A34A-BFE3-41B0-83FD-6E8147E44019}"/>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8" name="Rectangle 7">
            <a:extLst>
              <a:ext uri="{FF2B5EF4-FFF2-40B4-BE49-F238E27FC236}">
                <a16:creationId xmlns:a16="http://schemas.microsoft.com/office/drawing/2014/main" id="{9E7C9A26-A64F-4BD2-B42E-DE9FC2E36A4D}"/>
              </a:ext>
            </a:extLst>
          </p:cNvPr>
          <p:cNvSpPr/>
          <p:nvPr userDrawn="1"/>
        </p:nvSpPr>
        <p:spPr>
          <a:xfrm>
            <a:off x="0" y="0"/>
            <a:ext cx="24384000" cy="13716000"/>
          </a:xfrm>
          <a:prstGeom prst="rect">
            <a:avLst/>
          </a:prstGeom>
          <a:gradFill>
            <a:gsLst>
              <a:gs pos="0">
                <a:schemeClr val="accent4"/>
              </a:gs>
              <a:gs pos="100000">
                <a:srgbClr val="ACEAFF"/>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9220" tIns="109220" rIns="109220" bIns="109220" rtlCol="0" anchor="ctr"/>
          <a:lstStyle/>
          <a:p>
            <a:pPr algn="l"/>
            <a:endParaRPr lang="en-GB" sz="3000" err="1">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10" name="Rectangle 9">
            <a:extLst>
              <a:ext uri="{FF2B5EF4-FFF2-40B4-BE49-F238E27FC236}">
                <a16:creationId xmlns:a16="http://schemas.microsoft.com/office/drawing/2014/main" id="{1F33E586-263B-4E54-B74B-2301AD5EF5F1}"/>
              </a:ext>
            </a:extLst>
          </p:cNvPr>
          <p:cNvSpPr>
            <a:spLocks noChangeAspect="1"/>
          </p:cNvSpPr>
          <p:nvPr userDrawn="1"/>
        </p:nvSpPr>
        <p:spPr>
          <a:xfrm>
            <a:off x="10285038" y="2743202"/>
            <a:ext cx="12657512" cy="9019656"/>
          </a:xfrm>
          <a:prstGeom prst="rect">
            <a:avLst/>
          </a:prstGeom>
          <a:gradFill>
            <a:gsLst>
              <a:gs pos="100000">
                <a:schemeClr val="accent1"/>
              </a:gs>
              <a:gs pos="0">
                <a:schemeClr val="accent5"/>
              </a:gs>
            </a:gsLst>
            <a:lin ang="0" scaled="0"/>
          </a:gradFill>
        </p:spPr>
        <p:txBody>
          <a:bodyPr vert="horz" lIns="360000" tIns="360000" rIns="360000" bIns="360000" rtlCol="0" anchor="t" anchorCtr="0">
            <a:noAutofit/>
          </a:bodyPr>
          <a:lstStyle/>
          <a:p>
            <a:pPr lvl="0">
              <a:lnSpc>
                <a:spcPct val="70000"/>
              </a:lnSpc>
              <a:spcBef>
                <a:spcPct val="0"/>
              </a:spcBef>
              <a:buNone/>
            </a:pPr>
            <a:endParaRPr lang="en-US" sz="17600" baseline="0" err="1">
              <a:solidFill>
                <a:schemeClr val="bg1"/>
              </a:solidFill>
              <a:latin typeface="DIN Next LT Arabic" panose="020B0503020203050203" pitchFamily="34" charset="-78"/>
              <a:ea typeface="+mj-ea"/>
              <a:cs typeface="DIN Next LT Arabic" panose="020B0503020203050203" pitchFamily="34" charset="-78"/>
              <a:sym typeface="DIN Next LT Arabic" panose="020B0503020203050203" pitchFamily="34" charset="-78"/>
            </a:endParaRPr>
          </a:p>
        </p:txBody>
      </p:sp>
      <p:sp>
        <p:nvSpPr>
          <p:cNvPr id="11" name="Title 1">
            <a:extLst>
              <a:ext uri="{FF2B5EF4-FFF2-40B4-BE49-F238E27FC236}">
                <a16:creationId xmlns:a16="http://schemas.microsoft.com/office/drawing/2014/main" id="{FA034333-5877-475E-A04E-16AD07AB0FCD}"/>
              </a:ext>
            </a:extLst>
          </p:cNvPr>
          <p:cNvSpPr txBox="1">
            <a:spLocks/>
          </p:cNvSpPr>
          <p:nvPr userDrawn="1"/>
        </p:nvSpPr>
        <p:spPr>
          <a:xfrm>
            <a:off x="10837768" y="3529398"/>
            <a:ext cx="11531964" cy="5806976"/>
          </a:xfrm>
          <a:prstGeom prst="rect">
            <a:avLst/>
          </a:prstGeom>
          <a:noFill/>
          <a:ln w="3175">
            <a:noFill/>
            <a:prstDash val="lgDash"/>
          </a:ln>
        </p:spPr>
        <p:txBody>
          <a:bodyPr vert="horz" lIns="0" tIns="0" rIns="0" bIns="0" rtlCol="0" anchor="t" anchorCtr="0">
            <a:noAutofit/>
          </a:bodyPr>
          <a:lstStyle>
            <a:lvl1pPr algn="r" defTabSz="914400" rtl="1" eaLnBrk="1" latinLnBrk="0" hangingPunct="1">
              <a:lnSpc>
                <a:spcPct val="90000"/>
              </a:lnSpc>
              <a:spcBef>
                <a:spcPct val="0"/>
              </a:spcBef>
              <a:buNone/>
              <a:defRPr sz="6600" b="1" kern="1200" baseline="0">
                <a:solidFill>
                  <a:schemeClr val="bg1"/>
                </a:solidFill>
                <a:latin typeface="DIN Next LT Arabic" panose="020B0503020203050203" pitchFamily="34" charset="-78"/>
                <a:ea typeface="+mj-ea"/>
                <a:cs typeface="DIN Next LT Arabic" panose="020B0503020203050203" pitchFamily="34" charset="-78"/>
              </a:defRPr>
            </a:lvl1pPr>
          </a:lstStyle>
          <a:p>
            <a:r>
              <a:rPr lang="en-GB" sz="12000">
                <a:latin typeface="DIN Next LT Arabic" panose="020B0503020203050203" pitchFamily="34" charset="-78"/>
                <a:cs typeface="DIN Next LT Arabic" panose="020B0503020203050203" pitchFamily="34" charset="-78"/>
                <a:sym typeface="DIN Next LT Arabic" panose="020B0503020203050203" pitchFamily="34" charset="-78"/>
              </a:rPr>
              <a:t>Title slide text only</a:t>
            </a:r>
            <a:endParaRPr lang="en-US" sz="12000">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12" name="Text Placeholder 3">
            <a:extLst>
              <a:ext uri="{FF2B5EF4-FFF2-40B4-BE49-F238E27FC236}">
                <a16:creationId xmlns:a16="http://schemas.microsoft.com/office/drawing/2014/main" id="{C17EC321-E8FA-4A99-BA72-9EAF62BC04AB}"/>
              </a:ext>
            </a:extLst>
          </p:cNvPr>
          <p:cNvSpPr>
            <a:spLocks noGrp="1"/>
          </p:cNvSpPr>
          <p:nvPr>
            <p:ph type="body" sz="quarter" idx="12"/>
          </p:nvPr>
        </p:nvSpPr>
        <p:spPr>
          <a:xfrm>
            <a:off x="10837768" y="9504306"/>
            <a:ext cx="11531964" cy="1633212"/>
          </a:xfrm>
          <a:ln w="3175">
            <a:noFill/>
            <a:prstDash val="lgDash"/>
          </a:ln>
        </p:spPr>
        <p:txBody>
          <a:bodyPr wrap="square" anchor="b">
            <a:noAutofit/>
          </a:bodyPr>
          <a:lstStyle>
            <a:lvl1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vl2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2pPr>
            <a:lvl3pPr>
              <a:buClr>
                <a:schemeClr val="bg1"/>
              </a:buClr>
              <a:defRPr sz="2200">
                <a:solidFill>
                  <a:schemeClr val="bg1"/>
                </a:solidFill>
              </a:defRPr>
            </a:lvl3pPr>
            <a:lvl4pPr>
              <a:buClr>
                <a:schemeClr val="bg1"/>
              </a:buClr>
              <a:defRPr sz="2200">
                <a:solidFill>
                  <a:schemeClr val="bg1"/>
                </a:solidFill>
              </a:defRPr>
            </a:lvl4pPr>
            <a:lvl5pPr>
              <a:buClr>
                <a:schemeClr val="bg1"/>
              </a:buClr>
              <a:defRPr sz="2200">
                <a:solidFill>
                  <a:schemeClr val="bg1"/>
                </a:solidFill>
              </a:defRPr>
            </a:lvl5pPr>
          </a:lstStyle>
          <a:p>
            <a:pPr lvl="0"/>
            <a:r>
              <a:rPr lang="en-US"/>
              <a:t>Click to edit Master text styles</a:t>
            </a:r>
          </a:p>
          <a:p>
            <a:pPr lvl="1"/>
            <a:r>
              <a:rPr lang="en-US"/>
              <a:t>Second level</a:t>
            </a:r>
          </a:p>
        </p:txBody>
      </p:sp>
      <p:sp>
        <p:nvSpPr>
          <p:cNvPr id="13" name="Freeform 19">
            <a:extLst>
              <a:ext uri="{FF2B5EF4-FFF2-40B4-BE49-F238E27FC236}">
                <a16:creationId xmlns:a16="http://schemas.microsoft.com/office/drawing/2014/main" id="{77B9FC36-ED64-416F-BFCE-489745A4860C}"/>
              </a:ext>
            </a:extLst>
          </p:cNvPr>
          <p:cNvSpPr>
            <a:spLocks noChangeAspect="1" noEditPoints="1"/>
          </p:cNvSpPr>
          <p:nvPr userDrawn="1"/>
        </p:nvSpPr>
        <p:spPr bwMode="auto">
          <a:xfrm>
            <a:off x="21119753" y="1082677"/>
            <a:ext cx="1822798" cy="742622"/>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83" h="114">
                <a:moveTo>
                  <a:pt x="281" y="87"/>
                </a:moveTo>
                <a:cubicBezTo>
                  <a:pt x="266" y="87"/>
                  <a:pt x="266" y="87"/>
                  <a:pt x="266" y="87"/>
                </a:cubicBezTo>
                <a:cubicBezTo>
                  <a:pt x="269" y="77"/>
                  <a:pt x="269" y="77"/>
                  <a:pt x="269" y="77"/>
                </a:cubicBezTo>
                <a:cubicBezTo>
                  <a:pt x="239" y="77"/>
                  <a:pt x="239" y="77"/>
                  <a:pt x="239" y="77"/>
                </a:cubicBezTo>
                <a:cubicBezTo>
                  <a:pt x="237" y="87"/>
                  <a:pt x="237" y="87"/>
                  <a:pt x="237" y="87"/>
                </a:cubicBezTo>
                <a:cubicBezTo>
                  <a:pt x="222" y="87"/>
                  <a:pt x="222" y="87"/>
                  <a:pt x="222" y="87"/>
                </a:cubicBezTo>
                <a:cubicBezTo>
                  <a:pt x="222" y="85"/>
                  <a:pt x="222" y="85"/>
                  <a:pt x="222" y="85"/>
                </a:cubicBezTo>
                <a:cubicBezTo>
                  <a:pt x="223" y="84"/>
                  <a:pt x="223" y="83"/>
                  <a:pt x="223" y="81"/>
                </a:cubicBezTo>
                <a:cubicBezTo>
                  <a:pt x="226" y="71"/>
                  <a:pt x="233" y="60"/>
                  <a:pt x="244" y="60"/>
                </a:cubicBezTo>
                <a:cubicBezTo>
                  <a:pt x="249" y="60"/>
                  <a:pt x="254" y="62"/>
                  <a:pt x="253" y="69"/>
                </a:cubicBezTo>
                <a:cubicBezTo>
                  <a:pt x="271" y="69"/>
                  <a:pt x="271" y="69"/>
                  <a:pt x="271" y="69"/>
                </a:cubicBezTo>
                <a:cubicBezTo>
                  <a:pt x="272" y="66"/>
                  <a:pt x="273" y="61"/>
                  <a:pt x="269" y="56"/>
                </a:cubicBezTo>
                <a:cubicBezTo>
                  <a:pt x="266" y="51"/>
                  <a:pt x="258" y="48"/>
                  <a:pt x="248" y="48"/>
                </a:cubicBezTo>
                <a:cubicBezTo>
                  <a:pt x="241" y="48"/>
                  <a:pt x="231" y="50"/>
                  <a:pt x="222" y="55"/>
                </a:cubicBezTo>
                <a:cubicBezTo>
                  <a:pt x="222" y="2"/>
                  <a:pt x="222" y="2"/>
                  <a:pt x="222" y="2"/>
                </a:cubicBezTo>
                <a:cubicBezTo>
                  <a:pt x="281" y="2"/>
                  <a:pt x="281" y="2"/>
                  <a:pt x="281" y="2"/>
                </a:cubicBezTo>
                <a:cubicBezTo>
                  <a:pt x="281" y="87"/>
                  <a:pt x="281" y="87"/>
                  <a:pt x="281" y="87"/>
                </a:cubicBezTo>
                <a:cubicBezTo>
                  <a:pt x="281" y="87"/>
                  <a:pt x="281" y="87"/>
                  <a:pt x="281" y="87"/>
                </a:cubicBezTo>
                <a:close/>
                <a:moveTo>
                  <a:pt x="246" y="101"/>
                </a:moveTo>
                <a:cubicBezTo>
                  <a:pt x="243" y="102"/>
                  <a:pt x="240" y="102"/>
                  <a:pt x="237" y="102"/>
                </a:cubicBezTo>
                <a:cubicBezTo>
                  <a:pt x="228" y="102"/>
                  <a:pt x="222" y="98"/>
                  <a:pt x="222" y="89"/>
                </a:cubicBezTo>
                <a:cubicBezTo>
                  <a:pt x="249" y="89"/>
                  <a:pt x="249" y="89"/>
                  <a:pt x="249" y="89"/>
                </a:cubicBezTo>
                <a:cubicBezTo>
                  <a:pt x="246" y="101"/>
                  <a:pt x="246" y="101"/>
                  <a:pt x="246" y="101"/>
                </a:cubicBezTo>
                <a:cubicBezTo>
                  <a:pt x="246" y="101"/>
                  <a:pt x="246" y="101"/>
                  <a:pt x="246" y="101"/>
                </a:cubicBezTo>
                <a:close/>
                <a:moveTo>
                  <a:pt x="213" y="53"/>
                </a:moveTo>
                <a:cubicBezTo>
                  <a:pt x="213" y="65"/>
                  <a:pt x="213" y="65"/>
                  <a:pt x="213" y="65"/>
                </a:cubicBezTo>
                <a:cubicBezTo>
                  <a:pt x="209" y="71"/>
                  <a:pt x="206" y="77"/>
                  <a:pt x="205" y="82"/>
                </a:cubicBezTo>
                <a:cubicBezTo>
                  <a:pt x="204" y="83"/>
                  <a:pt x="204" y="85"/>
                  <a:pt x="204" y="87"/>
                </a:cubicBezTo>
                <a:cubicBezTo>
                  <a:pt x="195" y="87"/>
                  <a:pt x="195" y="87"/>
                  <a:pt x="195" y="87"/>
                </a:cubicBezTo>
                <a:cubicBezTo>
                  <a:pt x="203" y="52"/>
                  <a:pt x="203" y="52"/>
                  <a:pt x="203" y="52"/>
                </a:cubicBezTo>
                <a:cubicBezTo>
                  <a:pt x="178" y="52"/>
                  <a:pt x="178" y="52"/>
                  <a:pt x="178" y="52"/>
                </a:cubicBezTo>
                <a:cubicBezTo>
                  <a:pt x="156" y="87"/>
                  <a:pt x="156" y="87"/>
                  <a:pt x="156" y="87"/>
                </a:cubicBezTo>
                <a:cubicBezTo>
                  <a:pt x="154" y="87"/>
                  <a:pt x="154" y="87"/>
                  <a:pt x="154" y="87"/>
                </a:cubicBezTo>
                <a:cubicBezTo>
                  <a:pt x="154" y="2"/>
                  <a:pt x="154" y="2"/>
                  <a:pt x="154" y="2"/>
                </a:cubicBezTo>
                <a:cubicBezTo>
                  <a:pt x="213" y="2"/>
                  <a:pt x="213" y="2"/>
                  <a:pt x="213" y="2"/>
                </a:cubicBezTo>
                <a:cubicBezTo>
                  <a:pt x="213" y="53"/>
                  <a:pt x="213" y="53"/>
                  <a:pt x="213" y="53"/>
                </a:cubicBezTo>
                <a:cubicBezTo>
                  <a:pt x="213" y="53"/>
                  <a:pt x="213" y="53"/>
                  <a:pt x="213" y="53"/>
                </a:cubicBezTo>
                <a:close/>
                <a:moveTo>
                  <a:pt x="180" y="87"/>
                </a:moveTo>
                <a:cubicBezTo>
                  <a:pt x="171" y="87"/>
                  <a:pt x="171" y="87"/>
                  <a:pt x="171" y="87"/>
                </a:cubicBezTo>
                <a:cubicBezTo>
                  <a:pt x="185" y="66"/>
                  <a:pt x="185" y="66"/>
                  <a:pt x="185" y="66"/>
                </a:cubicBezTo>
                <a:cubicBezTo>
                  <a:pt x="180" y="87"/>
                  <a:pt x="180" y="87"/>
                  <a:pt x="180" y="87"/>
                </a:cubicBezTo>
                <a:cubicBezTo>
                  <a:pt x="180" y="87"/>
                  <a:pt x="180" y="87"/>
                  <a:pt x="180" y="87"/>
                </a:cubicBezTo>
                <a:close/>
                <a:moveTo>
                  <a:pt x="145" y="52"/>
                </a:moveTo>
                <a:cubicBezTo>
                  <a:pt x="130" y="52"/>
                  <a:pt x="130" y="52"/>
                  <a:pt x="130" y="52"/>
                </a:cubicBezTo>
                <a:cubicBezTo>
                  <a:pt x="120" y="87"/>
                  <a:pt x="120" y="87"/>
                  <a:pt x="120" y="87"/>
                </a:cubicBezTo>
                <a:cubicBezTo>
                  <a:pt x="104" y="87"/>
                  <a:pt x="104" y="87"/>
                  <a:pt x="104" y="87"/>
                </a:cubicBezTo>
                <a:cubicBezTo>
                  <a:pt x="112" y="84"/>
                  <a:pt x="117" y="78"/>
                  <a:pt x="119" y="70"/>
                </a:cubicBezTo>
                <a:cubicBezTo>
                  <a:pt x="120" y="64"/>
                  <a:pt x="119" y="59"/>
                  <a:pt x="117" y="56"/>
                </a:cubicBezTo>
                <a:cubicBezTo>
                  <a:pt x="113" y="51"/>
                  <a:pt x="105" y="52"/>
                  <a:pt x="98" y="52"/>
                </a:cubicBezTo>
                <a:cubicBezTo>
                  <a:pt x="97" y="52"/>
                  <a:pt x="86" y="52"/>
                  <a:pt x="86" y="52"/>
                </a:cubicBezTo>
                <a:cubicBezTo>
                  <a:pt x="86" y="2"/>
                  <a:pt x="86" y="2"/>
                  <a:pt x="86" y="2"/>
                </a:cubicBezTo>
                <a:cubicBezTo>
                  <a:pt x="145" y="2"/>
                  <a:pt x="145" y="2"/>
                  <a:pt x="145" y="2"/>
                </a:cubicBezTo>
                <a:cubicBezTo>
                  <a:pt x="145" y="52"/>
                  <a:pt x="145" y="52"/>
                  <a:pt x="145" y="52"/>
                </a:cubicBezTo>
                <a:cubicBezTo>
                  <a:pt x="145" y="52"/>
                  <a:pt x="145" y="52"/>
                  <a:pt x="145" y="52"/>
                </a:cubicBezTo>
                <a:close/>
                <a:moveTo>
                  <a:pt x="135" y="87"/>
                </a:moveTo>
                <a:cubicBezTo>
                  <a:pt x="141" y="65"/>
                  <a:pt x="141" y="65"/>
                  <a:pt x="141" y="65"/>
                </a:cubicBezTo>
                <a:cubicBezTo>
                  <a:pt x="142" y="87"/>
                  <a:pt x="142" y="87"/>
                  <a:pt x="142" y="87"/>
                </a:cubicBezTo>
                <a:cubicBezTo>
                  <a:pt x="135" y="87"/>
                  <a:pt x="135" y="87"/>
                  <a:pt x="135" y="87"/>
                </a:cubicBezTo>
                <a:cubicBezTo>
                  <a:pt x="135" y="87"/>
                  <a:pt x="135" y="87"/>
                  <a:pt x="135" y="87"/>
                </a:cubicBezTo>
                <a:close/>
                <a:moveTo>
                  <a:pt x="93" y="79"/>
                </a:moveTo>
                <a:cubicBezTo>
                  <a:pt x="93" y="79"/>
                  <a:pt x="93" y="79"/>
                  <a:pt x="93" y="79"/>
                </a:cubicBezTo>
                <a:cubicBezTo>
                  <a:pt x="92" y="79"/>
                  <a:pt x="91" y="79"/>
                  <a:pt x="91" y="79"/>
                </a:cubicBezTo>
                <a:cubicBezTo>
                  <a:pt x="90" y="79"/>
                  <a:pt x="89" y="79"/>
                  <a:pt x="89" y="79"/>
                </a:cubicBezTo>
                <a:cubicBezTo>
                  <a:pt x="85" y="79"/>
                  <a:pt x="85" y="79"/>
                  <a:pt x="85" y="79"/>
                </a:cubicBezTo>
                <a:cubicBezTo>
                  <a:pt x="87" y="72"/>
                  <a:pt x="87" y="72"/>
                  <a:pt x="87" y="72"/>
                </a:cubicBezTo>
                <a:cubicBezTo>
                  <a:pt x="87" y="69"/>
                  <a:pt x="87" y="69"/>
                  <a:pt x="87" y="69"/>
                </a:cubicBezTo>
                <a:cubicBezTo>
                  <a:pt x="89" y="62"/>
                  <a:pt x="89" y="62"/>
                  <a:pt x="89" y="62"/>
                </a:cubicBezTo>
                <a:cubicBezTo>
                  <a:pt x="90" y="62"/>
                  <a:pt x="91" y="62"/>
                  <a:pt x="92" y="62"/>
                </a:cubicBezTo>
                <a:cubicBezTo>
                  <a:pt x="95" y="62"/>
                  <a:pt x="95" y="62"/>
                  <a:pt x="95" y="62"/>
                </a:cubicBezTo>
                <a:cubicBezTo>
                  <a:pt x="100" y="62"/>
                  <a:pt x="103" y="62"/>
                  <a:pt x="104" y="63"/>
                </a:cubicBezTo>
                <a:cubicBezTo>
                  <a:pt x="105" y="65"/>
                  <a:pt x="105" y="67"/>
                  <a:pt x="104" y="70"/>
                </a:cubicBezTo>
                <a:cubicBezTo>
                  <a:pt x="102" y="75"/>
                  <a:pt x="100" y="78"/>
                  <a:pt x="93" y="79"/>
                </a:cubicBezTo>
                <a:moveTo>
                  <a:pt x="76" y="55"/>
                </a:moveTo>
                <a:cubicBezTo>
                  <a:pt x="75" y="58"/>
                  <a:pt x="75" y="58"/>
                  <a:pt x="75" y="58"/>
                </a:cubicBezTo>
                <a:cubicBezTo>
                  <a:pt x="67" y="86"/>
                  <a:pt x="67" y="86"/>
                  <a:pt x="67" y="86"/>
                </a:cubicBezTo>
                <a:cubicBezTo>
                  <a:pt x="67" y="87"/>
                  <a:pt x="67" y="87"/>
                  <a:pt x="67" y="87"/>
                </a:cubicBezTo>
                <a:cubicBezTo>
                  <a:pt x="39" y="87"/>
                  <a:pt x="39" y="87"/>
                  <a:pt x="39" y="87"/>
                </a:cubicBezTo>
                <a:cubicBezTo>
                  <a:pt x="37" y="82"/>
                  <a:pt x="37" y="82"/>
                  <a:pt x="37" y="82"/>
                </a:cubicBezTo>
                <a:cubicBezTo>
                  <a:pt x="67" y="52"/>
                  <a:pt x="67" y="52"/>
                  <a:pt x="67" y="52"/>
                </a:cubicBezTo>
                <a:cubicBezTo>
                  <a:pt x="48" y="52"/>
                  <a:pt x="48" y="52"/>
                  <a:pt x="48" y="52"/>
                </a:cubicBezTo>
                <a:cubicBezTo>
                  <a:pt x="25" y="77"/>
                  <a:pt x="25" y="77"/>
                  <a:pt x="25" y="77"/>
                </a:cubicBezTo>
                <a:cubicBezTo>
                  <a:pt x="32" y="52"/>
                  <a:pt x="32" y="52"/>
                  <a:pt x="32" y="52"/>
                </a:cubicBezTo>
                <a:cubicBezTo>
                  <a:pt x="18" y="52"/>
                  <a:pt x="18" y="52"/>
                  <a:pt x="18" y="52"/>
                </a:cubicBezTo>
                <a:cubicBezTo>
                  <a:pt x="18" y="2"/>
                  <a:pt x="18" y="2"/>
                  <a:pt x="18" y="2"/>
                </a:cubicBezTo>
                <a:cubicBezTo>
                  <a:pt x="76" y="2"/>
                  <a:pt x="76" y="2"/>
                  <a:pt x="76" y="2"/>
                </a:cubicBezTo>
                <a:cubicBezTo>
                  <a:pt x="76" y="55"/>
                  <a:pt x="76" y="55"/>
                  <a:pt x="76" y="55"/>
                </a:cubicBezTo>
                <a:cubicBezTo>
                  <a:pt x="76" y="55"/>
                  <a:pt x="76" y="55"/>
                  <a:pt x="76" y="55"/>
                </a:cubicBezTo>
                <a:close/>
                <a:moveTo>
                  <a:pt x="22" y="87"/>
                </a:moveTo>
                <a:cubicBezTo>
                  <a:pt x="22" y="87"/>
                  <a:pt x="22" y="87"/>
                  <a:pt x="22" y="87"/>
                </a:cubicBezTo>
                <a:cubicBezTo>
                  <a:pt x="22" y="87"/>
                  <a:pt x="22" y="87"/>
                  <a:pt x="22" y="87"/>
                </a:cubicBezTo>
                <a:cubicBezTo>
                  <a:pt x="22" y="87"/>
                  <a:pt x="22" y="87"/>
                  <a:pt x="22" y="87"/>
                </a:cubicBezTo>
                <a:cubicBezTo>
                  <a:pt x="22" y="87"/>
                  <a:pt x="22" y="87"/>
                  <a:pt x="22" y="87"/>
                </a:cubicBezTo>
                <a:close/>
                <a:moveTo>
                  <a:pt x="220" y="0"/>
                </a:moveTo>
                <a:cubicBezTo>
                  <a:pt x="220" y="57"/>
                  <a:pt x="220" y="57"/>
                  <a:pt x="220" y="57"/>
                </a:cubicBezTo>
                <a:cubicBezTo>
                  <a:pt x="218" y="59"/>
                  <a:pt x="216" y="60"/>
                  <a:pt x="215" y="62"/>
                </a:cubicBezTo>
                <a:cubicBezTo>
                  <a:pt x="215" y="0"/>
                  <a:pt x="215" y="0"/>
                  <a:pt x="215" y="0"/>
                </a:cubicBezTo>
                <a:cubicBezTo>
                  <a:pt x="152" y="0"/>
                  <a:pt x="152" y="0"/>
                  <a:pt x="152" y="0"/>
                </a:cubicBezTo>
                <a:cubicBezTo>
                  <a:pt x="152" y="52"/>
                  <a:pt x="152" y="52"/>
                  <a:pt x="152" y="52"/>
                </a:cubicBezTo>
                <a:cubicBezTo>
                  <a:pt x="147" y="52"/>
                  <a:pt x="147" y="52"/>
                  <a:pt x="147" y="52"/>
                </a:cubicBezTo>
                <a:cubicBezTo>
                  <a:pt x="147" y="0"/>
                  <a:pt x="147" y="0"/>
                  <a:pt x="147" y="0"/>
                </a:cubicBezTo>
                <a:cubicBezTo>
                  <a:pt x="84" y="0"/>
                  <a:pt x="84" y="0"/>
                  <a:pt x="84" y="0"/>
                </a:cubicBezTo>
                <a:cubicBezTo>
                  <a:pt x="84" y="52"/>
                  <a:pt x="84" y="52"/>
                  <a:pt x="84" y="52"/>
                </a:cubicBezTo>
                <a:cubicBezTo>
                  <a:pt x="79" y="52"/>
                  <a:pt x="79" y="52"/>
                  <a:pt x="79" y="52"/>
                </a:cubicBezTo>
                <a:cubicBezTo>
                  <a:pt x="79" y="0"/>
                  <a:pt x="79" y="0"/>
                  <a:pt x="79" y="0"/>
                </a:cubicBezTo>
                <a:cubicBezTo>
                  <a:pt x="16" y="0"/>
                  <a:pt x="16" y="0"/>
                  <a:pt x="16" y="0"/>
                </a:cubicBezTo>
                <a:cubicBezTo>
                  <a:pt x="16" y="59"/>
                  <a:pt x="16" y="59"/>
                  <a:pt x="16" y="59"/>
                </a:cubicBezTo>
                <a:cubicBezTo>
                  <a:pt x="0" y="113"/>
                  <a:pt x="0" y="113"/>
                  <a:pt x="0" y="113"/>
                </a:cubicBezTo>
                <a:cubicBezTo>
                  <a:pt x="14" y="113"/>
                  <a:pt x="14" y="113"/>
                  <a:pt x="14" y="113"/>
                </a:cubicBezTo>
                <a:cubicBezTo>
                  <a:pt x="21" y="89"/>
                  <a:pt x="21" y="89"/>
                  <a:pt x="21" y="89"/>
                </a:cubicBezTo>
                <a:cubicBezTo>
                  <a:pt x="23" y="89"/>
                  <a:pt x="23" y="89"/>
                  <a:pt x="23" y="89"/>
                </a:cubicBezTo>
                <a:cubicBezTo>
                  <a:pt x="35" y="113"/>
                  <a:pt x="35" y="113"/>
                  <a:pt x="35" y="113"/>
                </a:cubicBezTo>
                <a:cubicBezTo>
                  <a:pt x="52" y="113"/>
                  <a:pt x="52" y="113"/>
                  <a:pt x="52" y="113"/>
                </a:cubicBezTo>
                <a:cubicBezTo>
                  <a:pt x="40" y="89"/>
                  <a:pt x="40" y="89"/>
                  <a:pt x="40" y="89"/>
                </a:cubicBezTo>
                <a:cubicBezTo>
                  <a:pt x="66" y="89"/>
                  <a:pt x="66" y="89"/>
                  <a:pt x="66" y="89"/>
                </a:cubicBezTo>
                <a:cubicBezTo>
                  <a:pt x="59" y="113"/>
                  <a:pt x="59" y="113"/>
                  <a:pt x="59" y="113"/>
                </a:cubicBezTo>
                <a:cubicBezTo>
                  <a:pt x="74" y="113"/>
                  <a:pt x="74" y="113"/>
                  <a:pt x="74" y="113"/>
                </a:cubicBezTo>
                <a:cubicBezTo>
                  <a:pt x="81" y="89"/>
                  <a:pt x="81" y="89"/>
                  <a:pt x="81" y="89"/>
                </a:cubicBezTo>
                <a:cubicBezTo>
                  <a:pt x="85" y="89"/>
                  <a:pt x="85" y="89"/>
                  <a:pt x="85" y="89"/>
                </a:cubicBezTo>
                <a:cubicBezTo>
                  <a:pt x="85" y="89"/>
                  <a:pt x="85" y="89"/>
                  <a:pt x="85" y="89"/>
                </a:cubicBezTo>
                <a:cubicBezTo>
                  <a:pt x="90" y="89"/>
                  <a:pt x="90" y="89"/>
                  <a:pt x="90" y="89"/>
                </a:cubicBezTo>
                <a:cubicBezTo>
                  <a:pt x="90" y="89"/>
                  <a:pt x="90" y="89"/>
                  <a:pt x="90" y="89"/>
                </a:cubicBezTo>
                <a:cubicBezTo>
                  <a:pt x="119" y="89"/>
                  <a:pt x="119" y="89"/>
                  <a:pt x="119" y="89"/>
                </a:cubicBezTo>
                <a:cubicBezTo>
                  <a:pt x="112" y="113"/>
                  <a:pt x="112" y="113"/>
                  <a:pt x="112" y="113"/>
                </a:cubicBezTo>
                <a:cubicBezTo>
                  <a:pt x="128" y="113"/>
                  <a:pt x="128" y="113"/>
                  <a:pt x="128" y="113"/>
                </a:cubicBezTo>
                <a:cubicBezTo>
                  <a:pt x="135" y="89"/>
                  <a:pt x="135" y="89"/>
                  <a:pt x="135" y="89"/>
                </a:cubicBezTo>
                <a:cubicBezTo>
                  <a:pt x="142" y="89"/>
                  <a:pt x="142" y="89"/>
                  <a:pt x="142" y="89"/>
                </a:cubicBezTo>
                <a:cubicBezTo>
                  <a:pt x="142" y="113"/>
                  <a:pt x="142" y="113"/>
                  <a:pt x="142" y="113"/>
                </a:cubicBezTo>
                <a:cubicBezTo>
                  <a:pt x="155" y="113"/>
                  <a:pt x="155" y="113"/>
                  <a:pt x="155" y="113"/>
                </a:cubicBezTo>
                <a:cubicBezTo>
                  <a:pt x="170" y="89"/>
                  <a:pt x="170" y="89"/>
                  <a:pt x="170" y="89"/>
                </a:cubicBezTo>
                <a:cubicBezTo>
                  <a:pt x="180" y="89"/>
                  <a:pt x="180" y="89"/>
                  <a:pt x="180" y="89"/>
                </a:cubicBezTo>
                <a:cubicBezTo>
                  <a:pt x="175" y="113"/>
                  <a:pt x="175" y="113"/>
                  <a:pt x="175" y="113"/>
                </a:cubicBezTo>
                <a:cubicBezTo>
                  <a:pt x="190" y="113"/>
                  <a:pt x="190" y="113"/>
                  <a:pt x="190" y="113"/>
                </a:cubicBezTo>
                <a:cubicBezTo>
                  <a:pt x="195" y="89"/>
                  <a:pt x="195" y="89"/>
                  <a:pt x="195" y="89"/>
                </a:cubicBezTo>
                <a:cubicBezTo>
                  <a:pt x="204" y="89"/>
                  <a:pt x="204" y="89"/>
                  <a:pt x="204" y="89"/>
                </a:cubicBezTo>
                <a:cubicBezTo>
                  <a:pt x="203" y="96"/>
                  <a:pt x="205" y="103"/>
                  <a:pt x="210" y="108"/>
                </a:cubicBezTo>
                <a:cubicBezTo>
                  <a:pt x="216" y="113"/>
                  <a:pt x="225" y="114"/>
                  <a:pt x="232" y="114"/>
                </a:cubicBezTo>
                <a:cubicBezTo>
                  <a:pt x="241" y="114"/>
                  <a:pt x="251" y="113"/>
                  <a:pt x="260" y="111"/>
                </a:cubicBezTo>
                <a:cubicBezTo>
                  <a:pt x="266" y="89"/>
                  <a:pt x="266" y="89"/>
                  <a:pt x="266" y="89"/>
                </a:cubicBezTo>
                <a:cubicBezTo>
                  <a:pt x="283" y="89"/>
                  <a:pt x="283" y="89"/>
                  <a:pt x="283" y="89"/>
                </a:cubicBezTo>
                <a:cubicBezTo>
                  <a:pt x="283" y="0"/>
                  <a:pt x="283" y="0"/>
                  <a:pt x="283" y="0"/>
                </a:cubicBezTo>
                <a:cubicBezTo>
                  <a:pt x="220" y="0"/>
                  <a:pt x="220" y="0"/>
                  <a:pt x="220" y="0"/>
                </a:cubicBezTo>
                <a:cubicBezTo>
                  <a:pt x="220" y="0"/>
                  <a:pt x="220" y="0"/>
                  <a:pt x="220" y="0"/>
                </a:cubicBezTo>
                <a:close/>
              </a:path>
            </a:pathLst>
          </a:custGeom>
          <a:solidFill>
            <a:schemeClr val="tx2"/>
          </a:solidFill>
          <a:ln>
            <a:noFill/>
          </a:ln>
        </p:spPr>
        <p:txBody>
          <a:bodyPr vert="horz" wrap="square" lIns="182880" tIns="91440" rIns="182880" bIns="91440" numCol="1" anchor="t" anchorCtr="0" compatLnSpc="1">
            <a:prstTxWarp prst="textNoShape">
              <a:avLst/>
            </a:prstTxWarp>
          </a:bodyPr>
          <a:lstStyle/>
          <a:p>
            <a:pPr marL="0" marR="0" lvl="0" indent="0" algn="r" defTabSz="1828800" rtl="1" eaLnBrk="1" fontAlgn="auto" latinLnBrk="0" hangingPunct="1">
              <a:lnSpc>
                <a:spcPct val="100000"/>
              </a:lnSpc>
              <a:spcBef>
                <a:spcPts val="0"/>
              </a:spcBef>
              <a:spcAft>
                <a:spcPts val="0"/>
              </a:spcAft>
              <a:buClrTx/>
              <a:buSzTx/>
              <a:buFontTx/>
              <a:buNone/>
              <a:tabLst/>
              <a:defRPr/>
            </a:pPr>
            <a:endParaRPr kumimoji="0" lang="en-GB" sz="3600" b="0" i="0" u="none" strike="noStrike" kern="1200" cap="none" spc="0" normalizeH="0" baseline="0" noProof="0">
              <a:ln>
                <a:noFill/>
              </a:ln>
              <a:solidFill>
                <a:schemeClr val="bg1"/>
              </a:solidFill>
              <a:effectLst/>
              <a:uLnTx/>
              <a:uFillTx/>
              <a:latin typeface="DIN Next LT Arabic" panose="020B0503020203050203" pitchFamily="34" charset="-78"/>
              <a:ea typeface="+mn-ea"/>
              <a:cs typeface="DIN Next LT Arabic" panose="020B0503020203050203" pitchFamily="34" charset="-78"/>
              <a:sym typeface="DIN Next LT Arabic" panose="020B0503020203050203" pitchFamily="34" charset="-78"/>
            </a:endParaRPr>
          </a:p>
        </p:txBody>
      </p:sp>
    </p:spTree>
    <p:extLst>
      <p:ext uri="{BB962C8B-B14F-4D97-AF65-F5344CB8AC3E}">
        <p14:creationId xmlns:p14="http://schemas.microsoft.com/office/powerpoint/2010/main" val="3682384255"/>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Cover style 3-A">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DF0C1698-BD00-4EFC-AE24-A6C38A6B748D}"/>
              </a:ext>
            </a:extLst>
          </p:cNvPr>
          <p:cNvGraphicFramePr>
            <a:graphicFrameLocks noChangeAspect="1"/>
          </p:cNvGraphicFramePr>
          <p:nvPr userDrawn="1">
            <p:custDataLst>
              <p:tags r:id="rId1"/>
            </p:custDataLst>
            <p:extLst>
              <p:ext uri="{D42A27DB-BD31-4B8C-83A1-F6EECF244321}">
                <p14:modId xmlns:p14="http://schemas.microsoft.com/office/powerpoint/2010/main" val="2869887050"/>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3" name="Object 2" hidden="1">
                        <a:extLst>
                          <a:ext uri="{FF2B5EF4-FFF2-40B4-BE49-F238E27FC236}">
                            <a16:creationId xmlns:a16="http://schemas.microsoft.com/office/drawing/2014/main" id="{DF0C1698-BD00-4EFC-AE24-A6C38A6B748D}"/>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8" name="Rectangle 7">
            <a:extLst>
              <a:ext uri="{FF2B5EF4-FFF2-40B4-BE49-F238E27FC236}">
                <a16:creationId xmlns:a16="http://schemas.microsoft.com/office/drawing/2014/main" id="{BE1C10C3-827B-49A6-893F-D8E3A612B3BF}"/>
              </a:ext>
            </a:extLst>
          </p:cNvPr>
          <p:cNvSpPr/>
          <p:nvPr userDrawn="1"/>
        </p:nvSpPr>
        <p:spPr>
          <a:xfrm>
            <a:off x="0" y="0"/>
            <a:ext cx="7871792" cy="13716000"/>
          </a:xfrm>
          <a:prstGeom prst="rect">
            <a:avLst/>
          </a:prstGeom>
          <a:solidFill>
            <a:schemeClr val="accent2"/>
          </a:solidFill>
          <a:ln w="12700" cap="flat" cmpd="sng" algn="ctr">
            <a:noFill/>
            <a:prstDash val="solid"/>
            <a:miter lim="800000"/>
          </a:ln>
          <a:effectLst/>
        </p:spPr>
        <p:txBody>
          <a:bodyPr wrap="none" lIns="109220" tIns="109220" rIns="109220" bIns="109220" rtlCol="0" anchor="ctr"/>
          <a:lstStyle/>
          <a:p>
            <a:pPr marR="0" lvl="0" indent="0" algn="ctr" fontAlgn="auto">
              <a:lnSpc>
                <a:spcPct val="100000"/>
              </a:lnSpc>
              <a:spcBef>
                <a:spcPts val="0"/>
              </a:spcBef>
              <a:spcAft>
                <a:spcPts val="0"/>
              </a:spcAft>
              <a:buClrTx/>
              <a:buSzTx/>
              <a:buFontTx/>
              <a:buNone/>
              <a:tabLst/>
            </a:pPr>
            <a:endParaRPr kumimoji="0" lang="en-GB" sz="1600" b="0" i="0" u="none" strike="noStrike" kern="0" cap="none" spc="0" normalizeH="0" baseline="0" noProof="0">
              <a:ln>
                <a:noFill/>
              </a:ln>
              <a:solidFill>
                <a:srgbClr val="FFFFFF"/>
              </a:solidFill>
              <a:effectLst/>
              <a:uLnTx/>
              <a:uFillTx/>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6" name="Title 1">
            <a:extLst>
              <a:ext uri="{FF2B5EF4-FFF2-40B4-BE49-F238E27FC236}">
                <a16:creationId xmlns:a16="http://schemas.microsoft.com/office/drawing/2014/main" id="{50035612-8634-48A3-9355-EEEE76087FA3}"/>
              </a:ext>
            </a:extLst>
          </p:cNvPr>
          <p:cNvSpPr>
            <a:spLocks noGrp="1"/>
          </p:cNvSpPr>
          <p:nvPr>
            <p:ph type="ctrTitle" hasCustomPrompt="1"/>
          </p:nvPr>
        </p:nvSpPr>
        <p:spPr>
          <a:xfrm>
            <a:off x="14822907" y="5627111"/>
            <a:ext cx="8116538" cy="3065630"/>
          </a:xfrm>
          <a:noFill/>
        </p:spPr>
        <p:txBody>
          <a:bodyPr vert="horz" lIns="0" tIns="0" rIns="0" bIns="0" anchor="t" anchorCtr="0"/>
          <a:lstStyle>
            <a:lvl1pPr algn="r">
              <a:defRPr sz="10800" baseline="0">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en-GB"/>
              <a:t>Title slide text only</a:t>
            </a:r>
            <a:endParaRPr lang="en-US"/>
          </a:p>
        </p:txBody>
      </p:sp>
      <p:sp>
        <p:nvSpPr>
          <p:cNvPr id="7" name="Text Placeholder 3">
            <a:extLst>
              <a:ext uri="{FF2B5EF4-FFF2-40B4-BE49-F238E27FC236}">
                <a16:creationId xmlns:a16="http://schemas.microsoft.com/office/drawing/2014/main" id="{1CE06135-4376-470B-9136-FE1565DB633F}"/>
              </a:ext>
            </a:extLst>
          </p:cNvPr>
          <p:cNvSpPr>
            <a:spLocks noGrp="1"/>
          </p:cNvSpPr>
          <p:nvPr>
            <p:ph type="body" sz="quarter" idx="13" hasCustomPrompt="1"/>
          </p:nvPr>
        </p:nvSpPr>
        <p:spPr>
          <a:xfrm>
            <a:off x="19851912" y="2768392"/>
            <a:ext cx="3087532" cy="1477328"/>
          </a:xfrm>
        </p:spPr>
        <p:txBody>
          <a:bodyPr wrap="square">
            <a:spAutoFit/>
          </a:bodyPr>
          <a:lstStyle>
            <a:lvl1pPr algn="r">
              <a:lnSpc>
                <a:spcPct val="80000"/>
              </a:lnSpc>
              <a:defRPr lang="en-US" sz="12000" kern="1200" baseline="0" dirty="0" smtClean="0">
                <a:solidFill>
                  <a:schemeClr val="tx2"/>
                </a:solidFill>
                <a:latin typeface="DIN Next LT Arabic" panose="020B0503020203050203" pitchFamily="34" charset="-78"/>
                <a:ea typeface="+mj-ea"/>
                <a:cs typeface="DIN Next LT Arabic" panose="020B0503020203050203" pitchFamily="34" charset="-78"/>
                <a:sym typeface="DIN Next LT Arabic" panose="020B0503020203050203" pitchFamily="34" charset="-78"/>
              </a:defRPr>
            </a:lvl1pPr>
          </a:lstStyle>
          <a:p>
            <a:pPr lvl="0"/>
            <a:r>
              <a:rPr lang="en-US"/>
              <a:t>00</a:t>
            </a:r>
          </a:p>
        </p:txBody>
      </p:sp>
      <p:sp>
        <p:nvSpPr>
          <p:cNvPr id="9" name="Picture Placeholder 16">
            <a:extLst>
              <a:ext uri="{FF2B5EF4-FFF2-40B4-BE49-F238E27FC236}">
                <a16:creationId xmlns:a16="http://schemas.microsoft.com/office/drawing/2014/main" id="{18C7026C-029A-4AB1-A634-0C67B54D21D1}"/>
              </a:ext>
            </a:extLst>
          </p:cNvPr>
          <p:cNvSpPr>
            <a:spLocks noGrp="1"/>
          </p:cNvSpPr>
          <p:nvPr>
            <p:ph type="pic" sz="quarter" idx="10"/>
          </p:nvPr>
        </p:nvSpPr>
        <p:spPr>
          <a:xfrm>
            <a:off x="1795179" y="1952626"/>
            <a:ext cx="12111382" cy="9815304"/>
          </a:xfrm>
          <a:gradFill>
            <a:gsLst>
              <a:gs pos="100000">
                <a:srgbClr val="ACEAFF"/>
              </a:gs>
              <a:gs pos="0">
                <a:schemeClr val="accent4"/>
              </a:gs>
            </a:gsLst>
            <a:lin ang="0" scaled="0"/>
          </a:gradFill>
        </p:spPr>
        <p:txBody>
          <a:bodyPr/>
          <a:lstStyle/>
          <a:p>
            <a:endParaRPr lang="en-US"/>
          </a:p>
        </p:txBody>
      </p:sp>
    </p:spTree>
    <p:extLst>
      <p:ext uri="{BB962C8B-B14F-4D97-AF65-F5344CB8AC3E}">
        <p14:creationId xmlns:p14="http://schemas.microsoft.com/office/powerpoint/2010/main" val="295199614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4_Header only">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B45CDA42-2F5A-4857-AF5A-59C799D05511}"/>
              </a:ext>
            </a:extLst>
          </p:cNvPr>
          <p:cNvGraphicFramePr>
            <a:graphicFrameLocks noChangeAspect="1"/>
          </p:cNvGraphicFramePr>
          <p:nvPr userDrawn="1">
            <p:custDataLst>
              <p:tags r:id="rId1"/>
            </p:custDataLst>
            <p:extLst>
              <p:ext uri="{D42A27DB-BD31-4B8C-83A1-F6EECF244321}">
                <p14:modId xmlns:p14="http://schemas.microsoft.com/office/powerpoint/2010/main" val="188439126"/>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4" imgW="383" imgH="384" progId="TCLayout.ActiveDocument.1">
                  <p:embed/>
                </p:oleObj>
              </mc:Choice>
              <mc:Fallback>
                <p:oleObj name="think-cell Slide" r:id="rId4" imgW="383" imgH="384" progId="TCLayout.ActiveDocument.1">
                  <p:embed/>
                  <p:pic>
                    <p:nvPicPr>
                      <p:cNvPr id="4" name="Object 3" hidden="1">
                        <a:extLst>
                          <a:ext uri="{FF2B5EF4-FFF2-40B4-BE49-F238E27FC236}">
                            <a16:creationId xmlns:a16="http://schemas.microsoft.com/office/drawing/2014/main" id="{B45CDA42-2F5A-4857-AF5A-59C799D05511}"/>
                          </a:ext>
                        </a:extLst>
                      </p:cNvPr>
                      <p:cNvPicPr/>
                      <p:nvPr/>
                    </p:nvPicPr>
                    <p:blipFill>
                      <a:blip r:embed="rId5"/>
                      <a:stretch>
                        <a:fillRect/>
                      </a:stretch>
                    </p:blipFill>
                    <p:spPr>
                      <a:xfrm>
                        <a:off x="3176" y="3176"/>
                        <a:ext cx="3176" cy="3176"/>
                      </a:xfrm>
                      <a:prstGeom prst="rect">
                        <a:avLst/>
                      </a:prstGeom>
                    </p:spPr>
                  </p:pic>
                </p:oleObj>
              </mc:Fallback>
            </mc:AlternateContent>
          </a:graphicData>
        </a:graphic>
      </p:graphicFrame>
      <p:sp>
        <p:nvSpPr>
          <p:cNvPr id="12" name="Title 11">
            <a:extLst>
              <a:ext uri="{FF2B5EF4-FFF2-40B4-BE49-F238E27FC236}">
                <a16:creationId xmlns:a16="http://schemas.microsoft.com/office/drawing/2014/main" id="{0140BDF6-1709-4038-8A40-FB1269320056}"/>
              </a:ext>
            </a:extLst>
          </p:cNvPr>
          <p:cNvSpPr>
            <a:spLocks noGrp="1"/>
          </p:cNvSpPr>
          <p:nvPr>
            <p:ph type="title"/>
          </p:nvPr>
        </p:nvSpPr>
        <p:spPr>
          <a:xfrm>
            <a:off x="1463676" y="1079998"/>
            <a:ext cx="21480324" cy="1206000"/>
          </a:xfrm>
        </p:spPr>
        <p:txBody>
          <a:bodyPr vert="horz"/>
          <a:lstStyle>
            <a:lvl1pPr>
              <a:defRPr>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en-US"/>
              <a:t>Click to edit Master title style</a:t>
            </a:r>
          </a:p>
        </p:txBody>
      </p:sp>
      <p:sp>
        <p:nvSpPr>
          <p:cNvPr id="85" name="object 7">
            <a:extLst>
              <a:ext uri="{FF2B5EF4-FFF2-40B4-BE49-F238E27FC236}">
                <a16:creationId xmlns:a16="http://schemas.microsoft.com/office/drawing/2014/main" id="{CC790043-FEBE-4052-9AC1-14F9D755B950}"/>
              </a:ext>
            </a:extLst>
          </p:cNvPr>
          <p:cNvSpPr txBox="1"/>
          <p:nvPr userDrawn="1"/>
        </p:nvSpPr>
        <p:spPr>
          <a:xfrm>
            <a:off x="1463676" y="4993350"/>
            <a:ext cx="2212172" cy="888524"/>
          </a:xfrm>
          <a:prstGeom prst="rect">
            <a:avLst/>
          </a:prstGeom>
        </p:spPr>
        <p:txBody>
          <a:bodyPr vert="horz" wrap="square" lIns="0" tIns="21220" rIns="0" bIns="0" rtlCol="0">
            <a:spAutoFit/>
          </a:bodyPr>
          <a:lstStyle/>
          <a:p>
            <a:pPr marL="21220">
              <a:lnSpc>
                <a:spcPct val="70000"/>
              </a:lnSpc>
            </a:pPr>
            <a:r>
              <a:rPr lang="en-US" sz="4000" spc="84">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DIN Next LT Arabic</a:t>
            </a:r>
            <a:endParaRPr sz="4000">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86" name="object 11">
            <a:extLst>
              <a:ext uri="{FF2B5EF4-FFF2-40B4-BE49-F238E27FC236}">
                <a16:creationId xmlns:a16="http://schemas.microsoft.com/office/drawing/2014/main" id="{45F9F208-C936-4D8D-B230-231D9CC4FF12}"/>
              </a:ext>
            </a:extLst>
          </p:cNvPr>
          <p:cNvSpPr txBox="1"/>
          <p:nvPr userDrawn="1"/>
        </p:nvSpPr>
        <p:spPr>
          <a:xfrm>
            <a:off x="1463676" y="2763079"/>
            <a:ext cx="5852160" cy="636980"/>
          </a:xfrm>
          <a:prstGeom prst="rect">
            <a:avLst/>
          </a:prstGeom>
        </p:spPr>
        <p:txBody>
          <a:bodyPr vert="horz" wrap="square" lIns="0" tIns="21220" rIns="0" bIns="0" rtlCol="0">
            <a:spAutoFit/>
          </a:bodyPr>
          <a:lstStyle/>
          <a:p>
            <a:pPr marL="21220">
              <a:spcBef>
                <a:spcPts val="168"/>
              </a:spcBef>
            </a:pPr>
            <a:r>
              <a:rPr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Typefaces - </a:t>
            </a:r>
            <a:r>
              <a:rPr sz="2000">
                <a:latin typeface="DIN Next LT Arabic" panose="020B0503020203050203" pitchFamily="34" charset="-78"/>
                <a:cs typeface="DIN Next LT Arabic" panose="020B0503020203050203" pitchFamily="34" charset="-78"/>
                <a:sym typeface="DIN Next LT Arabic" panose="020B0503020203050203" pitchFamily="34" charset="-78"/>
              </a:rPr>
              <a:t>Use compatible fonts (TTF) if output is for PowerPoint.</a:t>
            </a:r>
          </a:p>
        </p:txBody>
      </p:sp>
      <p:sp>
        <p:nvSpPr>
          <p:cNvPr id="87" name="object 14">
            <a:extLst>
              <a:ext uri="{FF2B5EF4-FFF2-40B4-BE49-F238E27FC236}">
                <a16:creationId xmlns:a16="http://schemas.microsoft.com/office/drawing/2014/main" id="{F56EDE2F-3122-4323-AF42-2DAB839217DA}"/>
              </a:ext>
            </a:extLst>
          </p:cNvPr>
          <p:cNvSpPr txBox="1"/>
          <p:nvPr userDrawn="1"/>
        </p:nvSpPr>
        <p:spPr>
          <a:xfrm>
            <a:off x="1463677" y="3546196"/>
            <a:ext cx="1023037" cy="329204"/>
          </a:xfrm>
          <a:prstGeom prst="rect">
            <a:avLst/>
          </a:prstGeom>
        </p:spPr>
        <p:txBody>
          <a:bodyPr vert="horz" wrap="none" lIns="0" tIns="21220" rIns="0" bIns="0" rtlCol="0">
            <a:spAutoFit/>
          </a:bodyPr>
          <a:lstStyle/>
          <a:p>
            <a:pPr marL="21220">
              <a:spcBef>
                <a:spcPts val="168"/>
              </a:spcBef>
            </a:pPr>
            <a:r>
              <a:rPr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Headline</a:t>
            </a:r>
          </a:p>
        </p:txBody>
      </p:sp>
      <p:sp>
        <p:nvSpPr>
          <p:cNvPr id="88" name="object 14">
            <a:extLst>
              <a:ext uri="{FF2B5EF4-FFF2-40B4-BE49-F238E27FC236}">
                <a16:creationId xmlns:a16="http://schemas.microsoft.com/office/drawing/2014/main" id="{CC2A017F-6855-4435-A4B7-0754CA5DC349}"/>
              </a:ext>
            </a:extLst>
          </p:cNvPr>
          <p:cNvSpPr txBox="1"/>
          <p:nvPr userDrawn="1"/>
        </p:nvSpPr>
        <p:spPr>
          <a:xfrm>
            <a:off x="1463677" y="4052052"/>
            <a:ext cx="586058" cy="915576"/>
          </a:xfrm>
          <a:prstGeom prst="rect">
            <a:avLst/>
          </a:prstGeom>
        </p:spPr>
        <p:txBody>
          <a:bodyPr vert="horz" wrap="none" lIns="0" tIns="0" rIns="0" bIns="0" rtlCol="0">
            <a:noAutofit/>
          </a:bodyPr>
          <a:lstStyle/>
          <a:p>
            <a:pPr>
              <a:lnSpc>
                <a:spcPct val="70000"/>
              </a:lnSpc>
            </a:pPr>
            <a:r>
              <a:rPr sz="8000">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Aa</a:t>
            </a:r>
          </a:p>
        </p:txBody>
      </p:sp>
      <p:sp>
        <p:nvSpPr>
          <p:cNvPr id="89" name="object 14">
            <a:extLst>
              <a:ext uri="{FF2B5EF4-FFF2-40B4-BE49-F238E27FC236}">
                <a16:creationId xmlns:a16="http://schemas.microsoft.com/office/drawing/2014/main" id="{869D6BB8-31B9-4A6E-AD93-45C0ADDDC2CF}"/>
              </a:ext>
            </a:extLst>
          </p:cNvPr>
          <p:cNvSpPr txBox="1"/>
          <p:nvPr userDrawn="1"/>
        </p:nvSpPr>
        <p:spPr>
          <a:xfrm>
            <a:off x="4197133" y="3546196"/>
            <a:ext cx="585417" cy="329204"/>
          </a:xfrm>
          <a:prstGeom prst="rect">
            <a:avLst/>
          </a:prstGeom>
        </p:spPr>
        <p:txBody>
          <a:bodyPr vert="horz" wrap="none" lIns="0" tIns="21220" rIns="0" bIns="0" rtlCol="0">
            <a:spAutoFit/>
          </a:bodyPr>
          <a:lstStyle/>
          <a:p>
            <a:pPr marL="21220">
              <a:spcBef>
                <a:spcPts val="168"/>
              </a:spcBef>
            </a:pPr>
            <a:r>
              <a:rPr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Body</a:t>
            </a:r>
          </a:p>
        </p:txBody>
      </p:sp>
      <p:sp>
        <p:nvSpPr>
          <p:cNvPr id="90" name="object 7">
            <a:extLst>
              <a:ext uri="{FF2B5EF4-FFF2-40B4-BE49-F238E27FC236}">
                <a16:creationId xmlns:a16="http://schemas.microsoft.com/office/drawing/2014/main" id="{9082B2CF-0B67-451A-9A35-5B20D56EE8E8}"/>
              </a:ext>
            </a:extLst>
          </p:cNvPr>
          <p:cNvSpPr txBox="1"/>
          <p:nvPr userDrawn="1"/>
        </p:nvSpPr>
        <p:spPr>
          <a:xfrm>
            <a:off x="4223384" y="4993350"/>
            <a:ext cx="2212172" cy="883202"/>
          </a:xfrm>
          <a:prstGeom prst="rect">
            <a:avLst/>
          </a:prstGeom>
        </p:spPr>
        <p:txBody>
          <a:bodyPr vert="horz" wrap="square" lIns="0" tIns="21220" rIns="0" bIns="0" rtlCol="0">
            <a:spAutoFit/>
          </a:bodyPr>
          <a:lstStyle/>
          <a:p>
            <a:pPr marL="21220"/>
            <a:r>
              <a:rPr lang="en-US" sz="2800" spc="84">
                <a:latin typeface="DIN Next LT Arabic" panose="020B0503020203050203" pitchFamily="34" charset="-78"/>
                <a:cs typeface="DIN Next LT Arabic" panose="020B0503020203050203" pitchFamily="34" charset="-78"/>
                <a:sym typeface="DIN Next LT Arabic" panose="020B0503020203050203" pitchFamily="34" charset="-78"/>
              </a:rPr>
              <a:t>DIN Next LT Arabic</a:t>
            </a:r>
          </a:p>
        </p:txBody>
      </p:sp>
      <p:sp>
        <p:nvSpPr>
          <p:cNvPr id="91" name="object 14">
            <a:extLst>
              <a:ext uri="{FF2B5EF4-FFF2-40B4-BE49-F238E27FC236}">
                <a16:creationId xmlns:a16="http://schemas.microsoft.com/office/drawing/2014/main" id="{CD8EC745-B9F6-4ECB-9D8D-9FB6D7548A63}"/>
              </a:ext>
            </a:extLst>
          </p:cNvPr>
          <p:cNvSpPr txBox="1"/>
          <p:nvPr userDrawn="1"/>
        </p:nvSpPr>
        <p:spPr>
          <a:xfrm>
            <a:off x="4228227" y="3900540"/>
            <a:ext cx="586058" cy="1067088"/>
          </a:xfrm>
          <a:prstGeom prst="rect">
            <a:avLst/>
          </a:prstGeom>
        </p:spPr>
        <p:txBody>
          <a:bodyPr vert="horz" wrap="none" lIns="0" tIns="0" rIns="0" bIns="0" rtlCol="0">
            <a:noAutofit/>
          </a:bodyPr>
          <a:lstStyle/>
          <a:p>
            <a:r>
              <a:rPr sz="6934">
                <a:latin typeface="DIN Next LT Arabic" panose="020B0503020203050203" pitchFamily="34" charset="-78"/>
                <a:cs typeface="DIN Next LT Arabic" panose="020B0503020203050203" pitchFamily="34" charset="-78"/>
                <a:sym typeface="DIN Next LT Arabic" panose="020B0503020203050203" pitchFamily="34" charset="-78"/>
              </a:rPr>
              <a:t>Aa</a:t>
            </a:r>
          </a:p>
        </p:txBody>
      </p:sp>
      <p:sp>
        <p:nvSpPr>
          <p:cNvPr id="92" name="Rectangle 91">
            <a:extLst>
              <a:ext uri="{FF2B5EF4-FFF2-40B4-BE49-F238E27FC236}">
                <a16:creationId xmlns:a16="http://schemas.microsoft.com/office/drawing/2014/main" id="{459A0548-5D47-442B-9D7B-AD25C9E9BBDC}"/>
              </a:ext>
            </a:extLst>
          </p:cNvPr>
          <p:cNvSpPr/>
          <p:nvPr userDrawn="1"/>
        </p:nvSpPr>
        <p:spPr>
          <a:xfrm>
            <a:off x="1463676" y="6133986"/>
            <a:ext cx="5852160" cy="184785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9220" tIns="109220" rIns="109220" bIns="109220" rtlCol="0" anchor="ctr"/>
          <a:lstStyle/>
          <a:p>
            <a:pPr algn="l"/>
            <a:r>
              <a:rPr lang="en-GB" sz="2000" b="1">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Note:</a:t>
            </a:r>
            <a:r>
              <a:rPr lang="en-GB" sz="20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 This template is built based on six column guide and will give the flexibly to work on two and three column formats. Before continuing, be sure that the Guides are turned on. Click on the View menu option and then check Guides.</a:t>
            </a:r>
          </a:p>
        </p:txBody>
      </p:sp>
      <p:sp>
        <p:nvSpPr>
          <p:cNvPr id="93" name="Rectangle 92">
            <a:extLst>
              <a:ext uri="{FF2B5EF4-FFF2-40B4-BE49-F238E27FC236}">
                <a16:creationId xmlns:a16="http://schemas.microsoft.com/office/drawing/2014/main" id="{607474EB-D790-4BB8-951F-F12918C198D8}"/>
              </a:ext>
            </a:extLst>
          </p:cNvPr>
          <p:cNvSpPr/>
          <p:nvPr userDrawn="1"/>
        </p:nvSpPr>
        <p:spPr>
          <a:xfrm>
            <a:off x="17466068" y="6257057"/>
            <a:ext cx="1097280" cy="822450"/>
          </a:xfrm>
          <a:prstGeom prst="rect">
            <a:avLst/>
          </a:prstGeom>
          <a:gradFill>
            <a:gsLst>
              <a:gs pos="100000">
                <a:schemeClr val="accent1"/>
              </a:gs>
              <a:gs pos="0">
                <a:schemeClr val="accent5"/>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endPar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94" name="Rectangle 93">
            <a:extLst>
              <a:ext uri="{FF2B5EF4-FFF2-40B4-BE49-F238E27FC236}">
                <a16:creationId xmlns:a16="http://schemas.microsoft.com/office/drawing/2014/main" id="{AEF03E68-3E44-4794-B5F0-B65F17F7326B}"/>
              </a:ext>
            </a:extLst>
          </p:cNvPr>
          <p:cNvSpPr/>
          <p:nvPr userDrawn="1"/>
        </p:nvSpPr>
        <p:spPr>
          <a:xfrm>
            <a:off x="20133298" y="6257057"/>
            <a:ext cx="1097280" cy="822450"/>
          </a:xfrm>
          <a:prstGeom prst="rect">
            <a:avLst/>
          </a:prstGeom>
          <a:gradFill>
            <a:gsLst>
              <a:gs pos="100000">
                <a:srgbClr val="ACEAFF"/>
              </a:gs>
              <a:gs pos="0">
                <a:schemeClr val="accent4"/>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endPar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95" name="TextBox 94">
            <a:extLst>
              <a:ext uri="{FF2B5EF4-FFF2-40B4-BE49-F238E27FC236}">
                <a16:creationId xmlns:a16="http://schemas.microsoft.com/office/drawing/2014/main" id="{317710EE-59F8-40C4-BD02-AF5AC3A7BF80}"/>
              </a:ext>
            </a:extLst>
          </p:cNvPr>
          <p:cNvSpPr txBox="1"/>
          <p:nvPr userDrawn="1"/>
        </p:nvSpPr>
        <p:spPr>
          <a:xfrm>
            <a:off x="18710831" y="6207839"/>
            <a:ext cx="1274986" cy="923330"/>
          </a:xfrm>
          <a:prstGeom prst="rect">
            <a:avLst/>
          </a:prstGeom>
          <a:noFill/>
        </p:spPr>
        <p:txBody>
          <a:bodyPr wrap="square" lIns="0" tIns="0" rIns="0" bIns="0" rtlCol="0" anchor="ctr">
            <a:spAutoFit/>
          </a:bodyPr>
          <a:lstStyle>
            <a:defPPr>
              <a:defRPr lang="en-US"/>
            </a:defPPr>
            <a:lvl1pPr>
              <a:spcAft>
                <a:spcPts val="600"/>
              </a:spcAft>
              <a:defRPr sz="1000"/>
            </a:lvl1pPr>
          </a:lstStyle>
          <a:p>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Purple/</a:t>
            </a:r>
            <a:br>
              <a:rPr lang="en-GB" sz="2000">
                <a:latin typeface="DIN Next LT Arabic" panose="020B0503020203050203" pitchFamily="34" charset="-78"/>
                <a:cs typeface="DIN Next LT Arabic" panose="020B0503020203050203" pitchFamily="34" charset="-78"/>
                <a:sym typeface="DIN Next LT Arabic" panose="020B0503020203050203" pitchFamily="34" charset="-78"/>
              </a:rPr>
            </a:b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Cobalt gradient</a:t>
            </a:r>
          </a:p>
        </p:txBody>
      </p:sp>
      <p:sp>
        <p:nvSpPr>
          <p:cNvPr id="96" name="TextBox 95">
            <a:extLst>
              <a:ext uri="{FF2B5EF4-FFF2-40B4-BE49-F238E27FC236}">
                <a16:creationId xmlns:a16="http://schemas.microsoft.com/office/drawing/2014/main" id="{90862F31-BF10-4112-994C-F9296338B03B}"/>
              </a:ext>
            </a:extLst>
          </p:cNvPr>
          <p:cNvSpPr txBox="1"/>
          <p:nvPr userDrawn="1"/>
        </p:nvSpPr>
        <p:spPr>
          <a:xfrm>
            <a:off x="17466069" y="2651126"/>
            <a:ext cx="5477930" cy="3262432"/>
          </a:xfrm>
          <a:prstGeom prst="rect">
            <a:avLst/>
          </a:prstGeom>
          <a:noFill/>
        </p:spPr>
        <p:txBody>
          <a:bodyPr wrap="square" lIns="0" tIns="0" rIns="0" bIns="0" rtlCol="0">
            <a:spAutoFit/>
          </a:bodyPr>
          <a:lstStyle/>
          <a:p>
            <a:pPr algn="l">
              <a:spcAft>
                <a:spcPts val="1200"/>
              </a:spcAft>
            </a:pPr>
            <a:r>
              <a:rPr lang="en-US" sz="22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Gradients</a:t>
            </a:r>
          </a:p>
          <a:p>
            <a:pPr marL="342900" indent="-342900" algn="l">
              <a:spcAft>
                <a:spcPts val="1200"/>
              </a:spcAft>
              <a:buFont typeface="Arial" panose="020B0604020202020204" pitchFamily="34" charset="0"/>
              <a:buChar char="•"/>
            </a:pPr>
            <a:r>
              <a:rPr lang="en-GB" sz="2000" b="0">
                <a:latin typeface="DIN Next LT Arabic" panose="020B0503020203050203" pitchFamily="34" charset="-78"/>
                <a:cs typeface="DIN Next LT Arabic" panose="020B0503020203050203" pitchFamily="34" charset="-78"/>
                <a:sym typeface="DIN Next LT Arabic" panose="020B0503020203050203" pitchFamily="34" charset="-78"/>
              </a:rPr>
              <a:t>The colors are applied at both ends of the gradient, at 0% and 100%locations</a:t>
            </a:r>
          </a:p>
          <a:p>
            <a:pPr marL="342900" indent="-342900" algn="l">
              <a:spcAft>
                <a:spcPts val="1200"/>
              </a:spcAft>
              <a:buFont typeface="Arial" panose="020B0604020202020204" pitchFamily="34" charset="0"/>
              <a:buChar char="•"/>
            </a:pPr>
            <a:r>
              <a:rPr lang="en-GB" sz="2000" b="0">
                <a:latin typeface="DIN Next LT Arabic" panose="020B0503020203050203" pitchFamily="34" charset="-78"/>
                <a:cs typeface="DIN Next LT Arabic" panose="020B0503020203050203" pitchFamily="34" charset="-78"/>
                <a:sym typeface="DIN Next LT Arabic" panose="020B0503020203050203" pitchFamily="34" charset="-78"/>
              </a:rPr>
              <a:t>The mid-point is at 50%</a:t>
            </a:r>
          </a:p>
          <a:p>
            <a:pPr marL="342900" indent="-342900" algn="l">
              <a:spcAft>
                <a:spcPts val="1200"/>
              </a:spcAft>
              <a:buFont typeface="Arial" panose="020B0604020202020204" pitchFamily="34" charset="0"/>
              <a:buChar char="•"/>
            </a:pPr>
            <a:r>
              <a:rPr lang="en-GB" sz="2000" b="0">
                <a:latin typeface="DIN Next LT Arabic" panose="020B0503020203050203" pitchFamily="34" charset="-78"/>
                <a:cs typeface="DIN Next LT Arabic" panose="020B0503020203050203" pitchFamily="34" charset="-78"/>
                <a:sym typeface="DIN Next LT Arabic" panose="020B0503020203050203" pitchFamily="34" charset="-78"/>
              </a:rPr>
              <a:t>The gradients are used at a 0º angle</a:t>
            </a:r>
          </a:p>
          <a:p>
            <a:pPr marL="342900" indent="-342900" algn="l">
              <a:spcAft>
                <a:spcPts val="1200"/>
              </a:spcAft>
              <a:buFont typeface="Arial" panose="020B0604020202020204" pitchFamily="34" charset="0"/>
              <a:buChar char="•"/>
            </a:pPr>
            <a:r>
              <a:rPr lang="en-GB" sz="2000" b="0">
                <a:latin typeface="DIN Next LT Arabic" panose="020B0503020203050203" pitchFamily="34" charset="-78"/>
                <a:cs typeface="DIN Next LT Arabic" panose="020B0503020203050203" pitchFamily="34" charset="-78"/>
                <a:sym typeface="DIN Next LT Arabic" panose="020B0503020203050203" pitchFamily="34" charset="-78"/>
              </a:rPr>
              <a:t>Use the linear gradient, never radial</a:t>
            </a:r>
          </a:p>
          <a:p>
            <a:pPr marL="342900" indent="-342900" algn="l">
              <a:spcAft>
                <a:spcPts val="1200"/>
              </a:spcAft>
              <a:buFont typeface="Arial" panose="020B0604020202020204" pitchFamily="34" charset="0"/>
              <a:buChar char="•"/>
            </a:pPr>
            <a:r>
              <a:rPr lang="en-GB" sz="2000" b="0">
                <a:latin typeface="DIN Next LT Arabic" panose="020B0503020203050203" pitchFamily="34" charset="-78"/>
                <a:cs typeface="DIN Next LT Arabic" panose="020B0503020203050203" pitchFamily="34" charset="-78"/>
                <a:sym typeface="DIN Next LT Arabic" panose="020B0503020203050203" pitchFamily="34" charset="-78"/>
              </a:rPr>
              <a:t>Do not create new gradients; use only the gradients shown here</a:t>
            </a:r>
            <a:endParaRPr lang="en-US" sz="2000" b="0">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97" name="TextBox 96">
            <a:extLst>
              <a:ext uri="{FF2B5EF4-FFF2-40B4-BE49-F238E27FC236}">
                <a16:creationId xmlns:a16="http://schemas.microsoft.com/office/drawing/2014/main" id="{CD5009EA-342A-4500-8CEC-75A66CFF8A74}"/>
              </a:ext>
            </a:extLst>
          </p:cNvPr>
          <p:cNvSpPr txBox="1"/>
          <p:nvPr userDrawn="1"/>
        </p:nvSpPr>
        <p:spPr>
          <a:xfrm>
            <a:off x="15622613" y="6595751"/>
            <a:ext cx="718145" cy="307777"/>
          </a:xfrm>
          <a:prstGeom prst="rect">
            <a:avLst/>
          </a:prstGeom>
          <a:noFill/>
        </p:spPr>
        <p:txBody>
          <a:bodyPr wrap="non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Grey 3</a:t>
            </a:r>
          </a:p>
        </p:txBody>
      </p:sp>
      <p:sp>
        <p:nvSpPr>
          <p:cNvPr id="98" name="TextBox 97">
            <a:extLst>
              <a:ext uri="{FF2B5EF4-FFF2-40B4-BE49-F238E27FC236}">
                <a16:creationId xmlns:a16="http://schemas.microsoft.com/office/drawing/2014/main" id="{C1AE71E0-3AD8-4C17-8718-268BBC37EE95}"/>
              </a:ext>
            </a:extLst>
          </p:cNvPr>
          <p:cNvSpPr txBox="1"/>
          <p:nvPr userDrawn="1"/>
        </p:nvSpPr>
        <p:spPr>
          <a:xfrm>
            <a:off x="15622613" y="4551523"/>
            <a:ext cx="718145" cy="307777"/>
          </a:xfrm>
          <a:prstGeom prst="rect">
            <a:avLst/>
          </a:prstGeom>
          <a:noFill/>
        </p:spPr>
        <p:txBody>
          <a:bodyPr wrap="non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Grey 1</a:t>
            </a:r>
          </a:p>
        </p:txBody>
      </p:sp>
      <p:sp>
        <p:nvSpPr>
          <p:cNvPr id="99" name="TextBox 98">
            <a:extLst>
              <a:ext uri="{FF2B5EF4-FFF2-40B4-BE49-F238E27FC236}">
                <a16:creationId xmlns:a16="http://schemas.microsoft.com/office/drawing/2014/main" id="{548B9553-339E-4A4B-A2A6-E5335D4D7A77}"/>
              </a:ext>
            </a:extLst>
          </p:cNvPr>
          <p:cNvSpPr txBox="1"/>
          <p:nvPr userDrawn="1"/>
        </p:nvSpPr>
        <p:spPr>
          <a:xfrm>
            <a:off x="15622613" y="7617865"/>
            <a:ext cx="718145" cy="307777"/>
          </a:xfrm>
          <a:prstGeom prst="rect">
            <a:avLst/>
          </a:prstGeom>
          <a:noFill/>
        </p:spPr>
        <p:txBody>
          <a:bodyPr wrap="non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Grey 4</a:t>
            </a:r>
          </a:p>
        </p:txBody>
      </p:sp>
      <p:sp>
        <p:nvSpPr>
          <p:cNvPr id="100" name="TextBox 99">
            <a:extLst>
              <a:ext uri="{FF2B5EF4-FFF2-40B4-BE49-F238E27FC236}">
                <a16:creationId xmlns:a16="http://schemas.microsoft.com/office/drawing/2014/main" id="{E5F60CB7-DABF-4632-8547-0D42F0B20BFD}"/>
              </a:ext>
            </a:extLst>
          </p:cNvPr>
          <p:cNvSpPr txBox="1"/>
          <p:nvPr userDrawn="1"/>
        </p:nvSpPr>
        <p:spPr>
          <a:xfrm>
            <a:off x="15622613" y="8639979"/>
            <a:ext cx="718145" cy="307777"/>
          </a:xfrm>
          <a:prstGeom prst="rect">
            <a:avLst/>
          </a:prstGeom>
          <a:noFill/>
        </p:spPr>
        <p:txBody>
          <a:bodyPr wrap="non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Grey 5</a:t>
            </a:r>
          </a:p>
        </p:txBody>
      </p:sp>
      <p:sp>
        <p:nvSpPr>
          <p:cNvPr id="101" name="TextBox 100">
            <a:extLst>
              <a:ext uri="{FF2B5EF4-FFF2-40B4-BE49-F238E27FC236}">
                <a16:creationId xmlns:a16="http://schemas.microsoft.com/office/drawing/2014/main" id="{E44E275E-D4D0-4346-8E38-B250EEE1478E}"/>
              </a:ext>
            </a:extLst>
          </p:cNvPr>
          <p:cNvSpPr txBox="1"/>
          <p:nvPr userDrawn="1"/>
        </p:nvSpPr>
        <p:spPr>
          <a:xfrm>
            <a:off x="15622613" y="5573637"/>
            <a:ext cx="718145" cy="307777"/>
          </a:xfrm>
          <a:prstGeom prst="rect">
            <a:avLst/>
          </a:prstGeom>
          <a:noFill/>
        </p:spPr>
        <p:txBody>
          <a:bodyPr wrap="non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Grey 2</a:t>
            </a:r>
          </a:p>
        </p:txBody>
      </p:sp>
      <p:sp>
        <p:nvSpPr>
          <p:cNvPr id="102" name="object 12">
            <a:extLst>
              <a:ext uri="{FF2B5EF4-FFF2-40B4-BE49-F238E27FC236}">
                <a16:creationId xmlns:a16="http://schemas.microsoft.com/office/drawing/2014/main" id="{A0216981-8F63-4E79-9127-20EF0EB85D1B}"/>
              </a:ext>
            </a:extLst>
          </p:cNvPr>
          <p:cNvSpPr txBox="1"/>
          <p:nvPr userDrawn="1"/>
        </p:nvSpPr>
        <p:spPr>
          <a:xfrm>
            <a:off x="8153917" y="2651126"/>
            <a:ext cx="5960042" cy="359981"/>
          </a:xfrm>
          <a:prstGeom prst="rect">
            <a:avLst/>
          </a:prstGeom>
        </p:spPr>
        <p:txBody>
          <a:bodyPr vert="horz" wrap="square" lIns="0" tIns="21220" rIns="0" bIns="0" rtlCol="0">
            <a:spAutoFit/>
          </a:bodyPr>
          <a:lstStyle/>
          <a:p>
            <a:pPr marL="21220">
              <a:spcBef>
                <a:spcPts val="168"/>
              </a:spcBef>
            </a:pPr>
            <a:r>
              <a:rPr sz="22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Colour palette </a:t>
            </a:r>
            <a:r>
              <a:rPr lang="en-US" sz="22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a:t>
            </a:r>
            <a:r>
              <a:rPr sz="22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 </a:t>
            </a:r>
            <a:r>
              <a:rPr lang="en-GB" sz="2200">
                <a:latin typeface="DIN Next LT Arabic" panose="020B0503020203050203" pitchFamily="34" charset="-78"/>
                <a:cs typeface="DIN Next LT Arabic" panose="020B0503020203050203" pitchFamily="34" charset="-78"/>
                <a:sym typeface="DIN Next LT Arabic" panose="020B0503020203050203" pitchFamily="34" charset="-78"/>
              </a:rPr>
              <a:t>Standard KPMG Colours</a:t>
            </a:r>
            <a:endParaRPr sz="2200">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103" name="TextBox 102">
            <a:extLst>
              <a:ext uri="{FF2B5EF4-FFF2-40B4-BE49-F238E27FC236}">
                <a16:creationId xmlns:a16="http://schemas.microsoft.com/office/drawing/2014/main" id="{31241172-4C8D-46B6-9E92-6C521FC97505}"/>
              </a:ext>
            </a:extLst>
          </p:cNvPr>
          <p:cNvSpPr txBox="1"/>
          <p:nvPr userDrawn="1"/>
        </p:nvSpPr>
        <p:spPr>
          <a:xfrm>
            <a:off x="8153916" y="3530539"/>
            <a:ext cx="2728092" cy="615553"/>
          </a:xfrm>
          <a:prstGeom prst="rect">
            <a:avLst/>
          </a:prstGeom>
          <a:noFill/>
        </p:spPr>
        <p:txBody>
          <a:bodyPr wrap="square" lIns="0" tIns="0" rIns="0" bIns="0" rtlCol="0">
            <a:spAutoFit/>
          </a:bodyPr>
          <a:lstStyle/>
          <a:p>
            <a:pPr algn="l">
              <a:spcAft>
                <a:spcPts val="1200"/>
              </a:spcAft>
            </a:pPr>
            <a:r>
              <a:rPr lang="en-US"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Primary </a:t>
            </a:r>
            <a:br>
              <a:rPr lang="en-US"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br>
            <a:r>
              <a:rPr lang="en-US"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Colors</a:t>
            </a:r>
          </a:p>
        </p:txBody>
      </p:sp>
      <p:sp>
        <p:nvSpPr>
          <p:cNvPr id="104" name="TextBox 103">
            <a:extLst>
              <a:ext uri="{FF2B5EF4-FFF2-40B4-BE49-F238E27FC236}">
                <a16:creationId xmlns:a16="http://schemas.microsoft.com/office/drawing/2014/main" id="{C9E7B0CF-AEFD-4D5E-8A4C-807B45A27781}"/>
              </a:ext>
            </a:extLst>
          </p:cNvPr>
          <p:cNvSpPr txBox="1"/>
          <p:nvPr userDrawn="1"/>
        </p:nvSpPr>
        <p:spPr>
          <a:xfrm>
            <a:off x="11360666" y="3222763"/>
            <a:ext cx="2790824" cy="923330"/>
          </a:xfrm>
          <a:prstGeom prst="rect">
            <a:avLst/>
          </a:prstGeom>
          <a:noFill/>
        </p:spPr>
        <p:txBody>
          <a:bodyPr wrap="square" lIns="0" tIns="0" rIns="0" bIns="0" rtlCol="0">
            <a:spAutoFit/>
          </a:bodyPr>
          <a:lstStyle/>
          <a:p>
            <a:pPr algn="l">
              <a:spcAft>
                <a:spcPts val="1200"/>
              </a:spcAft>
            </a:pPr>
            <a:r>
              <a:rPr lang="en-US"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Accent Colors for Infographics and charts only</a:t>
            </a:r>
          </a:p>
        </p:txBody>
      </p:sp>
      <p:sp>
        <p:nvSpPr>
          <p:cNvPr id="105" name="Rectangle 104">
            <a:extLst>
              <a:ext uri="{FF2B5EF4-FFF2-40B4-BE49-F238E27FC236}">
                <a16:creationId xmlns:a16="http://schemas.microsoft.com/office/drawing/2014/main" id="{D627D661-3C30-48B0-A851-AD955AFD6842}"/>
              </a:ext>
            </a:extLst>
          </p:cNvPr>
          <p:cNvSpPr/>
          <p:nvPr userDrawn="1"/>
        </p:nvSpPr>
        <p:spPr>
          <a:xfrm>
            <a:off x="8182854" y="5299833"/>
            <a:ext cx="1097280" cy="822450"/>
          </a:xfrm>
          <a:prstGeom prst="rect">
            <a:avLst/>
          </a:prstGeom>
          <a:solidFill>
            <a:srgbClr val="1E49E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30</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73</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226</a:t>
            </a:r>
          </a:p>
        </p:txBody>
      </p:sp>
      <p:sp>
        <p:nvSpPr>
          <p:cNvPr id="106" name="Rectangle 105">
            <a:extLst>
              <a:ext uri="{FF2B5EF4-FFF2-40B4-BE49-F238E27FC236}">
                <a16:creationId xmlns:a16="http://schemas.microsoft.com/office/drawing/2014/main" id="{7B7E5966-055B-4A98-AB02-AACACB297980}"/>
              </a:ext>
            </a:extLst>
          </p:cNvPr>
          <p:cNvSpPr/>
          <p:nvPr userDrawn="1"/>
        </p:nvSpPr>
        <p:spPr>
          <a:xfrm>
            <a:off x="8182854" y="4270709"/>
            <a:ext cx="1097280" cy="822450"/>
          </a:xfrm>
          <a:prstGeom prst="rect">
            <a:avLst/>
          </a:prstGeom>
          <a:solidFill>
            <a:srgbClr val="00338D"/>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0</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51</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141</a:t>
            </a:r>
          </a:p>
        </p:txBody>
      </p:sp>
      <p:sp>
        <p:nvSpPr>
          <p:cNvPr id="107" name="Rectangle 106">
            <a:extLst>
              <a:ext uri="{FF2B5EF4-FFF2-40B4-BE49-F238E27FC236}">
                <a16:creationId xmlns:a16="http://schemas.microsoft.com/office/drawing/2014/main" id="{BE3D2069-A4CE-4DA3-A2A2-C8033CA4E536}"/>
              </a:ext>
            </a:extLst>
          </p:cNvPr>
          <p:cNvSpPr/>
          <p:nvPr userDrawn="1"/>
        </p:nvSpPr>
        <p:spPr>
          <a:xfrm>
            <a:off x="8182854" y="6328955"/>
            <a:ext cx="1097280" cy="822450"/>
          </a:xfrm>
          <a:prstGeom prst="rect">
            <a:avLst/>
          </a:prstGeom>
          <a:solidFill>
            <a:srgbClr val="0C233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35</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60</a:t>
            </a:r>
          </a:p>
        </p:txBody>
      </p:sp>
      <p:sp>
        <p:nvSpPr>
          <p:cNvPr id="108" name="Rectangle 107">
            <a:extLst>
              <a:ext uri="{FF2B5EF4-FFF2-40B4-BE49-F238E27FC236}">
                <a16:creationId xmlns:a16="http://schemas.microsoft.com/office/drawing/2014/main" id="{F71A2664-6926-4485-A9B6-1CEC3F0E086C}"/>
              </a:ext>
            </a:extLst>
          </p:cNvPr>
          <p:cNvSpPr/>
          <p:nvPr userDrawn="1"/>
        </p:nvSpPr>
        <p:spPr>
          <a:xfrm>
            <a:off x="8182854" y="7358079"/>
            <a:ext cx="1097280" cy="822450"/>
          </a:xfrm>
          <a:prstGeom prst="rect">
            <a:avLst/>
          </a:prstGeom>
          <a:solidFill>
            <a:srgbClr val="ACEAFF"/>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172</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234</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p:txBody>
      </p:sp>
      <p:sp>
        <p:nvSpPr>
          <p:cNvPr id="109" name="Rectangle 108">
            <a:extLst>
              <a:ext uri="{FF2B5EF4-FFF2-40B4-BE49-F238E27FC236}">
                <a16:creationId xmlns:a16="http://schemas.microsoft.com/office/drawing/2014/main" id="{18C6AC56-41DE-485E-B6CA-EC4E39BC8267}"/>
              </a:ext>
            </a:extLst>
          </p:cNvPr>
          <p:cNvSpPr/>
          <p:nvPr userDrawn="1"/>
        </p:nvSpPr>
        <p:spPr>
          <a:xfrm>
            <a:off x="8182854" y="8380189"/>
            <a:ext cx="1097280" cy="822450"/>
          </a:xfrm>
          <a:prstGeom prst="rect">
            <a:avLst/>
          </a:prstGeom>
          <a:solidFill>
            <a:srgbClr val="00B8F5"/>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0</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184</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245</a:t>
            </a:r>
          </a:p>
        </p:txBody>
      </p:sp>
      <p:sp>
        <p:nvSpPr>
          <p:cNvPr id="110" name="Rectangle 109">
            <a:extLst>
              <a:ext uri="{FF2B5EF4-FFF2-40B4-BE49-F238E27FC236}">
                <a16:creationId xmlns:a16="http://schemas.microsoft.com/office/drawing/2014/main" id="{E3E3AAB5-542F-462D-AA8F-CE5D7ECF2BB3}"/>
              </a:ext>
            </a:extLst>
          </p:cNvPr>
          <p:cNvSpPr/>
          <p:nvPr userDrawn="1"/>
        </p:nvSpPr>
        <p:spPr>
          <a:xfrm>
            <a:off x="8182854" y="9409309"/>
            <a:ext cx="1097280" cy="822450"/>
          </a:xfrm>
          <a:prstGeom prst="rect">
            <a:avLst/>
          </a:prstGeom>
          <a:solidFill>
            <a:srgbClr val="7213EA"/>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114</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19</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234</a:t>
            </a:r>
          </a:p>
        </p:txBody>
      </p:sp>
      <p:sp>
        <p:nvSpPr>
          <p:cNvPr id="111" name="Rectangle 110">
            <a:extLst>
              <a:ext uri="{FF2B5EF4-FFF2-40B4-BE49-F238E27FC236}">
                <a16:creationId xmlns:a16="http://schemas.microsoft.com/office/drawing/2014/main" id="{E2A2EE0A-3B09-4CC8-8E49-DA3985DC5CC6}"/>
              </a:ext>
            </a:extLst>
          </p:cNvPr>
          <p:cNvSpPr/>
          <p:nvPr userDrawn="1"/>
        </p:nvSpPr>
        <p:spPr>
          <a:xfrm>
            <a:off x="8182854" y="10425645"/>
            <a:ext cx="1097280" cy="822450"/>
          </a:xfrm>
          <a:prstGeom prst="rect">
            <a:avLst/>
          </a:prstGeom>
          <a:solidFill>
            <a:srgbClr val="FD349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253</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52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156</a:t>
            </a:r>
          </a:p>
        </p:txBody>
      </p:sp>
      <p:sp>
        <p:nvSpPr>
          <p:cNvPr id="112" name="TextBox 111">
            <a:extLst>
              <a:ext uri="{FF2B5EF4-FFF2-40B4-BE49-F238E27FC236}">
                <a16:creationId xmlns:a16="http://schemas.microsoft.com/office/drawing/2014/main" id="{450D0B18-9AAA-4328-8EAD-AA86D018926D}"/>
              </a:ext>
            </a:extLst>
          </p:cNvPr>
          <p:cNvSpPr txBox="1"/>
          <p:nvPr userDrawn="1"/>
        </p:nvSpPr>
        <p:spPr>
          <a:xfrm>
            <a:off x="9400627" y="6595751"/>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Spectrum Blue</a:t>
            </a:r>
          </a:p>
        </p:txBody>
      </p:sp>
      <p:sp>
        <p:nvSpPr>
          <p:cNvPr id="113" name="TextBox 112">
            <a:extLst>
              <a:ext uri="{FF2B5EF4-FFF2-40B4-BE49-F238E27FC236}">
                <a16:creationId xmlns:a16="http://schemas.microsoft.com/office/drawing/2014/main" id="{43844290-7836-4FB9-9E00-46E3E5A403E1}"/>
              </a:ext>
            </a:extLst>
          </p:cNvPr>
          <p:cNvSpPr txBox="1"/>
          <p:nvPr userDrawn="1"/>
        </p:nvSpPr>
        <p:spPr>
          <a:xfrm>
            <a:off x="9400627" y="4551523"/>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KPMG blue</a:t>
            </a:r>
          </a:p>
        </p:txBody>
      </p:sp>
      <p:sp>
        <p:nvSpPr>
          <p:cNvPr id="114" name="TextBox 113">
            <a:extLst>
              <a:ext uri="{FF2B5EF4-FFF2-40B4-BE49-F238E27FC236}">
                <a16:creationId xmlns:a16="http://schemas.microsoft.com/office/drawing/2014/main" id="{C13DA9E5-6E57-411E-B6A0-D92370C06856}"/>
              </a:ext>
            </a:extLst>
          </p:cNvPr>
          <p:cNvSpPr txBox="1"/>
          <p:nvPr userDrawn="1"/>
        </p:nvSpPr>
        <p:spPr>
          <a:xfrm>
            <a:off x="9400627" y="7617865"/>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Light Blue</a:t>
            </a:r>
          </a:p>
        </p:txBody>
      </p:sp>
      <p:sp>
        <p:nvSpPr>
          <p:cNvPr id="115" name="TextBox 114">
            <a:extLst>
              <a:ext uri="{FF2B5EF4-FFF2-40B4-BE49-F238E27FC236}">
                <a16:creationId xmlns:a16="http://schemas.microsoft.com/office/drawing/2014/main" id="{D40F3406-B098-424A-9681-741838D326B3}"/>
              </a:ext>
            </a:extLst>
          </p:cNvPr>
          <p:cNvSpPr txBox="1"/>
          <p:nvPr userDrawn="1"/>
        </p:nvSpPr>
        <p:spPr>
          <a:xfrm>
            <a:off x="9400627" y="5573637"/>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Cobalt Blue</a:t>
            </a:r>
          </a:p>
        </p:txBody>
      </p:sp>
      <p:sp>
        <p:nvSpPr>
          <p:cNvPr id="116" name="TextBox 115">
            <a:extLst>
              <a:ext uri="{FF2B5EF4-FFF2-40B4-BE49-F238E27FC236}">
                <a16:creationId xmlns:a16="http://schemas.microsoft.com/office/drawing/2014/main" id="{6BDF82C1-EA6A-4769-BEC6-53189C4941B5}"/>
              </a:ext>
            </a:extLst>
          </p:cNvPr>
          <p:cNvSpPr txBox="1"/>
          <p:nvPr userDrawn="1"/>
        </p:nvSpPr>
        <p:spPr>
          <a:xfrm>
            <a:off x="9400627" y="8638747"/>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Pacific Blue</a:t>
            </a:r>
          </a:p>
        </p:txBody>
      </p:sp>
      <p:sp>
        <p:nvSpPr>
          <p:cNvPr id="117" name="TextBox 116">
            <a:extLst>
              <a:ext uri="{FF2B5EF4-FFF2-40B4-BE49-F238E27FC236}">
                <a16:creationId xmlns:a16="http://schemas.microsoft.com/office/drawing/2014/main" id="{C77D46A9-F61D-4A37-A171-F1E09C608663}"/>
              </a:ext>
            </a:extLst>
          </p:cNvPr>
          <p:cNvSpPr txBox="1"/>
          <p:nvPr userDrawn="1"/>
        </p:nvSpPr>
        <p:spPr>
          <a:xfrm>
            <a:off x="9400627" y="9660861"/>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Purple</a:t>
            </a:r>
          </a:p>
        </p:txBody>
      </p:sp>
      <p:sp>
        <p:nvSpPr>
          <p:cNvPr id="118" name="TextBox 117">
            <a:extLst>
              <a:ext uri="{FF2B5EF4-FFF2-40B4-BE49-F238E27FC236}">
                <a16:creationId xmlns:a16="http://schemas.microsoft.com/office/drawing/2014/main" id="{63B1F8A4-2F61-4A65-9C7D-19F3AF694E3E}"/>
              </a:ext>
            </a:extLst>
          </p:cNvPr>
          <p:cNvSpPr txBox="1"/>
          <p:nvPr userDrawn="1"/>
        </p:nvSpPr>
        <p:spPr>
          <a:xfrm>
            <a:off x="9400627" y="10682981"/>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Pink</a:t>
            </a:r>
          </a:p>
        </p:txBody>
      </p:sp>
      <p:sp>
        <p:nvSpPr>
          <p:cNvPr id="119" name="Rectangle 118">
            <a:extLst>
              <a:ext uri="{FF2B5EF4-FFF2-40B4-BE49-F238E27FC236}">
                <a16:creationId xmlns:a16="http://schemas.microsoft.com/office/drawing/2014/main" id="{9B3F18CA-31B2-478D-A2CE-1D65E63B0289}"/>
              </a:ext>
            </a:extLst>
          </p:cNvPr>
          <p:cNvSpPr/>
          <p:nvPr userDrawn="1"/>
        </p:nvSpPr>
        <p:spPr>
          <a:xfrm>
            <a:off x="11360666" y="4271723"/>
            <a:ext cx="1097280" cy="822450"/>
          </a:xfrm>
          <a:prstGeom prst="rect">
            <a:avLst/>
          </a:prstGeom>
          <a:solidFill>
            <a:srgbClr val="76D2FF"/>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118</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210</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p:txBody>
      </p:sp>
      <p:sp>
        <p:nvSpPr>
          <p:cNvPr id="120" name="TextBox 119">
            <a:extLst>
              <a:ext uri="{FF2B5EF4-FFF2-40B4-BE49-F238E27FC236}">
                <a16:creationId xmlns:a16="http://schemas.microsoft.com/office/drawing/2014/main" id="{C58FDFB7-D698-4D57-AAFF-250F2C95FF43}"/>
              </a:ext>
            </a:extLst>
          </p:cNvPr>
          <p:cNvSpPr txBox="1"/>
          <p:nvPr userDrawn="1"/>
        </p:nvSpPr>
        <p:spPr>
          <a:xfrm>
            <a:off x="12578438" y="4524503"/>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Blue</a:t>
            </a:r>
          </a:p>
        </p:txBody>
      </p:sp>
      <p:sp>
        <p:nvSpPr>
          <p:cNvPr id="121" name="Rectangle 120">
            <a:extLst>
              <a:ext uri="{FF2B5EF4-FFF2-40B4-BE49-F238E27FC236}">
                <a16:creationId xmlns:a16="http://schemas.microsoft.com/office/drawing/2014/main" id="{DADF6F05-045A-46C6-BAB2-D09994A26C91}"/>
              </a:ext>
            </a:extLst>
          </p:cNvPr>
          <p:cNvSpPr/>
          <p:nvPr userDrawn="1"/>
        </p:nvSpPr>
        <p:spPr>
          <a:xfrm>
            <a:off x="11374256" y="5292823"/>
            <a:ext cx="1097280" cy="822450"/>
          </a:xfrm>
          <a:prstGeom prst="rect">
            <a:avLst/>
          </a:prstGeom>
          <a:solidFill>
            <a:srgbClr val="510DB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81</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13</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188</a:t>
            </a:r>
          </a:p>
        </p:txBody>
      </p:sp>
      <p:sp>
        <p:nvSpPr>
          <p:cNvPr id="122" name="Rectangle 121">
            <a:extLst>
              <a:ext uri="{FF2B5EF4-FFF2-40B4-BE49-F238E27FC236}">
                <a16:creationId xmlns:a16="http://schemas.microsoft.com/office/drawing/2014/main" id="{70D43CC1-B310-42B7-9987-C7C930637969}"/>
              </a:ext>
            </a:extLst>
          </p:cNvPr>
          <p:cNvSpPr/>
          <p:nvPr userDrawn="1"/>
        </p:nvSpPr>
        <p:spPr>
          <a:xfrm>
            <a:off x="11374256" y="6321947"/>
            <a:ext cx="1097280" cy="822450"/>
          </a:xfrm>
          <a:prstGeom prst="rect">
            <a:avLst/>
          </a:prstGeom>
          <a:solidFill>
            <a:srgbClr val="B497FF"/>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180</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151</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p:txBody>
      </p:sp>
      <p:sp>
        <p:nvSpPr>
          <p:cNvPr id="123" name="Rectangle 122">
            <a:extLst>
              <a:ext uri="{FF2B5EF4-FFF2-40B4-BE49-F238E27FC236}">
                <a16:creationId xmlns:a16="http://schemas.microsoft.com/office/drawing/2014/main" id="{10141450-B708-4127-A0C6-88213DF9FDE3}"/>
              </a:ext>
            </a:extLst>
          </p:cNvPr>
          <p:cNvSpPr/>
          <p:nvPr userDrawn="1"/>
        </p:nvSpPr>
        <p:spPr>
          <a:xfrm>
            <a:off x="11374256" y="7351069"/>
            <a:ext cx="1097280" cy="822450"/>
          </a:xfrm>
          <a:prstGeom prst="rect">
            <a:avLst/>
          </a:prstGeom>
          <a:solidFill>
            <a:srgbClr val="AB0D8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171</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13</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130</a:t>
            </a:r>
          </a:p>
        </p:txBody>
      </p:sp>
      <p:sp>
        <p:nvSpPr>
          <p:cNvPr id="124" name="Rectangle 123">
            <a:extLst>
              <a:ext uri="{FF2B5EF4-FFF2-40B4-BE49-F238E27FC236}">
                <a16:creationId xmlns:a16="http://schemas.microsoft.com/office/drawing/2014/main" id="{3724FC0F-A38C-4604-94A6-D96C305023DB}"/>
              </a:ext>
            </a:extLst>
          </p:cNvPr>
          <p:cNvSpPr/>
          <p:nvPr userDrawn="1"/>
        </p:nvSpPr>
        <p:spPr>
          <a:xfrm>
            <a:off x="11374256" y="8380193"/>
            <a:ext cx="1097280" cy="822450"/>
          </a:xfrm>
          <a:prstGeom prst="rect">
            <a:avLst/>
          </a:prstGeom>
          <a:solidFill>
            <a:srgbClr val="FFA3DA"/>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163</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218</a:t>
            </a:r>
          </a:p>
        </p:txBody>
      </p:sp>
      <p:sp>
        <p:nvSpPr>
          <p:cNvPr id="125" name="Rectangle 124">
            <a:extLst>
              <a:ext uri="{FF2B5EF4-FFF2-40B4-BE49-F238E27FC236}">
                <a16:creationId xmlns:a16="http://schemas.microsoft.com/office/drawing/2014/main" id="{904DD51B-46CA-4632-AA89-302491FDA952}"/>
              </a:ext>
            </a:extLst>
          </p:cNvPr>
          <p:cNvSpPr/>
          <p:nvPr userDrawn="1"/>
        </p:nvSpPr>
        <p:spPr>
          <a:xfrm>
            <a:off x="11374256" y="9409313"/>
            <a:ext cx="1097280" cy="822450"/>
          </a:xfrm>
          <a:prstGeom prst="rect">
            <a:avLst/>
          </a:prstGeom>
          <a:solidFill>
            <a:srgbClr val="098E7E"/>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9</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142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126</a:t>
            </a:r>
          </a:p>
        </p:txBody>
      </p:sp>
      <p:sp>
        <p:nvSpPr>
          <p:cNvPr id="126" name="Rectangle 125">
            <a:extLst>
              <a:ext uri="{FF2B5EF4-FFF2-40B4-BE49-F238E27FC236}">
                <a16:creationId xmlns:a16="http://schemas.microsoft.com/office/drawing/2014/main" id="{7443A33D-4741-4429-BE53-BFA0165B39EA}"/>
              </a:ext>
            </a:extLst>
          </p:cNvPr>
          <p:cNvSpPr/>
          <p:nvPr userDrawn="1"/>
        </p:nvSpPr>
        <p:spPr>
          <a:xfrm>
            <a:off x="11374256" y="10425649"/>
            <a:ext cx="1097280" cy="822450"/>
          </a:xfrm>
          <a:prstGeom prst="rect">
            <a:avLst/>
          </a:prstGeom>
          <a:solidFill>
            <a:srgbClr val="00C0AE"/>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0</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192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174</a:t>
            </a:r>
          </a:p>
        </p:txBody>
      </p:sp>
      <p:sp>
        <p:nvSpPr>
          <p:cNvPr id="127" name="Rectangle 126">
            <a:extLst>
              <a:ext uri="{FF2B5EF4-FFF2-40B4-BE49-F238E27FC236}">
                <a16:creationId xmlns:a16="http://schemas.microsoft.com/office/drawing/2014/main" id="{BDFF48B7-FF03-4807-AC4E-24857BE091D2}"/>
              </a:ext>
            </a:extLst>
          </p:cNvPr>
          <p:cNvSpPr/>
          <p:nvPr userDrawn="1"/>
        </p:nvSpPr>
        <p:spPr>
          <a:xfrm>
            <a:off x="11374256" y="11454769"/>
            <a:ext cx="1097280" cy="822450"/>
          </a:xfrm>
          <a:prstGeom prst="rect">
            <a:avLst/>
          </a:prstGeom>
          <a:solidFill>
            <a:srgbClr val="63EBDA"/>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accent3"/>
                </a:solidFill>
                <a:latin typeface="DIN Next LT Arabic" panose="020B0503020203050203" pitchFamily="34" charset="-78"/>
                <a:cs typeface="DIN Next LT Arabic" panose="020B0503020203050203" pitchFamily="34" charset="-78"/>
                <a:sym typeface="DIN Next LT Arabic" panose="020B0503020203050203" pitchFamily="34" charset="-78"/>
              </a:rPr>
              <a:t>99</a:t>
            </a:r>
          </a:p>
          <a:p>
            <a:pPr algn="ctr"/>
            <a:r>
              <a:rPr lang="en-GB" sz="1600">
                <a:solidFill>
                  <a:schemeClr val="accent3"/>
                </a:solidFill>
                <a:latin typeface="DIN Next LT Arabic" panose="020B0503020203050203" pitchFamily="34" charset="-78"/>
                <a:cs typeface="DIN Next LT Arabic" panose="020B0503020203050203" pitchFamily="34" charset="-78"/>
                <a:sym typeface="DIN Next LT Arabic" panose="020B0503020203050203" pitchFamily="34" charset="-78"/>
              </a:rPr>
              <a:t>235</a:t>
            </a:r>
          </a:p>
          <a:p>
            <a:pPr algn="ctr"/>
            <a:r>
              <a:rPr lang="en-GB" sz="1600">
                <a:solidFill>
                  <a:schemeClr val="accent3"/>
                </a:solidFill>
                <a:latin typeface="DIN Next LT Arabic" panose="020B0503020203050203" pitchFamily="34" charset="-78"/>
                <a:cs typeface="DIN Next LT Arabic" panose="020B0503020203050203" pitchFamily="34" charset="-78"/>
                <a:sym typeface="DIN Next LT Arabic" panose="020B0503020203050203" pitchFamily="34" charset="-78"/>
              </a:rPr>
              <a:t>218</a:t>
            </a:r>
          </a:p>
        </p:txBody>
      </p:sp>
      <p:sp>
        <p:nvSpPr>
          <p:cNvPr id="128" name="TextBox 127">
            <a:extLst>
              <a:ext uri="{FF2B5EF4-FFF2-40B4-BE49-F238E27FC236}">
                <a16:creationId xmlns:a16="http://schemas.microsoft.com/office/drawing/2014/main" id="{7897DE96-89C5-4906-A032-30D63399DD14}"/>
              </a:ext>
            </a:extLst>
          </p:cNvPr>
          <p:cNvSpPr txBox="1"/>
          <p:nvPr userDrawn="1"/>
        </p:nvSpPr>
        <p:spPr>
          <a:xfrm>
            <a:off x="12578438" y="7617865"/>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Dark Pink</a:t>
            </a:r>
          </a:p>
        </p:txBody>
      </p:sp>
      <p:sp>
        <p:nvSpPr>
          <p:cNvPr id="129" name="TextBox 128">
            <a:extLst>
              <a:ext uri="{FF2B5EF4-FFF2-40B4-BE49-F238E27FC236}">
                <a16:creationId xmlns:a16="http://schemas.microsoft.com/office/drawing/2014/main" id="{185D8D33-1F34-4513-850A-1E1052378B2A}"/>
              </a:ext>
            </a:extLst>
          </p:cNvPr>
          <p:cNvSpPr txBox="1"/>
          <p:nvPr userDrawn="1"/>
        </p:nvSpPr>
        <p:spPr>
          <a:xfrm>
            <a:off x="12578438" y="5573637"/>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Dark Purple</a:t>
            </a:r>
          </a:p>
        </p:txBody>
      </p:sp>
      <p:sp>
        <p:nvSpPr>
          <p:cNvPr id="130" name="TextBox 129">
            <a:extLst>
              <a:ext uri="{FF2B5EF4-FFF2-40B4-BE49-F238E27FC236}">
                <a16:creationId xmlns:a16="http://schemas.microsoft.com/office/drawing/2014/main" id="{CFE83ED6-6983-44EA-B906-348FA784B923}"/>
              </a:ext>
            </a:extLst>
          </p:cNvPr>
          <p:cNvSpPr txBox="1"/>
          <p:nvPr userDrawn="1"/>
        </p:nvSpPr>
        <p:spPr>
          <a:xfrm>
            <a:off x="12578438" y="8639979"/>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Light Pink</a:t>
            </a:r>
          </a:p>
        </p:txBody>
      </p:sp>
      <p:sp>
        <p:nvSpPr>
          <p:cNvPr id="131" name="TextBox 130">
            <a:extLst>
              <a:ext uri="{FF2B5EF4-FFF2-40B4-BE49-F238E27FC236}">
                <a16:creationId xmlns:a16="http://schemas.microsoft.com/office/drawing/2014/main" id="{704FE184-26F6-433A-95DD-A95C0F4AC523}"/>
              </a:ext>
            </a:extLst>
          </p:cNvPr>
          <p:cNvSpPr txBox="1"/>
          <p:nvPr userDrawn="1"/>
        </p:nvSpPr>
        <p:spPr>
          <a:xfrm>
            <a:off x="12578438" y="9662093"/>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Dark Green</a:t>
            </a:r>
          </a:p>
        </p:txBody>
      </p:sp>
      <p:sp>
        <p:nvSpPr>
          <p:cNvPr id="132" name="TextBox 131">
            <a:extLst>
              <a:ext uri="{FF2B5EF4-FFF2-40B4-BE49-F238E27FC236}">
                <a16:creationId xmlns:a16="http://schemas.microsoft.com/office/drawing/2014/main" id="{0864BAD5-166D-4A4C-8A32-46425FA7D5D9}"/>
              </a:ext>
            </a:extLst>
          </p:cNvPr>
          <p:cNvSpPr txBox="1"/>
          <p:nvPr userDrawn="1"/>
        </p:nvSpPr>
        <p:spPr>
          <a:xfrm>
            <a:off x="12578438" y="6595751"/>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Light Purple</a:t>
            </a:r>
          </a:p>
        </p:txBody>
      </p:sp>
      <p:sp>
        <p:nvSpPr>
          <p:cNvPr id="133" name="TextBox 132">
            <a:extLst>
              <a:ext uri="{FF2B5EF4-FFF2-40B4-BE49-F238E27FC236}">
                <a16:creationId xmlns:a16="http://schemas.microsoft.com/office/drawing/2014/main" id="{0678A330-9300-4FAB-AA84-852B79FCDC2C}"/>
              </a:ext>
            </a:extLst>
          </p:cNvPr>
          <p:cNvSpPr txBox="1"/>
          <p:nvPr userDrawn="1"/>
        </p:nvSpPr>
        <p:spPr>
          <a:xfrm>
            <a:off x="12578438" y="10684207"/>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Green</a:t>
            </a:r>
          </a:p>
        </p:txBody>
      </p:sp>
      <p:sp>
        <p:nvSpPr>
          <p:cNvPr id="134" name="TextBox 133">
            <a:extLst>
              <a:ext uri="{FF2B5EF4-FFF2-40B4-BE49-F238E27FC236}">
                <a16:creationId xmlns:a16="http://schemas.microsoft.com/office/drawing/2014/main" id="{9CB3A312-5073-493A-8BEE-95CAE080ECF7}"/>
              </a:ext>
            </a:extLst>
          </p:cNvPr>
          <p:cNvSpPr txBox="1"/>
          <p:nvPr userDrawn="1"/>
        </p:nvSpPr>
        <p:spPr>
          <a:xfrm>
            <a:off x="12578438" y="11706321"/>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Light Green</a:t>
            </a:r>
          </a:p>
        </p:txBody>
      </p:sp>
      <p:sp>
        <p:nvSpPr>
          <p:cNvPr id="135" name="TextBox 134">
            <a:extLst>
              <a:ext uri="{FF2B5EF4-FFF2-40B4-BE49-F238E27FC236}">
                <a16:creationId xmlns:a16="http://schemas.microsoft.com/office/drawing/2014/main" id="{192DE09A-5C03-4DC9-A8FA-4F9BCB2B3C8D}"/>
              </a:ext>
            </a:extLst>
          </p:cNvPr>
          <p:cNvSpPr txBox="1"/>
          <p:nvPr userDrawn="1"/>
        </p:nvSpPr>
        <p:spPr>
          <a:xfrm>
            <a:off x="14351517" y="3222763"/>
            <a:ext cx="2276474" cy="923330"/>
          </a:xfrm>
          <a:prstGeom prst="rect">
            <a:avLst/>
          </a:prstGeom>
          <a:noFill/>
        </p:spPr>
        <p:txBody>
          <a:bodyPr wrap="square" lIns="0" tIns="0" rIns="0" bIns="0" rtlCol="0">
            <a:spAutoFit/>
          </a:bodyPr>
          <a:lstStyle/>
          <a:p>
            <a:pPr algn="l">
              <a:spcAft>
                <a:spcPts val="1200"/>
              </a:spcAft>
            </a:pPr>
            <a:r>
              <a:rPr lang="en-US"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Neutrals for Infographics and charts only </a:t>
            </a:r>
          </a:p>
        </p:txBody>
      </p:sp>
      <p:sp>
        <p:nvSpPr>
          <p:cNvPr id="136" name="Rectangle 135">
            <a:extLst>
              <a:ext uri="{FF2B5EF4-FFF2-40B4-BE49-F238E27FC236}">
                <a16:creationId xmlns:a16="http://schemas.microsoft.com/office/drawing/2014/main" id="{CD8CD1CA-558C-4794-A2A1-3B611011A5C3}"/>
              </a:ext>
            </a:extLst>
          </p:cNvPr>
          <p:cNvSpPr/>
          <p:nvPr userDrawn="1"/>
        </p:nvSpPr>
        <p:spPr>
          <a:xfrm>
            <a:off x="14365106" y="4270709"/>
            <a:ext cx="1097280" cy="822450"/>
          </a:xfrm>
          <a:prstGeom prst="rect">
            <a:avLst/>
          </a:prstGeom>
          <a:solidFill>
            <a:srgbClr val="333333"/>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51</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51</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51</a:t>
            </a:r>
          </a:p>
        </p:txBody>
      </p:sp>
      <p:sp>
        <p:nvSpPr>
          <p:cNvPr id="137" name="Rectangle 136">
            <a:extLst>
              <a:ext uri="{FF2B5EF4-FFF2-40B4-BE49-F238E27FC236}">
                <a16:creationId xmlns:a16="http://schemas.microsoft.com/office/drawing/2014/main" id="{FFE0C07C-818E-4FAE-8FCA-F4D4C358CEC3}"/>
              </a:ext>
            </a:extLst>
          </p:cNvPr>
          <p:cNvSpPr/>
          <p:nvPr userDrawn="1"/>
        </p:nvSpPr>
        <p:spPr>
          <a:xfrm>
            <a:off x="14365106" y="5299833"/>
            <a:ext cx="1097280" cy="822450"/>
          </a:xfrm>
          <a:prstGeom prst="rect">
            <a:avLst/>
          </a:prstGeom>
          <a:solidFill>
            <a:srgbClr val="666666"/>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102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102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102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102</a:t>
            </a:r>
          </a:p>
          <a:p>
            <a:pPr algn="ctr"/>
            <a:endParaRPr lang="en-GB" sz="1600">
              <a:solidFill>
                <a:schemeClr val="bg1"/>
              </a:solidFill>
            </a:endParaRPr>
          </a:p>
        </p:txBody>
      </p:sp>
      <p:sp>
        <p:nvSpPr>
          <p:cNvPr id="138" name="Rectangle 137">
            <a:extLst>
              <a:ext uri="{FF2B5EF4-FFF2-40B4-BE49-F238E27FC236}">
                <a16:creationId xmlns:a16="http://schemas.microsoft.com/office/drawing/2014/main" id="{41E64925-D54E-420A-82FD-AB931C3300D3}"/>
              </a:ext>
            </a:extLst>
          </p:cNvPr>
          <p:cNvSpPr/>
          <p:nvPr userDrawn="1"/>
        </p:nvSpPr>
        <p:spPr>
          <a:xfrm>
            <a:off x="14365106" y="6328955"/>
            <a:ext cx="1097280" cy="822450"/>
          </a:xfrm>
          <a:prstGeom prst="rect">
            <a:avLst/>
          </a:prstGeom>
          <a:solidFill>
            <a:srgbClr val="989898"/>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152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152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152</a:t>
            </a:r>
          </a:p>
        </p:txBody>
      </p:sp>
      <p:sp>
        <p:nvSpPr>
          <p:cNvPr id="139" name="Rectangle 138">
            <a:extLst>
              <a:ext uri="{FF2B5EF4-FFF2-40B4-BE49-F238E27FC236}">
                <a16:creationId xmlns:a16="http://schemas.microsoft.com/office/drawing/2014/main" id="{5E882A8D-68E6-4135-8237-D793C6911AE2}"/>
              </a:ext>
            </a:extLst>
          </p:cNvPr>
          <p:cNvSpPr/>
          <p:nvPr userDrawn="1"/>
        </p:nvSpPr>
        <p:spPr>
          <a:xfrm>
            <a:off x="14365106" y="7358079"/>
            <a:ext cx="1097280" cy="822450"/>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178</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178</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178</a:t>
            </a:r>
          </a:p>
        </p:txBody>
      </p:sp>
      <p:sp>
        <p:nvSpPr>
          <p:cNvPr id="140" name="Rectangle 139">
            <a:extLst>
              <a:ext uri="{FF2B5EF4-FFF2-40B4-BE49-F238E27FC236}">
                <a16:creationId xmlns:a16="http://schemas.microsoft.com/office/drawing/2014/main" id="{AA7D848E-86C5-4691-8D64-5F96770BF24B}"/>
              </a:ext>
            </a:extLst>
          </p:cNvPr>
          <p:cNvSpPr/>
          <p:nvPr userDrawn="1"/>
        </p:nvSpPr>
        <p:spPr>
          <a:xfrm>
            <a:off x="14365106" y="8387199"/>
            <a:ext cx="1097280" cy="822450"/>
          </a:xfrm>
          <a:prstGeom prst="rect">
            <a:avLst/>
          </a:prstGeom>
          <a:solidFill>
            <a:srgbClr val="E5E5E5"/>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229</a:t>
            </a:r>
          </a:p>
          <a:p>
            <a:pPr algn="ctr"/>
            <a:r>
              <a:rPr lang="en-GB" sz="16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229</a:t>
            </a:r>
          </a:p>
          <a:p>
            <a:pPr algn="ctr"/>
            <a:r>
              <a:rPr lang="en-GB" sz="16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229</a:t>
            </a:r>
          </a:p>
        </p:txBody>
      </p:sp>
      <p:sp>
        <p:nvSpPr>
          <p:cNvPr id="141" name="Rectangle 140">
            <a:extLst>
              <a:ext uri="{FF2B5EF4-FFF2-40B4-BE49-F238E27FC236}">
                <a16:creationId xmlns:a16="http://schemas.microsoft.com/office/drawing/2014/main" id="{5314C683-8ABF-49F8-A09C-35FFB227627D}"/>
              </a:ext>
            </a:extLst>
          </p:cNvPr>
          <p:cNvSpPr/>
          <p:nvPr userDrawn="1"/>
        </p:nvSpPr>
        <p:spPr>
          <a:xfrm>
            <a:off x="14351516" y="9415955"/>
            <a:ext cx="1097280" cy="822450"/>
          </a:xfrm>
          <a:prstGeom prst="rect">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a:p>
            <a:pPr algn="ctr"/>
            <a:r>
              <a:rPr lang="en-GB" sz="16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a:p>
            <a:pPr algn="ctr"/>
            <a:r>
              <a:rPr lang="en-GB" sz="16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p:txBody>
      </p:sp>
      <p:sp>
        <p:nvSpPr>
          <p:cNvPr id="142" name="TextBox 141">
            <a:extLst>
              <a:ext uri="{FF2B5EF4-FFF2-40B4-BE49-F238E27FC236}">
                <a16:creationId xmlns:a16="http://schemas.microsoft.com/office/drawing/2014/main" id="{2C4E0D88-66E5-450D-B088-F8F855A66898}"/>
              </a:ext>
            </a:extLst>
          </p:cNvPr>
          <p:cNvSpPr txBox="1"/>
          <p:nvPr userDrawn="1"/>
        </p:nvSpPr>
        <p:spPr>
          <a:xfrm>
            <a:off x="15609023" y="9668735"/>
            <a:ext cx="628377" cy="307777"/>
          </a:xfrm>
          <a:prstGeom prst="rect">
            <a:avLst/>
          </a:prstGeom>
          <a:noFill/>
        </p:spPr>
        <p:txBody>
          <a:bodyPr wrap="non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White</a:t>
            </a:r>
          </a:p>
        </p:txBody>
      </p:sp>
      <p:graphicFrame>
        <p:nvGraphicFramePr>
          <p:cNvPr id="143" name="Chart 142">
            <a:extLst>
              <a:ext uri="{FF2B5EF4-FFF2-40B4-BE49-F238E27FC236}">
                <a16:creationId xmlns:a16="http://schemas.microsoft.com/office/drawing/2014/main" id="{A8FA9A05-14EF-4B7B-84CD-A68F6BBD608C}"/>
              </a:ext>
            </a:extLst>
          </p:cNvPr>
          <p:cNvGraphicFramePr>
            <a:graphicFrameLocks/>
          </p:cNvGraphicFramePr>
          <p:nvPr userDrawn="1">
            <p:custDataLst>
              <p:tags r:id="rId2"/>
            </p:custDataLst>
            <p:extLst>
              <p:ext uri="{D42A27DB-BD31-4B8C-83A1-F6EECF244321}">
                <p14:modId xmlns:p14="http://schemas.microsoft.com/office/powerpoint/2010/main" val="2496731236"/>
              </p:ext>
            </p:extLst>
          </p:nvPr>
        </p:nvGraphicFramePr>
        <p:xfrm>
          <a:off x="17598152" y="7458934"/>
          <a:ext cx="4366340" cy="3586832"/>
        </p:xfrm>
        <a:graphic>
          <a:graphicData uri="http://schemas.openxmlformats.org/drawingml/2006/chart">
            <c:chart xmlns:c="http://schemas.openxmlformats.org/drawingml/2006/chart" xmlns:r="http://schemas.openxmlformats.org/officeDocument/2006/relationships" r:id="rId6"/>
          </a:graphicData>
        </a:graphic>
      </p:graphicFrame>
      <p:sp>
        <p:nvSpPr>
          <p:cNvPr id="144" name="TextBox 143">
            <a:extLst>
              <a:ext uri="{FF2B5EF4-FFF2-40B4-BE49-F238E27FC236}">
                <a16:creationId xmlns:a16="http://schemas.microsoft.com/office/drawing/2014/main" id="{3A6BFD42-D1DB-4EBC-8206-556797715883}"/>
              </a:ext>
            </a:extLst>
          </p:cNvPr>
          <p:cNvSpPr txBox="1"/>
          <p:nvPr userDrawn="1"/>
        </p:nvSpPr>
        <p:spPr>
          <a:xfrm>
            <a:off x="17466069" y="7614950"/>
            <a:ext cx="3090458" cy="338554"/>
          </a:xfrm>
          <a:prstGeom prst="rect">
            <a:avLst/>
          </a:prstGeom>
          <a:noFill/>
        </p:spPr>
        <p:txBody>
          <a:bodyPr wrap="square" lIns="0" tIns="0" rIns="0" bIns="0" rtlCol="0">
            <a:spAutoFit/>
          </a:bodyPr>
          <a:lstStyle/>
          <a:p>
            <a:pPr algn="l">
              <a:spcAft>
                <a:spcPts val="1200"/>
              </a:spcAft>
            </a:pPr>
            <a:r>
              <a:rPr lang="en-US" sz="22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Color order for charts</a:t>
            </a:r>
          </a:p>
        </p:txBody>
      </p:sp>
      <p:grpSp>
        <p:nvGrpSpPr>
          <p:cNvPr id="145" name="Group 144">
            <a:extLst>
              <a:ext uri="{FF2B5EF4-FFF2-40B4-BE49-F238E27FC236}">
                <a16:creationId xmlns:a16="http://schemas.microsoft.com/office/drawing/2014/main" id="{D1EC7693-59C7-47BB-B438-2C04634153D8}"/>
              </a:ext>
            </a:extLst>
          </p:cNvPr>
          <p:cNvGrpSpPr/>
          <p:nvPr userDrawn="1"/>
        </p:nvGrpSpPr>
        <p:grpSpPr>
          <a:xfrm>
            <a:off x="17466068" y="11248114"/>
            <a:ext cx="4584088" cy="1382036"/>
            <a:chOff x="8733034" y="5828164"/>
            <a:chExt cx="2292044" cy="691018"/>
          </a:xfrm>
        </p:grpSpPr>
        <p:sp>
          <p:nvSpPr>
            <p:cNvPr id="146" name="Rectangle 145">
              <a:extLst>
                <a:ext uri="{FF2B5EF4-FFF2-40B4-BE49-F238E27FC236}">
                  <a16:creationId xmlns:a16="http://schemas.microsoft.com/office/drawing/2014/main" id="{5219A023-D0D0-4FB4-8C5F-4794B4563217}"/>
                </a:ext>
              </a:extLst>
            </p:cNvPr>
            <p:cNvSpPr/>
            <p:nvPr/>
          </p:nvSpPr>
          <p:spPr>
            <a:xfrm>
              <a:off x="9320105" y="5828164"/>
              <a:ext cx="237296" cy="310018"/>
            </a:xfrm>
            <a:prstGeom prst="rect">
              <a:avLst/>
            </a:prstGeom>
            <a:solidFill>
              <a:srgbClr val="1E49E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3</a:t>
              </a:r>
            </a:p>
          </p:txBody>
        </p:sp>
        <p:sp>
          <p:nvSpPr>
            <p:cNvPr id="147" name="Rectangle 146">
              <a:extLst>
                <a:ext uri="{FF2B5EF4-FFF2-40B4-BE49-F238E27FC236}">
                  <a16:creationId xmlns:a16="http://schemas.microsoft.com/office/drawing/2014/main" id="{13C39C7D-DE39-4233-99C3-4DB3902C2CA7}"/>
                </a:ext>
              </a:extLst>
            </p:cNvPr>
            <p:cNvSpPr/>
            <p:nvPr/>
          </p:nvSpPr>
          <p:spPr>
            <a:xfrm>
              <a:off x="8733034" y="5828164"/>
              <a:ext cx="237296" cy="310018"/>
            </a:xfrm>
            <a:prstGeom prst="rect">
              <a:avLst/>
            </a:prstGeom>
            <a:solidFill>
              <a:srgbClr val="00338D"/>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a:t>
              </a:r>
            </a:p>
          </p:txBody>
        </p:sp>
        <p:sp>
          <p:nvSpPr>
            <p:cNvPr id="148" name="Rectangle 147">
              <a:extLst>
                <a:ext uri="{FF2B5EF4-FFF2-40B4-BE49-F238E27FC236}">
                  <a16:creationId xmlns:a16="http://schemas.microsoft.com/office/drawing/2014/main" id="{27BB20FB-BBAA-47BB-8F6A-07EAAEBC5CCF}"/>
                </a:ext>
              </a:extLst>
            </p:cNvPr>
            <p:cNvSpPr/>
            <p:nvPr/>
          </p:nvSpPr>
          <p:spPr>
            <a:xfrm>
              <a:off x="9613640" y="5828164"/>
              <a:ext cx="237296" cy="310018"/>
            </a:xfrm>
            <a:prstGeom prst="rect">
              <a:avLst/>
            </a:prstGeom>
            <a:solidFill>
              <a:srgbClr val="76D2FF"/>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4</a:t>
              </a:r>
            </a:p>
          </p:txBody>
        </p:sp>
        <p:sp>
          <p:nvSpPr>
            <p:cNvPr id="149" name="Rectangle 148">
              <a:extLst>
                <a:ext uri="{FF2B5EF4-FFF2-40B4-BE49-F238E27FC236}">
                  <a16:creationId xmlns:a16="http://schemas.microsoft.com/office/drawing/2014/main" id="{00C67A99-9F98-4024-A935-D0E37F6758B3}"/>
                </a:ext>
              </a:extLst>
            </p:cNvPr>
            <p:cNvSpPr/>
            <p:nvPr/>
          </p:nvSpPr>
          <p:spPr>
            <a:xfrm>
              <a:off x="10200711" y="5828164"/>
              <a:ext cx="237296" cy="310018"/>
            </a:xfrm>
            <a:prstGeom prst="rect">
              <a:avLst/>
            </a:prstGeom>
            <a:solidFill>
              <a:srgbClr val="B497FF"/>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6</a:t>
              </a:r>
            </a:p>
          </p:txBody>
        </p:sp>
        <p:sp>
          <p:nvSpPr>
            <p:cNvPr id="150" name="Rectangle 149">
              <a:extLst>
                <a:ext uri="{FF2B5EF4-FFF2-40B4-BE49-F238E27FC236}">
                  <a16:creationId xmlns:a16="http://schemas.microsoft.com/office/drawing/2014/main" id="{236F85FC-EBEE-4DE4-B3B4-82617D328D0B}"/>
                </a:ext>
              </a:extLst>
            </p:cNvPr>
            <p:cNvSpPr/>
            <p:nvPr/>
          </p:nvSpPr>
          <p:spPr>
            <a:xfrm>
              <a:off x="9907176" y="5828164"/>
              <a:ext cx="237296" cy="310018"/>
            </a:xfrm>
            <a:prstGeom prst="rect">
              <a:avLst/>
            </a:prstGeom>
            <a:solidFill>
              <a:srgbClr val="7213EA"/>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5</a:t>
              </a:r>
            </a:p>
          </p:txBody>
        </p:sp>
        <p:sp>
          <p:nvSpPr>
            <p:cNvPr id="151" name="Rectangle 150">
              <a:extLst>
                <a:ext uri="{FF2B5EF4-FFF2-40B4-BE49-F238E27FC236}">
                  <a16:creationId xmlns:a16="http://schemas.microsoft.com/office/drawing/2014/main" id="{54EE9327-7720-4CF3-A17E-F7F1E23E8AC7}"/>
                </a:ext>
              </a:extLst>
            </p:cNvPr>
            <p:cNvSpPr/>
            <p:nvPr/>
          </p:nvSpPr>
          <p:spPr>
            <a:xfrm>
              <a:off x="10787782" y="5828164"/>
              <a:ext cx="237296" cy="310018"/>
            </a:xfrm>
            <a:prstGeom prst="rect">
              <a:avLst/>
            </a:prstGeom>
            <a:solidFill>
              <a:srgbClr val="00C0AE"/>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8</a:t>
              </a:r>
            </a:p>
          </p:txBody>
        </p:sp>
        <p:sp>
          <p:nvSpPr>
            <p:cNvPr id="152" name="Rectangle 151">
              <a:extLst>
                <a:ext uri="{FF2B5EF4-FFF2-40B4-BE49-F238E27FC236}">
                  <a16:creationId xmlns:a16="http://schemas.microsoft.com/office/drawing/2014/main" id="{0545AD30-7567-4D0F-A253-FDC2D7232D6E}"/>
                </a:ext>
              </a:extLst>
            </p:cNvPr>
            <p:cNvSpPr/>
            <p:nvPr/>
          </p:nvSpPr>
          <p:spPr>
            <a:xfrm>
              <a:off x="9026569" y="5828164"/>
              <a:ext cx="237296" cy="310018"/>
            </a:xfrm>
            <a:prstGeom prst="rect">
              <a:avLst/>
            </a:prstGeom>
            <a:solidFill>
              <a:srgbClr val="00B8F5"/>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2</a:t>
              </a:r>
            </a:p>
          </p:txBody>
        </p:sp>
        <p:sp>
          <p:nvSpPr>
            <p:cNvPr id="153" name="Rectangle 152">
              <a:extLst>
                <a:ext uri="{FF2B5EF4-FFF2-40B4-BE49-F238E27FC236}">
                  <a16:creationId xmlns:a16="http://schemas.microsoft.com/office/drawing/2014/main" id="{703D87B1-08C1-4BD5-BAD9-BB234B8949D6}"/>
                </a:ext>
              </a:extLst>
            </p:cNvPr>
            <p:cNvSpPr/>
            <p:nvPr/>
          </p:nvSpPr>
          <p:spPr>
            <a:xfrm>
              <a:off x="10494247" y="5828164"/>
              <a:ext cx="237296" cy="310018"/>
            </a:xfrm>
            <a:prstGeom prst="rect">
              <a:avLst/>
            </a:prstGeom>
            <a:solidFill>
              <a:srgbClr val="098E7E"/>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7</a:t>
              </a:r>
            </a:p>
          </p:txBody>
        </p:sp>
        <p:grpSp>
          <p:nvGrpSpPr>
            <p:cNvPr id="154" name="Group 153">
              <a:extLst>
                <a:ext uri="{FF2B5EF4-FFF2-40B4-BE49-F238E27FC236}">
                  <a16:creationId xmlns:a16="http://schemas.microsoft.com/office/drawing/2014/main" id="{71CA767B-4836-42D8-A400-97BF89854BC3}"/>
                </a:ext>
              </a:extLst>
            </p:cNvPr>
            <p:cNvGrpSpPr/>
            <p:nvPr/>
          </p:nvGrpSpPr>
          <p:grpSpPr>
            <a:xfrm>
              <a:off x="8733034" y="6209164"/>
              <a:ext cx="1704975" cy="310018"/>
              <a:chOff x="11081318" y="5828164"/>
              <a:chExt cx="1704975" cy="310018"/>
            </a:xfrm>
          </p:grpSpPr>
          <p:sp>
            <p:nvSpPr>
              <p:cNvPr id="155" name="Rectangle 154">
                <a:extLst>
                  <a:ext uri="{FF2B5EF4-FFF2-40B4-BE49-F238E27FC236}">
                    <a16:creationId xmlns:a16="http://schemas.microsoft.com/office/drawing/2014/main" id="{E79D9207-CA17-453F-A9DD-4A20D997E763}"/>
                  </a:ext>
                </a:extLst>
              </p:cNvPr>
              <p:cNvSpPr/>
              <p:nvPr/>
            </p:nvSpPr>
            <p:spPr>
              <a:xfrm>
                <a:off x="11374854" y="5828164"/>
                <a:ext cx="237296" cy="310018"/>
              </a:xfrm>
              <a:prstGeom prst="rect">
                <a:avLst/>
              </a:prstGeom>
              <a:solidFill>
                <a:srgbClr val="FD349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10</a:t>
                </a:r>
              </a:p>
            </p:txBody>
          </p:sp>
          <p:sp>
            <p:nvSpPr>
              <p:cNvPr id="156" name="Rectangle 155">
                <a:extLst>
                  <a:ext uri="{FF2B5EF4-FFF2-40B4-BE49-F238E27FC236}">
                    <a16:creationId xmlns:a16="http://schemas.microsoft.com/office/drawing/2014/main" id="{CF62D0A7-8252-4311-AB97-CF55A5B42B80}"/>
                  </a:ext>
                </a:extLst>
              </p:cNvPr>
              <p:cNvSpPr/>
              <p:nvPr/>
            </p:nvSpPr>
            <p:spPr>
              <a:xfrm>
                <a:off x="11668390" y="5828164"/>
                <a:ext cx="237296" cy="310018"/>
              </a:xfrm>
              <a:prstGeom prst="rect">
                <a:avLst/>
              </a:prstGeom>
              <a:solidFill>
                <a:srgbClr val="FFA3DA"/>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11</a:t>
                </a:r>
              </a:p>
            </p:txBody>
          </p:sp>
          <p:sp>
            <p:nvSpPr>
              <p:cNvPr id="157" name="Rectangle 156">
                <a:extLst>
                  <a:ext uri="{FF2B5EF4-FFF2-40B4-BE49-F238E27FC236}">
                    <a16:creationId xmlns:a16="http://schemas.microsoft.com/office/drawing/2014/main" id="{2C456C68-243D-4993-A760-75F92469FF27}"/>
                  </a:ext>
                </a:extLst>
              </p:cNvPr>
              <p:cNvSpPr/>
              <p:nvPr/>
            </p:nvSpPr>
            <p:spPr>
              <a:xfrm>
                <a:off x="12548997" y="5828164"/>
                <a:ext cx="237296" cy="310018"/>
              </a:xfrm>
              <a:prstGeom prst="rect">
                <a:avLst/>
              </a:prstGeom>
              <a:solidFill>
                <a:srgbClr val="63EBDA"/>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14</a:t>
                </a:r>
              </a:p>
            </p:txBody>
          </p:sp>
          <p:sp>
            <p:nvSpPr>
              <p:cNvPr id="158" name="Rectangle 157">
                <a:extLst>
                  <a:ext uri="{FF2B5EF4-FFF2-40B4-BE49-F238E27FC236}">
                    <a16:creationId xmlns:a16="http://schemas.microsoft.com/office/drawing/2014/main" id="{DB7FB587-293B-4A08-BA46-DAC13E13EF42}"/>
                  </a:ext>
                </a:extLst>
              </p:cNvPr>
              <p:cNvSpPr/>
              <p:nvPr/>
            </p:nvSpPr>
            <p:spPr>
              <a:xfrm>
                <a:off x="12255462" y="5828164"/>
                <a:ext cx="237296" cy="310018"/>
              </a:xfrm>
              <a:prstGeom prst="rect">
                <a:avLst/>
              </a:prstGeom>
              <a:solidFill>
                <a:srgbClr val="510DB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13</a:t>
                </a:r>
              </a:p>
            </p:txBody>
          </p:sp>
          <p:sp>
            <p:nvSpPr>
              <p:cNvPr id="159" name="Rectangle 158">
                <a:extLst>
                  <a:ext uri="{FF2B5EF4-FFF2-40B4-BE49-F238E27FC236}">
                    <a16:creationId xmlns:a16="http://schemas.microsoft.com/office/drawing/2014/main" id="{1E1298F0-5D90-4927-AAE2-481DBBBB4197}"/>
                  </a:ext>
                </a:extLst>
              </p:cNvPr>
              <p:cNvSpPr/>
              <p:nvPr/>
            </p:nvSpPr>
            <p:spPr>
              <a:xfrm>
                <a:off x="11961925" y="5828164"/>
                <a:ext cx="237296" cy="310018"/>
              </a:xfrm>
              <a:prstGeom prst="rect">
                <a:avLst/>
              </a:prstGeom>
              <a:solidFill>
                <a:srgbClr val="666666"/>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12</a:t>
                </a:r>
              </a:p>
            </p:txBody>
          </p:sp>
          <p:sp>
            <p:nvSpPr>
              <p:cNvPr id="160" name="Rectangle 159">
                <a:extLst>
                  <a:ext uri="{FF2B5EF4-FFF2-40B4-BE49-F238E27FC236}">
                    <a16:creationId xmlns:a16="http://schemas.microsoft.com/office/drawing/2014/main" id="{10D488A5-1A7D-495A-B676-BD2DCC86C223}"/>
                  </a:ext>
                </a:extLst>
              </p:cNvPr>
              <p:cNvSpPr/>
              <p:nvPr/>
            </p:nvSpPr>
            <p:spPr>
              <a:xfrm>
                <a:off x="11081318" y="5828164"/>
                <a:ext cx="237296" cy="310018"/>
              </a:xfrm>
              <a:prstGeom prst="rect">
                <a:avLst/>
              </a:prstGeom>
              <a:solidFill>
                <a:srgbClr val="AB0D8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9</a:t>
                </a:r>
              </a:p>
            </p:txBody>
          </p:sp>
        </p:grpSp>
      </p:grpSp>
      <p:sp>
        <p:nvSpPr>
          <p:cNvPr id="161" name="TextBox 160">
            <a:extLst>
              <a:ext uri="{FF2B5EF4-FFF2-40B4-BE49-F238E27FC236}">
                <a16:creationId xmlns:a16="http://schemas.microsoft.com/office/drawing/2014/main" id="{95CBDA8E-8257-406B-ABAA-26A353719197}"/>
              </a:ext>
            </a:extLst>
          </p:cNvPr>
          <p:cNvSpPr txBox="1"/>
          <p:nvPr userDrawn="1"/>
        </p:nvSpPr>
        <p:spPr>
          <a:xfrm>
            <a:off x="21378061" y="6218725"/>
            <a:ext cx="1565938" cy="923330"/>
          </a:xfrm>
          <a:prstGeom prst="rect">
            <a:avLst/>
          </a:prstGeom>
          <a:noFill/>
        </p:spPr>
        <p:txBody>
          <a:bodyPr wrap="square" lIns="0" tIns="0" rIns="0" bIns="0" rtlCol="0" anchor="ctr">
            <a:spAutoFit/>
          </a:bodyPr>
          <a:lstStyle>
            <a:defPPr>
              <a:defRPr lang="en-US"/>
            </a:defPPr>
            <a:lvl1pPr>
              <a:spcAft>
                <a:spcPts val="600"/>
              </a:spcAft>
              <a:defRPr sz="1000"/>
            </a:lvl1pPr>
          </a:lstStyle>
          <a:p>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Pacific/</a:t>
            </a:r>
            <a:br>
              <a:rPr lang="en-GB" sz="2000">
                <a:latin typeface="DIN Next LT Arabic" panose="020B0503020203050203" pitchFamily="34" charset="-78"/>
                <a:cs typeface="DIN Next LT Arabic" panose="020B0503020203050203" pitchFamily="34" charset="-78"/>
                <a:sym typeface="DIN Next LT Arabic" panose="020B0503020203050203" pitchFamily="34" charset="-78"/>
              </a:rPr>
            </a:b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Light Blue gradient</a:t>
            </a:r>
          </a:p>
        </p:txBody>
      </p:sp>
    </p:spTree>
    <p:extLst>
      <p:ext uri="{BB962C8B-B14F-4D97-AF65-F5344CB8AC3E}">
        <p14:creationId xmlns:p14="http://schemas.microsoft.com/office/powerpoint/2010/main" val="3330740479"/>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over style 2-A">
    <p:bg>
      <p:bgPr>
        <a:solidFill>
          <a:schemeClr val="accent2"/>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FC95232A-77AC-4882-9D26-CDF681EF4BC2}"/>
              </a:ext>
            </a:extLst>
          </p:cNvPr>
          <p:cNvGraphicFramePr>
            <a:graphicFrameLocks noChangeAspect="1"/>
          </p:cNvGraphicFramePr>
          <p:nvPr userDrawn="1">
            <p:custDataLst>
              <p:tags r:id="rId1"/>
            </p:custDataLst>
            <p:extLst>
              <p:ext uri="{D42A27DB-BD31-4B8C-83A1-F6EECF244321}">
                <p14:modId xmlns:p14="http://schemas.microsoft.com/office/powerpoint/2010/main" val="2216352153"/>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3" name="Object 2" hidden="1">
                        <a:extLst>
                          <a:ext uri="{FF2B5EF4-FFF2-40B4-BE49-F238E27FC236}">
                            <a16:creationId xmlns:a16="http://schemas.microsoft.com/office/drawing/2014/main" id="{FC95232A-77AC-4882-9D26-CDF681EF4BC2}"/>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Tree>
    <p:extLst>
      <p:ext uri="{BB962C8B-B14F-4D97-AF65-F5344CB8AC3E}">
        <p14:creationId xmlns:p14="http://schemas.microsoft.com/office/powerpoint/2010/main" val="3670897584"/>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_Header only">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B45CDA42-2F5A-4857-AF5A-59C799D05511}"/>
              </a:ext>
            </a:extLst>
          </p:cNvPr>
          <p:cNvGraphicFramePr>
            <a:graphicFrameLocks noChangeAspect="1"/>
          </p:cNvGraphicFramePr>
          <p:nvPr userDrawn="1">
            <p:custDataLst>
              <p:tags r:id="rId1"/>
            </p:custDataLst>
            <p:extLst>
              <p:ext uri="{D42A27DB-BD31-4B8C-83A1-F6EECF244321}">
                <p14:modId xmlns:p14="http://schemas.microsoft.com/office/powerpoint/2010/main" val="3029844864"/>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4" name="Object 3" hidden="1">
                        <a:extLst>
                          <a:ext uri="{FF2B5EF4-FFF2-40B4-BE49-F238E27FC236}">
                            <a16:creationId xmlns:a16="http://schemas.microsoft.com/office/drawing/2014/main" id="{B45CDA42-2F5A-4857-AF5A-59C799D05511}"/>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12" name="Title 11">
            <a:extLst>
              <a:ext uri="{FF2B5EF4-FFF2-40B4-BE49-F238E27FC236}">
                <a16:creationId xmlns:a16="http://schemas.microsoft.com/office/drawing/2014/main" id="{0140BDF6-1709-4038-8A40-FB1269320056}"/>
              </a:ext>
            </a:extLst>
          </p:cNvPr>
          <p:cNvSpPr>
            <a:spLocks noGrp="1"/>
          </p:cNvSpPr>
          <p:nvPr>
            <p:ph type="title" hasCustomPrompt="1"/>
          </p:nvPr>
        </p:nvSpPr>
        <p:spPr>
          <a:xfrm>
            <a:off x="1463676" y="1079998"/>
            <a:ext cx="21480324" cy="1206000"/>
          </a:xfrm>
        </p:spPr>
        <p:txBody>
          <a:bodyPr vert="horz"/>
          <a:lstStyle>
            <a:lvl1pPr>
              <a:defRPr>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ar-SA"/>
              <a:t>انقر لتعديل أنماط النص الرئيسي</a:t>
            </a:r>
            <a:endParaRPr lang="en-US"/>
          </a:p>
        </p:txBody>
      </p:sp>
    </p:spTree>
    <p:extLst>
      <p:ext uri="{BB962C8B-B14F-4D97-AF65-F5344CB8AC3E}">
        <p14:creationId xmlns:p14="http://schemas.microsoft.com/office/powerpoint/2010/main" val="2444220212"/>
      </p:ext>
    </p:extLst>
  </p:cSld>
  <p:clrMapOvr>
    <a:masterClrMapping/>
  </p:clrMapOvr>
  <p:extLst>
    <p:ext uri="{DCECCB84-F9BA-43D5-87BE-67443E8EF086}">
      <p15:sldGuideLst xmlns:p15="http://schemas.microsoft.com/office/powerpoint/2012/main">
        <p15:guide id="1" orient="horz" pos="1184">
          <p15:clr>
            <a:srgbClr val="5ACBF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_Header only">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B45CDA42-2F5A-4857-AF5A-59C799D05511}"/>
              </a:ext>
            </a:extLst>
          </p:cNvPr>
          <p:cNvGraphicFramePr>
            <a:graphicFrameLocks noChangeAspect="1"/>
          </p:cNvGraphicFramePr>
          <p:nvPr userDrawn="1">
            <p:custDataLst>
              <p:tags r:id="rId1"/>
            </p:custDataLst>
            <p:extLst>
              <p:ext uri="{D42A27DB-BD31-4B8C-83A1-F6EECF244321}">
                <p14:modId xmlns:p14="http://schemas.microsoft.com/office/powerpoint/2010/main" val="722558423"/>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4" name="Object 3" hidden="1">
                        <a:extLst>
                          <a:ext uri="{FF2B5EF4-FFF2-40B4-BE49-F238E27FC236}">
                            <a16:creationId xmlns:a16="http://schemas.microsoft.com/office/drawing/2014/main" id="{B45CDA42-2F5A-4857-AF5A-59C799D05511}"/>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12" name="Title 11">
            <a:extLst>
              <a:ext uri="{FF2B5EF4-FFF2-40B4-BE49-F238E27FC236}">
                <a16:creationId xmlns:a16="http://schemas.microsoft.com/office/drawing/2014/main" id="{0140BDF6-1709-4038-8A40-FB1269320056}"/>
              </a:ext>
            </a:extLst>
          </p:cNvPr>
          <p:cNvSpPr>
            <a:spLocks noGrp="1"/>
          </p:cNvSpPr>
          <p:nvPr>
            <p:ph type="title" hasCustomPrompt="1"/>
          </p:nvPr>
        </p:nvSpPr>
        <p:spPr>
          <a:xfrm>
            <a:off x="1463676" y="1079998"/>
            <a:ext cx="21480324" cy="1206000"/>
          </a:xfrm>
        </p:spPr>
        <p:txBody>
          <a:bodyPr vert="horz"/>
          <a:lstStyle>
            <a:lvl1pPr>
              <a:defRPr>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ar-SA"/>
              <a:t>انقر لتعديل أنماط النص الرئيسي</a:t>
            </a:r>
            <a:endParaRPr lang="en-US"/>
          </a:p>
        </p:txBody>
      </p:sp>
      <p:sp>
        <p:nvSpPr>
          <p:cNvPr id="5" name="Text Placeholder 2">
            <a:extLst>
              <a:ext uri="{FF2B5EF4-FFF2-40B4-BE49-F238E27FC236}">
                <a16:creationId xmlns:a16="http://schemas.microsoft.com/office/drawing/2014/main" id="{646788C6-E600-48D6-8D87-D4F8B965ED68}"/>
              </a:ext>
            </a:extLst>
          </p:cNvPr>
          <p:cNvSpPr>
            <a:spLocks noGrp="1"/>
          </p:cNvSpPr>
          <p:nvPr>
            <p:ph type="body" sz="quarter" idx="10" hasCustomPrompt="1"/>
          </p:nvPr>
        </p:nvSpPr>
        <p:spPr>
          <a:xfrm>
            <a:off x="1455600" y="389540"/>
            <a:ext cx="21488400" cy="464536"/>
          </a:xfrm>
          <a:prstGeom prst="rect">
            <a:avLst/>
          </a:prstGeom>
        </p:spPr>
        <p:txBody>
          <a:bodyPr lIns="0" tIns="0" rIns="0" bIns="0" anchor="b" anchorCtr="0">
            <a:noAutofit/>
          </a:bodyPr>
          <a:lstStyle>
            <a:lvl1pPr>
              <a:defRPr sz="2400" b="0">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pPr lvl="0"/>
            <a:r>
              <a:rPr lang="en-US"/>
              <a:t>Super title here</a:t>
            </a:r>
          </a:p>
        </p:txBody>
      </p:sp>
    </p:spTree>
    <p:extLst>
      <p:ext uri="{BB962C8B-B14F-4D97-AF65-F5344CB8AC3E}">
        <p14:creationId xmlns:p14="http://schemas.microsoft.com/office/powerpoint/2010/main" val="1174969155"/>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BAC3B51A-FB5D-4A4D-B947-EFB1AA818278}"/>
              </a:ext>
            </a:extLst>
          </p:cNvPr>
          <p:cNvGraphicFramePr>
            <a:graphicFrameLocks noChangeAspect="1"/>
          </p:cNvGraphicFramePr>
          <p:nvPr userDrawn="1">
            <p:custDataLst>
              <p:tags r:id="rId1"/>
            </p:custDataLst>
            <p:extLst>
              <p:ext uri="{D42A27DB-BD31-4B8C-83A1-F6EECF244321}">
                <p14:modId xmlns:p14="http://schemas.microsoft.com/office/powerpoint/2010/main" val="3376771411"/>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3" name="Object 2" hidden="1">
                        <a:extLst>
                          <a:ext uri="{FF2B5EF4-FFF2-40B4-BE49-F238E27FC236}">
                            <a16:creationId xmlns:a16="http://schemas.microsoft.com/office/drawing/2014/main" id="{BAC3B51A-FB5D-4A4D-B947-EFB1AA818278}"/>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Tree>
    <p:extLst>
      <p:ext uri="{BB962C8B-B14F-4D97-AF65-F5344CB8AC3E}">
        <p14:creationId xmlns:p14="http://schemas.microsoft.com/office/powerpoint/2010/main" val="171520083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4_Back Cover dark Gradient">
    <p:bg>
      <p:bgPr>
        <a:solidFill>
          <a:schemeClr val="bg1">
            <a:lumMod val="95000"/>
          </a:schemeClr>
        </a:solidFill>
        <a:effectLst/>
      </p:bgPr>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28A9DDC5-43A8-42C1-B9B2-140E2040C7FB}"/>
              </a:ext>
            </a:extLst>
          </p:cNvPr>
          <p:cNvGraphicFramePr>
            <a:graphicFrameLocks noChangeAspect="1"/>
          </p:cNvGraphicFramePr>
          <p:nvPr userDrawn="1">
            <p:custDataLst>
              <p:tags r:id="rId1"/>
            </p:custDataLst>
            <p:extLst>
              <p:ext uri="{D42A27DB-BD31-4B8C-83A1-F6EECF244321}">
                <p14:modId xmlns:p14="http://schemas.microsoft.com/office/powerpoint/2010/main" val="745728496"/>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4" imgW="366" imgH="343" progId="TCLayout.ActiveDocument.1">
                  <p:embed/>
                </p:oleObj>
              </mc:Choice>
              <mc:Fallback>
                <p:oleObj name="think-cell Slide" r:id="rId4" imgW="366" imgH="343" progId="TCLayout.ActiveDocument.1">
                  <p:embed/>
                  <p:pic>
                    <p:nvPicPr>
                      <p:cNvPr id="5" name="Object 4" hidden="1">
                        <a:extLst>
                          <a:ext uri="{FF2B5EF4-FFF2-40B4-BE49-F238E27FC236}">
                            <a16:creationId xmlns:a16="http://schemas.microsoft.com/office/drawing/2014/main" id="{28A9DDC5-43A8-42C1-B9B2-140E2040C7FB}"/>
                          </a:ext>
                        </a:extLst>
                      </p:cNvPr>
                      <p:cNvPicPr/>
                      <p:nvPr/>
                    </p:nvPicPr>
                    <p:blipFill>
                      <a:blip r:embed="rId5"/>
                      <a:stretch>
                        <a:fillRect/>
                      </a:stretch>
                    </p:blipFill>
                    <p:spPr>
                      <a:xfrm>
                        <a:off x="3176" y="3176"/>
                        <a:ext cx="3176" cy="3176"/>
                      </a:xfrm>
                      <a:prstGeom prst="rect">
                        <a:avLst/>
                      </a:prstGeom>
                    </p:spPr>
                  </p:pic>
                </p:oleObj>
              </mc:Fallback>
            </mc:AlternateContent>
          </a:graphicData>
        </a:graphic>
      </p:graphicFrame>
      <p:grpSp>
        <p:nvGrpSpPr>
          <p:cNvPr id="19" name="Group 18">
            <a:extLst>
              <a:ext uri="{FF2B5EF4-FFF2-40B4-BE49-F238E27FC236}">
                <a16:creationId xmlns:a16="http://schemas.microsoft.com/office/drawing/2014/main" id="{2FC5D05C-C396-422D-8FFF-F8B7D2B56C88}"/>
              </a:ext>
            </a:extLst>
          </p:cNvPr>
          <p:cNvGrpSpPr/>
          <p:nvPr userDrawn="1"/>
        </p:nvGrpSpPr>
        <p:grpSpPr>
          <a:xfrm flipH="1">
            <a:off x="6197600" y="0"/>
            <a:ext cx="18186400" cy="13716000"/>
            <a:chOff x="0" y="0"/>
            <a:chExt cx="4754880" cy="6858000"/>
          </a:xfrm>
        </p:grpSpPr>
        <p:pic>
          <p:nvPicPr>
            <p:cNvPr id="52" name="Picture 51">
              <a:extLst>
                <a:ext uri="{FF2B5EF4-FFF2-40B4-BE49-F238E27FC236}">
                  <a16:creationId xmlns:a16="http://schemas.microsoft.com/office/drawing/2014/main" id="{B5A423AC-C076-45AE-8A61-1EB185A4DD70}"/>
                </a:ext>
              </a:extLst>
            </p:cNvPr>
            <p:cNvPicPr>
              <a:picLocks noChangeAspect="1"/>
            </p:cNvPicPr>
            <p:nvPr userDrawn="1"/>
          </p:nvPicPr>
          <p:blipFill rotWithShape="1">
            <a:blip r:embed="rId6" cstate="email">
              <a:extLst>
                <a:ext uri="{28A0092B-C50C-407E-A947-70E740481C1C}">
                  <a14:useLocalDpi xmlns:a14="http://schemas.microsoft.com/office/drawing/2010/main"/>
                </a:ext>
              </a:extLst>
            </a:blip>
            <a:srcRect/>
            <a:stretch/>
          </p:blipFill>
          <p:spPr>
            <a:xfrm>
              <a:off x="0" y="0"/>
              <a:ext cx="4754880" cy="6858000"/>
            </a:xfrm>
            <a:prstGeom prst="rect">
              <a:avLst/>
            </a:prstGeom>
          </p:spPr>
        </p:pic>
        <p:sp>
          <p:nvSpPr>
            <p:cNvPr id="28" name="Rectangle 27">
              <a:extLst>
                <a:ext uri="{FF2B5EF4-FFF2-40B4-BE49-F238E27FC236}">
                  <a16:creationId xmlns:a16="http://schemas.microsoft.com/office/drawing/2014/main" id="{F66419A0-929B-4B8B-BC62-AEF2CD2E4AD2}"/>
                </a:ext>
              </a:extLst>
            </p:cNvPr>
            <p:cNvSpPr/>
            <p:nvPr userDrawn="1"/>
          </p:nvSpPr>
          <p:spPr>
            <a:xfrm>
              <a:off x="0" y="0"/>
              <a:ext cx="4754880" cy="6858000"/>
            </a:xfrm>
            <a:prstGeom prst="rect">
              <a:avLst/>
            </a:prstGeom>
            <a:solidFill>
              <a:schemeClr val="accent1">
                <a:alpha val="85000"/>
              </a:schemeClr>
            </a:solidFill>
            <a:ln w="12700" cap="flat" cmpd="sng" algn="ctr">
              <a:noFill/>
              <a:prstDash val="solid"/>
              <a:miter lim="800000"/>
            </a:ln>
            <a:effectLst/>
          </p:spPr>
          <p:txBody>
            <a:bodyPr wrap="none" lIns="54610" tIns="54610" rIns="54610" bIns="54610" rtlCol="0" anchor="ctr"/>
            <a:lstStyle/>
            <a:p>
              <a:pPr marR="0" lvl="0" indent="0" algn="ctr" fontAlgn="auto">
                <a:lnSpc>
                  <a:spcPct val="100000"/>
                </a:lnSpc>
                <a:spcBef>
                  <a:spcPts val="0"/>
                </a:spcBef>
                <a:spcAft>
                  <a:spcPts val="0"/>
                </a:spcAft>
                <a:buClrTx/>
                <a:buSzTx/>
                <a:buFontTx/>
                <a:buNone/>
                <a:tabLst/>
              </a:pPr>
              <a:endParaRPr kumimoji="0" lang="en-GB" sz="1600" b="0" i="0" u="none" strike="noStrike" kern="0" cap="none" spc="0" normalizeH="0" baseline="0" noProof="0">
                <a:ln>
                  <a:noFill/>
                </a:ln>
                <a:solidFill>
                  <a:srgbClr val="FFFFFF"/>
                </a:solidFill>
                <a:effectLst/>
                <a:uLnTx/>
                <a:uFillTx/>
                <a:latin typeface="DIN Next LT Arabic" panose="020B0503020203050203" pitchFamily="34" charset="-78"/>
                <a:cs typeface="DIN Next LT Arabic" panose="020B0503020203050203" pitchFamily="34" charset="-78"/>
                <a:sym typeface="DIN Next LT Arabic" panose="020B0503020203050203" pitchFamily="34" charset="-78"/>
              </a:endParaRPr>
            </a:p>
          </p:txBody>
        </p:sp>
      </p:grpSp>
      <p:pic>
        <p:nvPicPr>
          <p:cNvPr id="29" name="Graphic 28">
            <a:extLst>
              <a:ext uri="{FF2B5EF4-FFF2-40B4-BE49-F238E27FC236}">
                <a16:creationId xmlns:a16="http://schemas.microsoft.com/office/drawing/2014/main" id="{D7E11D72-5F46-4C69-85C9-BFDBB115BA3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21110576" y="1082676"/>
            <a:ext cx="1828800" cy="736692"/>
          </a:xfrm>
          <a:prstGeom prst="rect">
            <a:avLst/>
          </a:prstGeom>
        </p:spPr>
      </p:pic>
      <p:sp>
        <p:nvSpPr>
          <p:cNvPr id="50" name="Title 4">
            <a:extLst>
              <a:ext uri="{FF2B5EF4-FFF2-40B4-BE49-F238E27FC236}">
                <a16:creationId xmlns:a16="http://schemas.microsoft.com/office/drawing/2014/main" id="{DC5EF9E4-F89A-4F60-A3B5-10981026E89A}"/>
              </a:ext>
            </a:extLst>
          </p:cNvPr>
          <p:cNvSpPr>
            <a:spLocks noGrp="1"/>
          </p:cNvSpPr>
          <p:nvPr userDrawn="1">
            <p:ph type="title"/>
          </p:nvPr>
        </p:nvSpPr>
        <p:spPr>
          <a:xfrm>
            <a:off x="12411076" y="2651126"/>
            <a:ext cx="10528300" cy="1140772"/>
          </a:xfrm>
        </p:spPr>
        <p:txBody>
          <a:bodyPr vert="horz" anchor="t">
            <a:noAutofit/>
          </a:bodyPr>
          <a:lstStyle>
            <a:lvl1pPr algn="r" rtl="1">
              <a:defRPr sz="64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en-US"/>
              <a:t>Click to edit Master title</a:t>
            </a:r>
          </a:p>
        </p:txBody>
      </p:sp>
      <p:sp>
        <p:nvSpPr>
          <p:cNvPr id="78" name="Content Placeholder 1">
            <a:extLst>
              <a:ext uri="{FF2B5EF4-FFF2-40B4-BE49-F238E27FC236}">
                <a16:creationId xmlns:a16="http://schemas.microsoft.com/office/drawing/2014/main" id="{8B551FEE-9036-45A0-AE54-BD6536FF53D3}"/>
              </a:ext>
            </a:extLst>
          </p:cNvPr>
          <p:cNvSpPr txBox="1">
            <a:spLocks/>
          </p:cNvSpPr>
          <p:nvPr userDrawn="1">
            <p:custDataLst>
              <p:tags r:id="rId2"/>
            </p:custDataLst>
          </p:nvPr>
        </p:nvSpPr>
        <p:spPr>
          <a:xfrm>
            <a:off x="8315327" y="12560450"/>
            <a:ext cx="14624050" cy="430887"/>
          </a:xfrm>
          <a:prstGeom prst="rect">
            <a:avLst/>
          </a:prstGeom>
        </p:spPr>
        <p:txBody>
          <a:bodyPr vert="horz" wrap="square" lIns="0" tIns="0" rIns="0" bIns="0" rtlCol="0" anchor="t" anchorCtr="0">
            <a:spAutoFit/>
          </a:bodyPr>
          <a:lstStyle>
            <a:defPPr>
              <a:defRPr lang="en-US"/>
            </a:defPPr>
            <a:lvl1pPr lvl="0" indent="0" algn="r" rtl="1">
              <a:lnSpc>
                <a:spcPct val="100000"/>
              </a:lnSpc>
              <a:spcBef>
                <a:spcPts val="0"/>
              </a:spcBef>
              <a:spcAft>
                <a:spcPts val="600"/>
              </a:spcAft>
              <a:buFontTx/>
              <a:buNone/>
              <a:defRPr sz="1200" b="0">
                <a:solidFill>
                  <a:schemeClr val="bg1"/>
                </a:solidFill>
                <a:latin typeface="DIN Next LT Arabic" panose="020B0503020203050203" pitchFamily="34" charset="-78"/>
                <a:cs typeface="DIN Next LT Arabic" panose="020B0503020203050203" pitchFamily="34" charset="-78"/>
              </a:defRPr>
            </a:lvl1pPr>
            <a:lvl2pPr marL="0" indent="0" eaLnBrk="1" hangingPunct="1">
              <a:spcAft>
                <a:spcPts val="600"/>
              </a:spcAft>
              <a:buFontTx/>
              <a:buNone/>
              <a:defRPr sz="1500" b="0" i="0">
                <a:solidFill>
                  <a:schemeClr val="tx2"/>
                </a:solidFill>
                <a:latin typeface="Univers for KPMG Light" panose="020B0403020202020204" pitchFamily="34" charset="0"/>
                <a:cs typeface="Univers for KPMG Light" panose="020B0403020202020204" pitchFamily="34" charset="0"/>
              </a:defRPr>
            </a:lvl2pPr>
            <a:lvl3pPr marL="285750" indent="-285750" eaLnBrk="1" hangingPunct="1">
              <a:spcAft>
                <a:spcPts val="600"/>
              </a:spcAft>
              <a:buClrTx/>
              <a:buFont typeface="Univers for KPMG"/>
              <a:buChar char="—"/>
              <a:defRPr sz="1500" b="0" i="0">
                <a:solidFill>
                  <a:schemeClr val="tx2"/>
                </a:solidFill>
                <a:latin typeface="Univers for KPMG Light" panose="020B0403020202020204" pitchFamily="34" charset="0"/>
                <a:cs typeface="Univers for KPMG Light" panose="020B0403020202020204" pitchFamily="34" charset="0"/>
              </a:defRPr>
            </a:lvl3pPr>
            <a:lvl4pPr marL="571500" indent="-228600" eaLnBrk="1" hangingPunct="1">
              <a:spcAft>
                <a:spcPts val="600"/>
              </a:spcAft>
              <a:buFont typeface="Univers for KPMG"/>
              <a:buChar char="-"/>
              <a:defRPr sz="1500" b="0" i="0" baseline="0">
                <a:solidFill>
                  <a:schemeClr val="tx2"/>
                </a:solidFill>
                <a:latin typeface="Univers for KPMG Light" panose="020B0403020202020204" pitchFamily="34" charset="0"/>
                <a:cs typeface="Univers for KPMG Light" panose="020B0403020202020204" pitchFamily="34" charset="0"/>
              </a:defRPr>
            </a:lvl4pPr>
            <a:lvl5pPr eaLnBrk="1" hangingPunct="1">
              <a:spcAft>
                <a:spcPts val="600"/>
              </a:spcAft>
              <a:defRPr sz="1500" b="0" i="0">
                <a:solidFill>
                  <a:schemeClr val="accent5"/>
                </a:solidFill>
                <a:latin typeface="Univers for KPMG Light" panose="020B0403020202020204" pitchFamily="34" charset="0"/>
                <a:cs typeface="Univers for KPMG Light" panose="020B0403020202020204" pitchFamily="34" charset="0"/>
              </a:defRPr>
            </a:lvl5pPr>
          </a:lstStyle>
          <a:p>
            <a:pPr lvl="0" algn="r" defTabSz="1828800" rtl="1"/>
            <a:r>
              <a:rPr lang="ar-SA" sz="1400">
                <a:solidFill>
                  <a:schemeClr val="bg1"/>
                </a:solidFill>
                <a:latin typeface="DIN Next LT Arabic" panose="020B0503020203050203" pitchFamily="34" charset="-78"/>
                <a:ea typeface="Calibri" panose="020F0502020204030204" pitchFamily="34" charset="0"/>
                <a:cs typeface="DIN Next LT Arabic" panose="020B0503020203050203" pitchFamily="34" charset="-78"/>
                <a:sym typeface="DIN Next LT Arabic" panose="020B0503020203050203" pitchFamily="34" charset="-78"/>
              </a:rPr>
              <a:t>2023© كي بي إم جي للاستشارات المهنية شركة مهنية مساهمة مقفلة، مسجلة في المملكة العربية السعودية، رأس مالها (40,000,000) ريال سعودي مدفوع بالكامل، المسماة سابقاً "شركة كي بي إم جي الفوزان وشركاه محاسبون ومراجعون قانونيون". و هي عضو غير شريك في الشبكة العالمية لشركات كي بي إم جي المستقلة والتابعة لـ كي بي إم جي العالمية المحدودة، شركة انجليزية خاصة محدودة بالضمان. جميع الحقوق محفوظة.</a:t>
            </a:r>
          </a:p>
        </p:txBody>
      </p:sp>
      <p:sp>
        <p:nvSpPr>
          <p:cNvPr id="70" name="Rectangle 69">
            <a:extLst>
              <a:ext uri="{FF2B5EF4-FFF2-40B4-BE49-F238E27FC236}">
                <a16:creationId xmlns:a16="http://schemas.microsoft.com/office/drawing/2014/main" id="{5B40CBE0-89B4-47CB-89E9-FAF753B163AA}"/>
              </a:ext>
            </a:extLst>
          </p:cNvPr>
          <p:cNvSpPr/>
          <p:nvPr userDrawn="1"/>
        </p:nvSpPr>
        <p:spPr bwMode="auto">
          <a:xfrm>
            <a:off x="14588492" y="11099954"/>
            <a:ext cx="8350884" cy="1169551"/>
          </a:xfrm>
          <a:prstGeom prst="rect">
            <a:avLst/>
          </a:prstGeom>
        </p:spPr>
        <p:txBody>
          <a:bodyPr vert="horz" wrap="square" lIns="0" tIns="0" rIns="0" bIns="0" rtlCol="0" anchor="t" anchorCtr="0">
            <a:spAutoFit/>
          </a:bodyPr>
          <a:lstStyle>
            <a:defPPr>
              <a:defRPr lang="en-US"/>
            </a:defPPr>
            <a:lvl1pPr marL="0" algn="l" defTabSz="410291" rtl="0" eaLnBrk="1" latinLnBrk="0" hangingPunct="1">
              <a:defRPr sz="1600" kern="1200">
                <a:solidFill>
                  <a:schemeClr val="tx1"/>
                </a:solidFill>
                <a:latin typeface="+mn-lt"/>
                <a:ea typeface="+mn-ea"/>
                <a:cs typeface="+mn-cs"/>
              </a:defRPr>
            </a:lvl1pPr>
            <a:lvl2pPr marL="410291" algn="l" defTabSz="410291" rtl="0" eaLnBrk="1" latinLnBrk="0" hangingPunct="1">
              <a:defRPr sz="1600" kern="1200">
                <a:solidFill>
                  <a:schemeClr val="tx1"/>
                </a:solidFill>
                <a:latin typeface="+mn-lt"/>
                <a:ea typeface="+mn-ea"/>
                <a:cs typeface="+mn-cs"/>
              </a:defRPr>
            </a:lvl2pPr>
            <a:lvl3pPr marL="820583" algn="l" defTabSz="410291" rtl="0" eaLnBrk="1" latinLnBrk="0" hangingPunct="1">
              <a:defRPr sz="1600" kern="1200">
                <a:solidFill>
                  <a:schemeClr val="tx1"/>
                </a:solidFill>
                <a:latin typeface="+mn-lt"/>
                <a:ea typeface="+mn-ea"/>
                <a:cs typeface="+mn-cs"/>
              </a:defRPr>
            </a:lvl3pPr>
            <a:lvl4pPr marL="1230874" algn="l" defTabSz="410291" rtl="0" eaLnBrk="1" latinLnBrk="0" hangingPunct="1">
              <a:defRPr sz="1600" kern="1200">
                <a:solidFill>
                  <a:schemeClr val="tx1"/>
                </a:solidFill>
                <a:latin typeface="+mn-lt"/>
                <a:ea typeface="+mn-ea"/>
                <a:cs typeface="+mn-cs"/>
              </a:defRPr>
            </a:lvl4pPr>
            <a:lvl5pPr marL="1641165" algn="l" defTabSz="410291" rtl="0" eaLnBrk="1" latinLnBrk="0" hangingPunct="1">
              <a:defRPr sz="1600" kern="1200">
                <a:solidFill>
                  <a:schemeClr val="tx1"/>
                </a:solidFill>
                <a:latin typeface="+mn-lt"/>
                <a:ea typeface="+mn-ea"/>
                <a:cs typeface="+mn-cs"/>
              </a:defRPr>
            </a:lvl5pPr>
            <a:lvl6pPr marL="2051456" algn="l" defTabSz="410291" rtl="0" eaLnBrk="1" latinLnBrk="0" hangingPunct="1">
              <a:defRPr sz="1600" kern="1200">
                <a:solidFill>
                  <a:schemeClr val="tx1"/>
                </a:solidFill>
                <a:latin typeface="+mn-lt"/>
                <a:ea typeface="+mn-ea"/>
                <a:cs typeface="+mn-cs"/>
              </a:defRPr>
            </a:lvl6pPr>
            <a:lvl7pPr marL="2461748" algn="l" defTabSz="410291" rtl="0" eaLnBrk="1" latinLnBrk="0" hangingPunct="1">
              <a:defRPr sz="1600" kern="1200">
                <a:solidFill>
                  <a:schemeClr val="tx1"/>
                </a:solidFill>
                <a:latin typeface="+mn-lt"/>
                <a:ea typeface="+mn-ea"/>
                <a:cs typeface="+mn-cs"/>
              </a:defRPr>
            </a:lvl7pPr>
            <a:lvl8pPr marL="2872039" algn="l" defTabSz="410291" rtl="0" eaLnBrk="1" latinLnBrk="0" hangingPunct="1">
              <a:defRPr sz="1600" kern="1200">
                <a:solidFill>
                  <a:schemeClr val="tx1"/>
                </a:solidFill>
                <a:latin typeface="+mn-lt"/>
                <a:ea typeface="+mn-ea"/>
                <a:cs typeface="+mn-cs"/>
              </a:defRPr>
            </a:lvl8pPr>
            <a:lvl9pPr marL="3282330" algn="l" defTabSz="410291" rtl="0" eaLnBrk="1" latinLnBrk="0" hangingPunct="1">
              <a:defRPr sz="1600" kern="1200">
                <a:solidFill>
                  <a:schemeClr val="tx1"/>
                </a:solidFill>
                <a:latin typeface="+mn-lt"/>
                <a:ea typeface="+mn-ea"/>
                <a:cs typeface="+mn-cs"/>
              </a:defRPr>
            </a:lvl9pPr>
          </a:lstStyle>
          <a:p>
            <a:pPr marL="0" lvl="0" indent="0" algn="r" defTabSz="1828800" rtl="1" eaLnBrk="1" latinLnBrk="0" hangingPunct="1">
              <a:lnSpc>
                <a:spcPct val="100000"/>
              </a:lnSpc>
              <a:spcBef>
                <a:spcPts val="0"/>
              </a:spcBef>
              <a:spcAft>
                <a:spcPts val="1200"/>
              </a:spcAft>
              <a:buFontTx/>
              <a:buNone/>
            </a:pPr>
            <a:r>
              <a:rPr lang="ar-SA" sz="1400" b="0" kern="1200" noProof="0">
                <a:solidFill>
                  <a:schemeClr val="bg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rPr>
              <a:t>حقوق النشر</a:t>
            </a:r>
          </a:p>
          <a:p>
            <a:pPr marL="0" lvl="0" indent="0" algn="r" defTabSz="1828800" rtl="1" eaLnBrk="1" latinLnBrk="0" hangingPunct="1">
              <a:lnSpc>
                <a:spcPct val="100000"/>
              </a:lnSpc>
              <a:spcBef>
                <a:spcPts val="0"/>
              </a:spcBef>
              <a:spcAft>
                <a:spcPts val="1200"/>
              </a:spcAft>
              <a:buFontTx/>
              <a:buNone/>
            </a:pPr>
            <a:r>
              <a:rPr lang="ar-SA" sz="1400" b="0" kern="1200" noProof="0">
                <a:solidFill>
                  <a:schemeClr val="bg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rPr>
              <a:t>لا يجوز نسخ أي جزء من هذا المستند أو نقله بأي شكل وبأي وسيلة، سواء كانت إلكترونية أوغيرها، بما في ذلك التصوير والتسجيل، أو بأي نظام لتخزين المعلومات أو استرجاعها، باستثناء ما قد تسمح به كي بي إم جي خطيًا.</a:t>
            </a:r>
          </a:p>
          <a:p>
            <a:pPr marL="0" lvl="0" indent="0" algn="r" defTabSz="1828800" rtl="1" eaLnBrk="1" latinLnBrk="0" hangingPunct="1">
              <a:lnSpc>
                <a:spcPct val="100000"/>
              </a:lnSpc>
              <a:spcBef>
                <a:spcPts val="0"/>
              </a:spcBef>
              <a:spcAft>
                <a:spcPts val="1200"/>
              </a:spcAft>
              <a:buFontTx/>
              <a:buNone/>
            </a:pPr>
            <a:r>
              <a:rPr lang="ar-SA" sz="1400" b="0" kern="1200" noProof="0">
                <a:solidFill>
                  <a:schemeClr val="bg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rPr>
              <a:t>جميع الحقوق محفوظة.</a:t>
            </a:r>
          </a:p>
        </p:txBody>
      </p:sp>
      <p:sp>
        <p:nvSpPr>
          <p:cNvPr id="42" name="Rectangle 41">
            <a:extLst>
              <a:ext uri="{FF2B5EF4-FFF2-40B4-BE49-F238E27FC236}">
                <a16:creationId xmlns:a16="http://schemas.microsoft.com/office/drawing/2014/main" id="{E26A7A9B-1445-4474-89B3-AA9003EE15E6}"/>
              </a:ext>
            </a:extLst>
          </p:cNvPr>
          <p:cNvSpPr/>
          <p:nvPr userDrawn="1"/>
        </p:nvSpPr>
        <p:spPr bwMode="auto">
          <a:xfrm>
            <a:off x="9104536" y="11469285"/>
            <a:ext cx="3884392" cy="800219"/>
          </a:xfrm>
          <a:prstGeom prst="rect">
            <a:avLst/>
          </a:prstGeom>
        </p:spPr>
        <p:txBody>
          <a:bodyPr vert="horz" wrap="square" lIns="0" tIns="0" rIns="0" bIns="0" rtlCol="0" anchor="t" anchorCtr="0">
            <a:spAutoFit/>
          </a:bodyPr>
          <a:lstStyle>
            <a:defPPr>
              <a:defRPr lang="en-US"/>
            </a:defPPr>
            <a:lvl1pPr marL="0" algn="l" defTabSz="410291" rtl="0" eaLnBrk="1" latinLnBrk="0" hangingPunct="1">
              <a:defRPr sz="1600" kern="1200">
                <a:solidFill>
                  <a:schemeClr val="tx1"/>
                </a:solidFill>
                <a:latin typeface="+mn-lt"/>
                <a:ea typeface="+mn-ea"/>
                <a:cs typeface="+mn-cs"/>
              </a:defRPr>
            </a:lvl1pPr>
            <a:lvl2pPr marL="410291" algn="l" defTabSz="410291" rtl="0" eaLnBrk="1" latinLnBrk="0" hangingPunct="1">
              <a:defRPr sz="1600" kern="1200">
                <a:solidFill>
                  <a:schemeClr val="tx1"/>
                </a:solidFill>
                <a:latin typeface="+mn-lt"/>
                <a:ea typeface="+mn-ea"/>
                <a:cs typeface="+mn-cs"/>
              </a:defRPr>
            </a:lvl2pPr>
            <a:lvl3pPr marL="820583" algn="l" defTabSz="410291" rtl="0" eaLnBrk="1" latinLnBrk="0" hangingPunct="1">
              <a:defRPr sz="1600" kern="1200">
                <a:solidFill>
                  <a:schemeClr val="tx1"/>
                </a:solidFill>
                <a:latin typeface="+mn-lt"/>
                <a:ea typeface="+mn-ea"/>
                <a:cs typeface="+mn-cs"/>
              </a:defRPr>
            </a:lvl3pPr>
            <a:lvl4pPr marL="1230874" algn="l" defTabSz="410291" rtl="0" eaLnBrk="1" latinLnBrk="0" hangingPunct="1">
              <a:defRPr sz="1600" kern="1200">
                <a:solidFill>
                  <a:schemeClr val="tx1"/>
                </a:solidFill>
                <a:latin typeface="+mn-lt"/>
                <a:ea typeface="+mn-ea"/>
                <a:cs typeface="+mn-cs"/>
              </a:defRPr>
            </a:lvl4pPr>
            <a:lvl5pPr marL="1641165" algn="l" defTabSz="410291" rtl="0" eaLnBrk="1" latinLnBrk="0" hangingPunct="1">
              <a:defRPr sz="1600" kern="1200">
                <a:solidFill>
                  <a:schemeClr val="tx1"/>
                </a:solidFill>
                <a:latin typeface="+mn-lt"/>
                <a:ea typeface="+mn-ea"/>
                <a:cs typeface="+mn-cs"/>
              </a:defRPr>
            </a:lvl5pPr>
            <a:lvl6pPr marL="2051456" algn="l" defTabSz="410291" rtl="0" eaLnBrk="1" latinLnBrk="0" hangingPunct="1">
              <a:defRPr sz="1600" kern="1200">
                <a:solidFill>
                  <a:schemeClr val="tx1"/>
                </a:solidFill>
                <a:latin typeface="+mn-lt"/>
                <a:ea typeface="+mn-ea"/>
                <a:cs typeface="+mn-cs"/>
              </a:defRPr>
            </a:lvl6pPr>
            <a:lvl7pPr marL="2461748" algn="l" defTabSz="410291" rtl="0" eaLnBrk="1" latinLnBrk="0" hangingPunct="1">
              <a:defRPr sz="1600" kern="1200">
                <a:solidFill>
                  <a:schemeClr val="tx1"/>
                </a:solidFill>
                <a:latin typeface="+mn-lt"/>
                <a:ea typeface="+mn-ea"/>
                <a:cs typeface="+mn-cs"/>
              </a:defRPr>
            </a:lvl7pPr>
            <a:lvl8pPr marL="2872039" algn="l" defTabSz="410291" rtl="0" eaLnBrk="1" latinLnBrk="0" hangingPunct="1">
              <a:defRPr sz="1600" kern="1200">
                <a:solidFill>
                  <a:schemeClr val="tx1"/>
                </a:solidFill>
                <a:latin typeface="+mn-lt"/>
                <a:ea typeface="+mn-ea"/>
                <a:cs typeface="+mn-cs"/>
              </a:defRPr>
            </a:lvl8pPr>
            <a:lvl9pPr marL="3282330" algn="l" defTabSz="410291" rtl="0" eaLnBrk="1" latinLnBrk="0" hangingPunct="1">
              <a:defRPr sz="1600" kern="1200">
                <a:solidFill>
                  <a:schemeClr val="tx1"/>
                </a:solidFill>
                <a:latin typeface="+mn-lt"/>
                <a:ea typeface="+mn-ea"/>
                <a:cs typeface="+mn-cs"/>
              </a:defRPr>
            </a:lvl9pPr>
          </a:lstStyle>
          <a:p>
            <a:pPr marL="0" lvl="0" indent="0" algn="r" defTabSz="1828800" rtl="1" eaLnBrk="1" latinLnBrk="0" hangingPunct="1">
              <a:lnSpc>
                <a:spcPct val="100000"/>
              </a:lnSpc>
              <a:spcBef>
                <a:spcPts val="0"/>
              </a:spcBef>
              <a:spcAft>
                <a:spcPts val="1200"/>
              </a:spcAft>
              <a:buFontTx/>
              <a:buNone/>
            </a:pPr>
            <a:r>
              <a:rPr lang="ar-SA" sz="1400" b="0" kern="1200">
                <a:solidFill>
                  <a:schemeClr val="bg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rPr>
              <a:t>استخدام شعار العميل</a:t>
            </a:r>
          </a:p>
          <a:p>
            <a:pPr marL="0" lvl="0" indent="0" algn="r" defTabSz="1828800" rtl="1" eaLnBrk="1" latinLnBrk="0" hangingPunct="1">
              <a:lnSpc>
                <a:spcPct val="100000"/>
              </a:lnSpc>
              <a:spcBef>
                <a:spcPts val="0"/>
              </a:spcBef>
              <a:spcAft>
                <a:spcPts val="1200"/>
              </a:spcAft>
              <a:buFontTx/>
              <a:buNone/>
            </a:pPr>
            <a:r>
              <a:rPr lang="ar-SA" sz="1400" b="0" kern="1200">
                <a:solidFill>
                  <a:schemeClr val="bg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rPr>
              <a:t>شعارات العميل المدرجة في العرض هي ملك للشركات / الجهات المعنية</a:t>
            </a:r>
          </a:p>
        </p:txBody>
      </p:sp>
      <p:sp>
        <p:nvSpPr>
          <p:cNvPr id="35" name="Rectangle 34">
            <a:extLst>
              <a:ext uri="{FF2B5EF4-FFF2-40B4-BE49-F238E27FC236}">
                <a16:creationId xmlns:a16="http://schemas.microsoft.com/office/drawing/2014/main" id="{556E8DAE-2AC6-45BF-90D6-5A2BDCC09A23}"/>
              </a:ext>
            </a:extLst>
          </p:cNvPr>
          <p:cNvSpPr/>
          <p:nvPr userDrawn="1"/>
        </p:nvSpPr>
        <p:spPr>
          <a:xfrm>
            <a:off x="14049828" y="4033552"/>
            <a:ext cx="8889548" cy="738664"/>
          </a:xfrm>
          <a:prstGeom prst="rect">
            <a:avLst/>
          </a:prstGeom>
        </p:spPr>
        <p:txBody>
          <a:bodyPr vert="horz" wrap="square" lIns="0" tIns="0" rIns="0" bIns="0" rtlCol="0" anchor="t" anchorCtr="0">
            <a:spAutoFit/>
          </a:bodyPr>
          <a:lstStyle/>
          <a:p>
            <a:pPr lvl="0" indent="0" algn="r" rtl="1">
              <a:lnSpc>
                <a:spcPct val="100000"/>
              </a:lnSpc>
              <a:spcBef>
                <a:spcPts val="0"/>
              </a:spcBef>
              <a:spcAft>
                <a:spcPts val="1200"/>
              </a:spcAft>
              <a:buFontTx/>
              <a:buNone/>
            </a:pPr>
            <a:r>
              <a:rPr lang="ar-AE" sz="2400" b="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للمزيد من المعلومات حول هذا العرض أو الخدمات المقدمة من قبل خدمات الاستشارات في كي بي إم جي الفوزان وشركاهنأمل التواصل مع :</a:t>
            </a:r>
          </a:p>
        </p:txBody>
      </p:sp>
      <p:sp>
        <p:nvSpPr>
          <p:cNvPr id="36" name="Text Placeholder 3">
            <a:extLst>
              <a:ext uri="{FF2B5EF4-FFF2-40B4-BE49-F238E27FC236}">
                <a16:creationId xmlns:a16="http://schemas.microsoft.com/office/drawing/2014/main" id="{245F0935-290C-47B7-AE51-8978F6B6B555}"/>
              </a:ext>
            </a:extLst>
          </p:cNvPr>
          <p:cNvSpPr>
            <a:spLocks noGrp="1"/>
          </p:cNvSpPr>
          <p:nvPr userDrawn="1">
            <p:ph type="body" sz="quarter" idx="10"/>
          </p:nvPr>
        </p:nvSpPr>
        <p:spPr>
          <a:xfrm>
            <a:off x="17710484" y="5348021"/>
            <a:ext cx="5228892" cy="1894606"/>
          </a:xfrm>
        </p:spPr>
        <p:txBody>
          <a:bodyPr/>
          <a:lstStyle>
            <a:lvl1pPr algn="r" rtl="1">
              <a:spcAft>
                <a:spcPts val="400"/>
              </a:spcAft>
              <a:defRPr sz="24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vl2pPr algn="r" rtl="1">
              <a:spcAft>
                <a:spcPts val="400"/>
              </a:spcAft>
              <a:defRPr sz="24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2pPr>
            <a:lvl3pPr>
              <a:spcAft>
                <a:spcPts val="400"/>
              </a:spcAft>
              <a:defRPr>
                <a:solidFill>
                  <a:schemeClr val="bg1"/>
                </a:solidFill>
              </a:defRPr>
            </a:lvl3pPr>
            <a:lvl4pPr>
              <a:spcAft>
                <a:spcPts val="400"/>
              </a:spcAft>
              <a:defRPr>
                <a:solidFill>
                  <a:schemeClr val="bg1"/>
                </a:solidFill>
              </a:defRPr>
            </a:lvl4pPr>
            <a:lvl5pPr>
              <a:spcAft>
                <a:spcPts val="400"/>
              </a:spcAft>
              <a:defRPr>
                <a:solidFill>
                  <a:schemeClr val="bg1"/>
                </a:solidFill>
              </a:defRPr>
            </a:lvl5pPr>
          </a:lstStyle>
          <a:p>
            <a:pPr lvl="0"/>
            <a:r>
              <a:rPr lang="en-US"/>
              <a:t>Click to edit Master text styles</a:t>
            </a:r>
          </a:p>
          <a:p>
            <a:pPr lvl="1"/>
            <a:r>
              <a:rPr lang="en-US"/>
              <a:t>Second level</a:t>
            </a:r>
          </a:p>
        </p:txBody>
      </p:sp>
      <p:sp>
        <p:nvSpPr>
          <p:cNvPr id="37" name="Text Placeholder 3">
            <a:extLst>
              <a:ext uri="{FF2B5EF4-FFF2-40B4-BE49-F238E27FC236}">
                <a16:creationId xmlns:a16="http://schemas.microsoft.com/office/drawing/2014/main" id="{91BB1C75-578E-49C1-B3E0-B89A2DDEABC9}"/>
              </a:ext>
            </a:extLst>
          </p:cNvPr>
          <p:cNvSpPr>
            <a:spLocks noGrp="1"/>
          </p:cNvSpPr>
          <p:nvPr userDrawn="1">
            <p:ph type="body" sz="quarter" idx="11"/>
          </p:nvPr>
        </p:nvSpPr>
        <p:spPr>
          <a:xfrm>
            <a:off x="17710484" y="8178519"/>
            <a:ext cx="5228892" cy="1894606"/>
          </a:xfrm>
        </p:spPr>
        <p:txBody>
          <a:bodyPr/>
          <a:lstStyle>
            <a:lvl1pPr algn="r" rtl="1">
              <a:spcAft>
                <a:spcPts val="400"/>
              </a:spcAft>
              <a:defRPr sz="24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vl2pPr algn="r" rtl="1">
              <a:spcAft>
                <a:spcPts val="400"/>
              </a:spcAft>
              <a:defRPr sz="24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2pPr>
            <a:lvl3pPr>
              <a:spcAft>
                <a:spcPts val="400"/>
              </a:spcAft>
              <a:defRPr>
                <a:solidFill>
                  <a:schemeClr val="bg1"/>
                </a:solidFill>
              </a:defRPr>
            </a:lvl3pPr>
            <a:lvl4pPr>
              <a:spcAft>
                <a:spcPts val="400"/>
              </a:spcAft>
              <a:defRPr>
                <a:solidFill>
                  <a:schemeClr val="bg1"/>
                </a:solidFill>
              </a:defRPr>
            </a:lvl4pPr>
            <a:lvl5pPr>
              <a:spcAft>
                <a:spcPts val="400"/>
              </a:spcAft>
              <a:defRPr>
                <a:solidFill>
                  <a:schemeClr val="bg1"/>
                </a:solidFill>
              </a:defRPr>
            </a:lvl5pPr>
          </a:lstStyle>
          <a:p>
            <a:pPr lvl="0"/>
            <a:r>
              <a:rPr lang="en-US"/>
              <a:t>Click to edit Master text styles</a:t>
            </a:r>
          </a:p>
          <a:p>
            <a:pPr lvl="1"/>
            <a:r>
              <a:rPr lang="en-US"/>
              <a:t>Second level</a:t>
            </a:r>
          </a:p>
        </p:txBody>
      </p:sp>
      <p:sp>
        <p:nvSpPr>
          <p:cNvPr id="27" name="Title 3">
            <a:extLst>
              <a:ext uri="{FF2B5EF4-FFF2-40B4-BE49-F238E27FC236}">
                <a16:creationId xmlns:a16="http://schemas.microsoft.com/office/drawing/2014/main" id="{E5926886-B515-4A19-9252-27AB0AF8237C}"/>
              </a:ext>
            </a:extLst>
          </p:cNvPr>
          <p:cNvSpPr txBox="1">
            <a:spLocks/>
          </p:cNvSpPr>
          <p:nvPr userDrawn="1"/>
        </p:nvSpPr>
        <p:spPr>
          <a:xfrm>
            <a:off x="1004797" y="1745366"/>
            <a:ext cx="4105858" cy="786292"/>
          </a:xfrm>
          <a:prstGeom prst="rect">
            <a:avLst/>
          </a:prstGeom>
        </p:spPr>
        <p:txBody>
          <a:bodyPr vert="horz" lIns="0" tIns="0" rIns="0" bIns="0" rtlCol="0" anchor="t" anchorCtr="0">
            <a:noAutofit/>
          </a:bodyPr>
          <a:lstStyle>
            <a:lvl1pPr algn="l" defTabSz="914400" rtl="0" eaLnBrk="1" latinLnBrk="0" hangingPunct="1">
              <a:lnSpc>
                <a:spcPct val="70000"/>
              </a:lnSpc>
              <a:spcBef>
                <a:spcPct val="0"/>
              </a:spcBef>
              <a:buNone/>
              <a:defRPr sz="4800" kern="1200">
                <a:solidFill>
                  <a:schemeClr val="bg1"/>
                </a:solidFill>
                <a:latin typeface="+mj-lt"/>
                <a:ea typeface="+mj-ea"/>
                <a:cs typeface="+mj-cs"/>
              </a:defRPr>
            </a:lvl1pPr>
          </a:lstStyle>
          <a:p>
            <a:r>
              <a:rPr lang="en-US" sz="6400">
                <a:solidFill>
                  <a:srgbClr val="00338D"/>
                </a:solidFill>
                <a:latin typeface="KPMG Bold"/>
              </a:rPr>
              <a:t>KPMG values</a:t>
            </a:r>
          </a:p>
        </p:txBody>
      </p:sp>
      <p:pic>
        <p:nvPicPr>
          <p:cNvPr id="30" name="Picture 29">
            <a:extLst>
              <a:ext uri="{FF2B5EF4-FFF2-40B4-BE49-F238E27FC236}">
                <a16:creationId xmlns:a16="http://schemas.microsoft.com/office/drawing/2014/main" id="{58BCF971-95FD-4C41-8560-97D46538A5E1}"/>
              </a:ext>
            </a:extLst>
          </p:cNvPr>
          <p:cNvPicPr>
            <a:picLocks noChangeAspect="1"/>
          </p:cNvPicPr>
          <p:nvPr userDrawn="1"/>
        </p:nvPicPr>
        <p:blipFill rotWithShape="1">
          <a:blip r:embed="rId8">
            <a:extLst>
              <a:ext uri="{28A0092B-C50C-407E-A947-70E740481C1C}">
                <a14:useLocalDpi xmlns:a14="http://schemas.microsoft.com/office/drawing/2010/main" val="0"/>
              </a:ext>
            </a:extLst>
          </a:blip>
          <a:srcRect l="15688" t="10017" r="12645" b="12090"/>
          <a:stretch/>
        </p:blipFill>
        <p:spPr>
          <a:xfrm>
            <a:off x="576190" y="2743202"/>
            <a:ext cx="4626236" cy="10056380"/>
          </a:xfrm>
          <a:prstGeom prst="rect">
            <a:avLst/>
          </a:prstGeom>
        </p:spPr>
      </p:pic>
    </p:spTree>
    <p:extLst>
      <p:ext uri="{BB962C8B-B14F-4D97-AF65-F5344CB8AC3E}">
        <p14:creationId xmlns:p14="http://schemas.microsoft.com/office/powerpoint/2010/main" val="40555029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Divider">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FA1168F-289B-4F16-A2A4-8D05424C4172}"/>
              </a:ext>
            </a:extLst>
          </p:cNvPr>
          <p:cNvSpPr/>
          <p:nvPr userDrawn="1"/>
        </p:nvSpPr>
        <p:spPr>
          <a:xfrm>
            <a:off x="0" y="0"/>
            <a:ext cx="24384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9220" tIns="109220" rIns="109220" bIns="109220" rtlCol="0" anchor="ctr"/>
          <a:lstStyle/>
          <a:p>
            <a:pPr algn="l"/>
            <a:endParaRPr lang="en-US" sz="3000" err="1">
              <a:solidFill>
                <a:schemeClr val="bg1"/>
              </a:solidFill>
            </a:endParaRPr>
          </a:p>
        </p:txBody>
      </p:sp>
      <p:sp>
        <p:nvSpPr>
          <p:cNvPr id="2" name="Rectangle 1">
            <a:extLst>
              <a:ext uri="{FF2B5EF4-FFF2-40B4-BE49-F238E27FC236}">
                <a16:creationId xmlns:a16="http://schemas.microsoft.com/office/drawing/2014/main" id="{EC2F5ED0-C902-484E-98E1-CE8D65A17056}"/>
              </a:ext>
            </a:extLst>
          </p:cNvPr>
          <p:cNvSpPr>
            <a:spLocks/>
          </p:cNvSpPr>
          <p:nvPr userDrawn="1"/>
        </p:nvSpPr>
        <p:spPr>
          <a:xfrm>
            <a:off x="12409054" y="2178050"/>
            <a:ext cx="10515600" cy="7360920"/>
          </a:xfrm>
          <a:prstGeom prst="rect">
            <a:avLst/>
          </a:prstGeom>
          <a:gradFill>
            <a:gsLst>
              <a:gs pos="100000">
                <a:schemeClr val="accent1"/>
              </a:gs>
              <a:gs pos="0">
                <a:schemeClr val="accent5"/>
              </a:gs>
            </a:gsLst>
            <a:lin ang="0" scaled="0"/>
          </a:gradFill>
        </p:spPr>
        <p:txBody>
          <a:bodyPr vert="horz" lIns="360000" tIns="360000" rIns="360000" bIns="360000" rtlCol="0" anchor="t" anchorCtr="0">
            <a:noAutofit/>
          </a:bodyPr>
          <a:lstStyle/>
          <a:p>
            <a:pPr lvl="0">
              <a:lnSpc>
                <a:spcPct val="70000"/>
              </a:lnSpc>
              <a:spcBef>
                <a:spcPct val="0"/>
              </a:spcBef>
              <a:buNone/>
            </a:pPr>
            <a:endParaRPr lang="en-US" sz="17600" baseline="0" err="1">
              <a:solidFill>
                <a:schemeClr val="bg1"/>
              </a:solidFill>
              <a:latin typeface="KPMG Bold" panose="020B0803030202040204" pitchFamily="34" charset="0"/>
              <a:ea typeface="+mj-ea"/>
              <a:cs typeface="+mj-cs"/>
            </a:endParaRPr>
          </a:p>
        </p:txBody>
      </p:sp>
      <p:sp>
        <p:nvSpPr>
          <p:cNvPr id="3" name="Title 1">
            <a:extLst>
              <a:ext uri="{FF2B5EF4-FFF2-40B4-BE49-F238E27FC236}">
                <a16:creationId xmlns:a16="http://schemas.microsoft.com/office/drawing/2014/main" id="{EB99D781-85E4-4972-9188-2C4F21C86393}"/>
              </a:ext>
            </a:extLst>
          </p:cNvPr>
          <p:cNvSpPr>
            <a:spLocks noGrp="1"/>
          </p:cNvSpPr>
          <p:nvPr>
            <p:ph type="ctrTitle" hasCustomPrompt="1"/>
          </p:nvPr>
        </p:nvSpPr>
        <p:spPr>
          <a:xfrm>
            <a:off x="15615805" y="5830311"/>
            <a:ext cx="6726082" cy="3065630"/>
          </a:xfrm>
          <a:noFill/>
        </p:spPr>
        <p:txBody>
          <a:bodyPr lIns="0" tIns="0" rIns="0" bIns="0" anchor="t" anchorCtr="0"/>
          <a:lstStyle>
            <a:lvl1pPr algn="r">
              <a:defRPr sz="13200" baseline="0">
                <a:solidFill>
                  <a:schemeClr val="bg1"/>
                </a:solidFill>
              </a:defRPr>
            </a:lvl1pPr>
          </a:lstStyle>
          <a:p>
            <a:r>
              <a:rPr lang="en-GB"/>
              <a:t>Title slide text only</a:t>
            </a:r>
            <a:endParaRPr lang="en-US"/>
          </a:p>
        </p:txBody>
      </p:sp>
      <p:sp>
        <p:nvSpPr>
          <p:cNvPr id="5" name="Text Placeholder 3">
            <a:extLst>
              <a:ext uri="{FF2B5EF4-FFF2-40B4-BE49-F238E27FC236}">
                <a16:creationId xmlns:a16="http://schemas.microsoft.com/office/drawing/2014/main" id="{A020BFBB-D989-485E-A959-688ECAEEED52}"/>
              </a:ext>
            </a:extLst>
          </p:cNvPr>
          <p:cNvSpPr>
            <a:spLocks noGrp="1"/>
          </p:cNvSpPr>
          <p:nvPr>
            <p:ph type="body" sz="quarter" idx="12" hasCustomPrompt="1"/>
          </p:nvPr>
        </p:nvSpPr>
        <p:spPr>
          <a:xfrm>
            <a:off x="19254354" y="2515088"/>
            <a:ext cx="3087532" cy="1477328"/>
          </a:xfrm>
        </p:spPr>
        <p:txBody>
          <a:bodyPr wrap="square">
            <a:spAutoFit/>
          </a:bodyPr>
          <a:lstStyle>
            <a:lvl1pPr>
              <a:lnSpc>
                <a:spcPct val="80000"/>
              </a:lnSpc>
              <a:defRPr lang="en-US" sz="12000" kern="1200" baseline="0" dirty="0" smtClean="0">
                <a:solidFill>
                  <a:schemeClr val="bg1"/>
                </a:solidFill>
                <a:latin typeface="+mj-lt"/>
                <a:ea typeface="+mj-ea"/>
                <a:cs typeface="+mj-cs"/>
              </a:defRPr>
            </a:lvl1pPr>
          </a:lstStyle>
          <a:p>
            <a:pPr lvl="0"/>
            <a:r>
              <a:rPr lang="en-US"/>
              <a:t>00</a:t>
            </a:r>
          </a:p>
        </p:txBody>
      </p:sp>
    </p:spTree>
    <p:extLst>
      <p:ext uri="{BB962C8B-B14F-4D97-AF65-F5344CB8AC3E}">
        <p14:creationId xmlns:p14="http://schemas.microsoft.com/office/powerpoint/2010/main" val="42084017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2.xml"/><Relationship Id="rId13" Type="http://schemas.openxmlformats.org/officeDocument/2006/relationships/theme" Target="../theme/theme2.xml"/><Relationship Id="rId3" Type="http://schemas.openxmlformats.org/officeDocument/2006/relationships/slideLayout" Target="../slideLayouts/slideLayout17.xml"/><Relationship Id="rId7" Type="http://schemas.openxmlformats.org/officeDocument/2006/relationships/slideLayout" Target="../slideLayouts/slideLayout21.xml"/><Relationship Id="rId12" Type="http://schemas.openxmlformats.org/officeDocument/2006/relationships/slideLayout" Target="../slideLayouts/slideLayout26.xml"/><Relationship Id="rId2" Type="http://schemas.openxmlformats.org/officeDocument/2006/relationships/slideLayout" Target="../slideLayouts/slideLayout16.xml"/><Relationship Id="rId16" Type="http://schemas.openxmlformats.org/officeDocument/2006/relationships/image" Target="../media/image5.emf"/><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5" Type="http://schemas.openxmlformats.org/officeDocument/2006/relationships/oleObject" Target="../embeddings/oleObject1.bin"/><Relationship Id="rId10" Type="http://schemas.openxmlformats.org/officeDocument/2006/relationships/slideLayout" Target="../slideLayouts/slideLayout24.xml"/><Relationship Id="rId4" Type="http://schemas.openxmlformats.org/officeDocument/2006/relationships/slideLayout" Target="../slideLayouts/slideLayout18.xml"/><Relationship Id="rId9" Type="http://schemas.openxmlformats.org/officeDocument/2006/relationships/slideLayout" Target="../slideLayouts/slideLayout23.xml"/><Relationship Id="rId14" Type="http://schemas.openxmlformats.org/officeDocument/2006/relationships/tags" Target="../tags/tag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676400" y="730251"/>
            <a:ext cx="21031200" cy="2651126"/>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1676400" y="3651250"/>
            <a:ext cx="21031200" cy="870267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1676400" y="12712701"/>
            <a:ext cx="5486400" cy="730250"/>
          </a:xfrm>
          <a:prstGeom prst="rect">
            <a:avLst/>
          </a:prstGeom>
        </p:spPr>
        <p:txBody>
          <a:bodyPr vert="horz" lIns="91440" tIns="45720" rIns="91440" bIns="45720" rtlCol="0" anchor="ctr"/>
          <a:lstStyle>
            <a:lvl1pPr algn="l">
              <a:defRPr sz="2400">
                <a:solidFill>
                  <a:schemeClr val="tx1">
                    <a:tint val="75000"/>
                  </a:schemeClr>
                </a:solidFill>
              </a:defRPr>
            </a:lvl1pPr>
          </a:lstStyle>
          <a:p>
            <a:fld id="{C764DE79-268F-4C1A-8933-263129D2AF90}" type="datetimeFigureOut">
              <a:rPr lang="en-US" dirty="0"/>
              <a:t>10/19/2026</a:t>
            </a:fld>
            <a:endParaRPr lang="en-US"/>
          </a:p>
        </p:txBody>
      </p:sp>
      <p:sp>
        <p:nvSpPr>
          <p:cNvPr id="5" name="Footer Placeholder 4"/>
          <p:cNvSpPr>
            <a:spLocks noGrp="1"/>
          </p:cNvSpPr>
          <p:nvPr>
            <p:ph type="ftr" sz="quarter" idx="3"/>
          </p:nvPr>
        </p:nvSpPr>
        <p:spPr>
          <a:xfrm>
            <a:off x="8077200" y="12712701"/>
            <a:ext cx="8229600" cy="730250"/>
          </a:xfrm>
          <a:prstGeom prst="rect">
            <a:avLst/>
          </a:prstGeom>
        </p:spPr>
        <p:txBody>
          <a:bodyPr vert="horz" lIns="91440" tIns="45720" rIns="91440" bIns="45720" rtlCol="0" anchor="ctr"/>
          <a:lstStyle>
            <a:lvl1pPr algn="ctr">
              <a:defRPr sz="24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7221200" y="12712701"/>
            <a:ext cx="5486400" cy="730250"/>
          </a:xfrm>
          <a:prstGeom prst="rect">
            <a:avLst/>
          </a:prstGeom>
        </p:spPr>
        <p:txBody>
          <a:bodyPr vert="horz" lIns="91440" tIns="45720" rIns="91440" bIns="45720" rtlCol="0" anchor="ctr"/>
          <a:lstStyle>
            <a:lvl1pPr algn="r">
              <a:defRPr sz="2400">
                <a:solidFill>
                  <a:schemeClr val="tx1">
                    <a:tint val="75000"/>
                  </a:schemeClr>
                </a:solidFill>
              </a:defRPr>
            </a:lvl1pPr>
          </a:lstStyle>
          <a:p>
            <a:fld id="{7D5AB3DD-9542-440C-AB5F-DC677AAFC07B}" type="slidenum">
              <a:rPr lang="en-US" smtClean="0"/>
              <a:pPr/>
              <a:t>‹#›</a:t>
            </a:fld>
            <a:endParaRPr lang="en-US"/>
          </a:p>
        </p:txBody>
      </p:sp>
    </p:spTree>
    <p:extLst>
      <p:ext uri="{BB962C8B-B14F-4D97-AF65-F5344CB8AC3E}">
        <p14:creationId xmlns:p14="http://schemas.microsoft.com/office/powerpoint/2010/main" val="3355240724"/>
      </p:ext>
    </p:extLst>
  </p:cSld>
  <p:clrMap bg1="lt1" tx1="dk1" bg2="lt2" tx2="dk2" accent1="accent1" accent2="accent2" accent3="accent3" accent4="accent4" accent5="accent5" accent6="accent6" hlink="hlink" folHlink="folHlink"/>
  <p:sldLayoutIdLst>
    <p:sldLayoutId id="2147483707" r:id="rId1"/>
    <p:sldLayoutId id="2147483708" r:id="rId2"/>
    <p:sldLayoutId id="2147483709" r:id="rId3"/>
    <p:sldLayoutId id="2147483710" r:id="rId4"/>
    <p:sldLayoutId id="2147483711" r:id="rId5"/>
    <p:sldLayoutId id="2147483712" r:id="rId6"/>
    <p:sldLayoutId id="2147483713" r:id="rId7"/>
    <p:sldLayoutId id="2147483714" r:id="rId8"/>
    <p:sldLayoutId id="2147483715" r:id="rId9"/>
    <p:sldLayoutId id="2147483716" r:id="rId10"/>
    <p:sldLayoutId id="2147483717" r:id="rId11"/>
    <p:sldLayoutId id="2147483719" r:id="rId12"/>
    <p:sldLayoutId id="2147483736" r:id="rId13"/>
    <p:sldLayoutId id="2147483738" r:id="rId14"/>
  </p:sldLayoutIdLst>
  <p:hf hdr="0" dt="0"/>
  <p:txStyles>
    <p:titleStyle>
      <a:lvl1pPr algn="l" defTabSz="1828800" rtl="0" eaLnBrk="1" latinLnBrk="0" hangingPunct="1">
        <a:lnSpc>
          <a:spcPct val="90000"/>
        </a:lnSpc>
        <a:spcBef>
          <a:spcPct val="0"/>
        </a:spcBef>
        <a:buNone/>
        <a:defRPr sz="8800" kern="1200">
          <a:solidFill>
            <a:schemeClr val="tx1"/>
          </a:solidFill>
          <a:latin typeface="+mj-lt"/>
          <a:ea typeface="+mj-ea"/>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E43865D2-F5C5-46F7-80DB-F0B15DE49E5F}"/>
              </a:ext>
            </a:extLst>
          </p:cNvPr>
          <p:cNvGraphicFramePr>
            <a:graphicFrameLocks noChangeAspect="1"/>
          </p:cNvGraphicFramePr>
          <p:nvPr userDrawn="1">
            <p:custDataLst>
              <p:tags r:id="rId14"/>
            </p:custDataLst>
            <p:extLst>
              <p:ext uri="{D42A27DB-BD31-4B8C-83A1-F6EECF244321}">
                <p14:modId xmlns:p14="http://schemas.microsoft.com/office/powerpoint/2010/main" val="3726594087"/>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15" imgW="383" imgH="384" progId="TCLayout.ActiveDocument.1">
                  <p:embed/>
                </p:oleObj>
              </mc:Choice>
              <mc:Fallback>
                <p:oleObj name="think-cell Slide" r:id="rId15" imgW="383" imgH="384" progId="TCLayout.ActiveDocument.1">
                  <p:embed/>
                  <p:pic>
                    <p:nvPicPr>
                      <p:cNvPr id="5" name="Object 4" hidden="1">
                        <a:extLst>
                          <a:ext uri="{FF2B5EF4-FFF2-40B4-BE49-F238E27FC236}">
                            <a16:creationId xmlns:a16="http://schemas.microsoft.com/office/drawing/2014/main" id="{E43865D2-F5C5-46F7-80DB-F0B15DE49E5F}"/>
                          </a:ext>
                        </a:extLst>
                      </p:cNvPr>
                      <p:cNvPicPr/>
                      <p:nvPr/>
                    </p:nvPicPr>
                    <p:blipFill>
                      <a:blip r:embed="rId16"/>
                      <a:stretch>
                        <a:fillRect/>
                      </a:stretch>
                    </p:blipFill>
                    <p:spPr>
                      <a:xfrm>
                        <a:off x="3176" y="3176"/>
                        <a:ext cx="3176" cy="3176"/>
                      </a:xfrm>
                      <a:prstGeom prst="rect">
                        <a:avLst/>
                      </a:prstGeom>
                    </p:spPr>
                  </p:pic>
                </p:oleObj>
              </mc:Fallback>
            </mc:AlternateContent>
          </a:graphicData>
        </a:graphic>
      </p:graphicFrame>
      <p:sp>
        <p:nvSpPr>
          <p:cNvPr id="2" name="Title Placeholder 1"/>
          <p:cNvSpPr>
            <a:spLocks noGrp="1"/>
          </p:cNvSpPr>
          <p:nvPr>
            <p:ph type="title"/>
          </p:nvPr>
        </p:nvSpPr>
        <p:spPr>
          <a:xfrm>
            <a:off x="1463676" y="1079996"/>
            <a:ext cx="21480324" cy="1645920"/>
          </a:xfrm>
          <a:prstGeom prst="rect">
            <a:avLst/>
          </a:prstGeom>
        </p:spPr>
        <p:txBody>
          <a:bodyPr vert="horz" lIns="0" tIns="0" rIns="0" bIns="0" rtlCol="0" anchor="t" anchorCtr="0">
            <a:noAutofit/>
          </a:bodyPr>
          <a:lstStyle/>
          <a:p>
            <a:r>
              <a:rPr lang="ar-SA"/>
              <a:t>انقر لتعديل أنماط النص الرئيسي</a:t>
            </a:r>
            <a:endParaRPr lang="en-GB"/>
          </a:p>
        </p:txBody>
      </p:sp>
      <p:sp>
        <p:nvSpPr>
          <p:cNvPr id="3" name="Text Placeholder 2"/>
          <p:cNvSpPr>
            <a:spLocks noGrp="1"/>
          </p:cNvSpPr>
          <p:nvPr>
            <p:ph type="body" idx="1"/>
          </p:nvPr>
        </p:nvSpPr>
        <p:spPr>
          <a:xfrm>
            <a:off x="1463678" y="3366001"/>
            <a:ext cx="21480324" cy="9264150"/>
          </a:xfrm>
          <a:prstGeom prst="rect">
            <a:avLst/>
          </a:prstGeom>
        </p:spPr>
        <p:txBody>
          <a:bodyPr vert="horz" lIns="0" tIns="0" rIns="0" bIns="0" rtlCol="0" anchor="t" anchorCtr="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9" name="Shape 8"/>
          <p:cNvSpPr txBox="1">
            <a:spLocks/>
          </p:cNvSpPr>
          <p:nvPr userDrawn="1"/>
        </p:nvSpPr>
        <p:spPr>
          <a:xfrm flipH="1">
            <a:off x="1463676" y="12970478"/>
            <a:ext cx="484972" cy="298824"/>
          </a:xfrm>
          <a:prstGeom prst="rect">
            <a:avLst/>
          </a:prstGeom>
        </p:spPr>
        <p:txBody>
          <a:bodyPr lIns="0" tIns="0" rIns="0" bIns="0" anchor="ctr" anchorCtr="0"/>
          <a:lstStyle>
            <a:defPPr>
              <a:defRPr lang="en-US"/>
            </a:defPPr>
            <a:lvl1pPr marL="0" algn="l" defTabSz="457200" rtl="0" eaLnBrk="1" latinLnBrk="0" hangingPunct="1">
              <a:defRPr sz="1000" kern="1200">
                <a:solidFill>
                  <a:srgbClr val="0061A8"/>
                </a:solidFill>
                <a:latin typeface="Arial"/>
                <a:ea typeface="Arial"/>
                <a:cs typeface="Arial"/>
                <a:sym typeface="Arial"/>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rtl="1"/>
            <a:fld id="{86CB4B4D-7CA3-9044-876B-883B54F8677D}" type="slidenum">
              <a:rPr lang="en-GB" sz="1600" b="1" smtClean="0">
                <a:solidFill>
                  <a:schemeClr val="accent2"/>
                </a:solidFill>
                <a:latin typeface="DIN Next LT Arabic" panose="020B0503020203050203" pitchFamily="34" charset="-78"/>
                <a:ea typeface="Arial"/>
                <a:cs typeface="DIN Next LT Arabic" panose="020B0503020203050203" pitchFamily="34" charset="-78"/>
                <a:sym typeface="DIN Next LT Arabic" panose="020B0503020203050203" pitchFamily="34" charset="-78"/>
              </a:rPr>
              <a:pPr algn="l" rtl="1"/>
              <a:t>‹#›</a:t>
            </a:fld>
            <a:endParaRPr lang="en-GB" sz="2000" b="1">
              <a:solidFill>
                <a:schemeClr val="accent2"/>
              </a:solidFill>
              <a:latin typeface="DIN Next LT Arabic" panose="020B0503020203050203" pitchFamily="34" charset="-78"/>
              <a:ea typeface="Arial"/>
              <a:cs typeface="DIN Next LT Arabic" panose="020B0503020203050203" pitchFamily="34" charset="-78"/>
              <a:sym typeface="DIN Next LT Arabic" panose="020B0503020203050203" pitchFamily="34" charset="-78"/>
            </a:endParaRPr>
          </a:p>
        </p:txBody>
      </p:sp>
      <p:sp>
        <p:nvSpPr>
          <p:cNvPr id="26" name="Freeform 19">
            <a:extLst>
              <a:ext uri="{C183D7F6-B498-43B3-948B-1728B52AA6E4}">
                <adec:decorative xmlns:adec="http://schemas.microsoft.com/office/drawing/2017/decorative" val="1"/>
              </a:ext>
            </a:extLst>
          </p:cNvPr>
          <p:cNvSpPr>
            <a:spLocks noEditPoints="1"/>
          </p:cNvSpPr>
          <p:nvPr userDrawn="1"/>
        </p:nvSpPr>
        <p:spPr bwMode="auto">
          <a:xfrm>
            <a:off x="21975943" y="12967679"/>
            <a:ext cx="968058" cy="393786"/>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83" h="114">
                <a:moveTo>
                  <a:pt x="281" y="87"/>
                </a:moveTo>
                <a:cubicBezTo>
                  <a:pt x="266" y="87"/>
                  <a:pt x="266" y="87"/>
                  <a:pt x="266" y="87"/>
                </a:cubicBezTo>
                <a:cubicBezTo>
                  <a:pt x="269" y="77"/>
                  <a:pt x="269" y="77"/>
                  <a:pt x="269" y="77"/>
                </a:cubicBezTo>
                <a:cubicBezTo>
                  <a:pt x="239" y="77"/>
                  <a:pt x="239" y="77"/>
                  <a:pt x="239" y="77"/>
                </a:cubicBezTo>
                <a:cubicBezTo>
                  <a:pt x="237" y="87"/>
                  <a:pt x="237" y="87"/>
                  <a:pt x="237" y="87"/>
                </a:cubicBezTo>
                <a:cubicBezTo>
                  <a:pt x="222" y="87"/>
                  <a:pt x="222" y="87"/>
                  <a:pt x="222" y="87"/>
                </a:cubicBezTo>
                <a:cubicBezTo>
                  <a:pt x="222" y="85"/>
                  <a:pt x="222" y="85"/>
                  <a:pt x="222" y="85"/>
                </a:cubicBezTo>
                <a:cubicBezTo>
                  <a:pt x="223" y="84"/>
                  <a:pt x="223" y="83"/>
                  <a:pt x="223" y="81"/>
                </a:cubicBezTo>
                <a:cubicBezTo>
                  <a:pt x="226" y="71"/>
                  <a:pt x="233" y="60"/>
                  <a:pt x="244" y="60"/>
                </a:cubicBezTo>
                <a:cubicBezTo>
                  <a:pt x="249" y="60"/>
                  <a:pt x="254" y="62"/>
                  <a:pt x="253" y="69"/>
                </a:cubicBezTo>
                <a:cubicBezTo>
                  <a:pt x="271" y="69"/>
                  <a:pt x="271" y="69"/>
                  <a:pt x="271" y="69"/>
                </a:cubicBezTo>
                <a:cubicBezTo>
                  <a:pt x="272" y="66"/>
                  <a:pt x="273" y="61"/>
                  <a:pt x="269" y="56"/>
                </a:cubicBezTo>
                <a:cubicBezTo>
                  <a:pt x="266" y="51"/>
                  <a:pt x="258" y="48"/>
                  <a:pt x="248" y="48"/>
                </a:cubicBezTo>
                <a:cubicBezTo>
                  <a:pt x="241" y="48"/>
                  <a:pt x="231" y="50"/>
                  <a:pt x="222" y="55"/>
                </a:cubicBezTo>
                <a:cubicBezTo>
                  <a:pt x="222" y="2"/>
                  <a:pt x="222" y="2"/>
                  <a:pt x="222" y="2"/>
                </a:cubicBezTo>
                <a:cubicBezTo>
                  <a:pt x="281" y="2"/>
                  <a:pt x="281" y="2"/>
                  <a:pt x="281" y="2"/>
                </a:cubicBezTo>
                <a:cubicBezTo>
                  <a:pt x="281" y="87"/>
                  <a:pt x="281" y="87"/>
                  <a:pt x="281" y="87"/>
                </a:cubicBezTo>
                <a:cubicBezTo>
                  <a:pt x="281" y="87"/>
                  <a:pt x="281" y="87"/>
                  <a:pt x="281" y="87"/>
                </a:cubicBezTo>
                <a:close/>
                <a:moveTo>
                  <a:pt x="246" y="101"/>
                </a:moveTo>
                <a:cubicBezTo>
                  <a:pt x="243" y="102"/>
                  <a:pt x="240" y="102"/>
                  <a:pt x="237" y="102"/>
                </a:cubicBezTo>
                <a:cubicBezTo>
                  <a:pt x="228" y="102"/>
                  <a:pt x="222" y="98"/>
                  <a:pt x="222" y="89"/>
                </a:cubicBezTo>
                <a:cubicBezTo>
                  <a:pt x="249" y="89"/>
                  <a:pt x="249" y="89"/>
                  <a:pt x="249" y="89"/>
                </a:cubicBezTo>
                <a:cubicBezTo>
                  <a:pt x="246" y="101"/>
                  <a:pt x="246" y="101"/>
                  <a:pt x="246" y="101"/>
                </a:cubicBezTo>
                <a:cubicBezTo>
                  <a:pt x="246" y="101"/>
                  <a:pt x="246" y="101"/>
                  <a:pt x="246" y="101"/>
                </a:cubicBezTo>
                <a:close/>
                <a:moveTo>
                  <a:pt x="213" y="53"/>
                </a:moveTo>
                <a:cubicBezTo>
                  <a:pt x="213" y="65"/>
                  <a:pt x="213" y="65"/>
                  <a:pt x="213" y="65"/>
                </a:cubicBezTo>
                <a:cubicBezTo>
                  <a:pt x="209" y="71"/>
                  <a:pt x="206" y="77"/>
                  <a:pt x="205" y="82"/>
                </a:cubicBezTo>
                <a:cubicBezTo>
                  <a:pt x="204" y="83"/>
                  <a:pt x="204" y="85"/>
                  <a:pt x="204" y="87"/>
                </a:cubicBezTo>
                <a:cubicBezTo>
                  <a:pt x="195" y="87"/>
                  <a:pt x="195" y="87"/>
                  <a:pt x="195" y="87"/>
                </a:cubicBezTo>
                <a:cubicBezTo>
                  <a:pt x="203" y="52"/>
                  <a:pt x="203" y="52"/>
                  <a:pt x="203" y="52"/>
                </a:cubicBezTo>
                <a:cubicBezTo>
                  <a:pt x="178" y="52"/>
                  <a:pt x="178" y="52"/>
                  <a:pt x="178" y="52"/>
                </a:cubicBezTo>
                <a:cubicBezTo>
                  <a:pt x="156" y="87"/>
                  <a:pt x="156" y="87"/>
                  <a:pt x="156" y="87"/>
                </a:cubicBezTo>
                <a:cubicBezTo>
                  <a:pt x="154" y="87"/>
                  <a:pt x="154" y="87"/>
                  <a:pt x="154" y="87"/>
                </a:cubicBezTo>
                <a:cubicBezTo>
                  <a:pt x="154" y="2"/>
                  <a:pt x="154" y="2"/>
                  <a:pt x="154" y="2"/>
                </a:cubicBezTo>
                <a:cubicBezTo>
                  <a:pt x="213" y="2"/>
                  <a:pt x="213" y="2"/>
                  <a:pt x="213" y="2"/>
                </a:cubicBezTo>
                <a:cubicBezTo>
                  <a:pt x="213" y="53"/>
                  <a:pt x="213" y="53"/>
                  <a:pt x="213" y="53"/>
                </a:cubicBezTo>
                <a:cubicBezTo>
                  <a:pt x="213" y="53"/>
                  <a:pt x="213" y="53"/>
                  <a:pt x="213" y="53"/>
                </a:cubicBezTo>
                <a:close/>
                <a:moveTo>
                  <a:pt x="180" y="87"/>
                </a:moveTo>
                <a:cubicBezTo>
                  <a:pt x="171" y="87"/>
                  <a:pt x="171" y="87"/>
                  <a:pt x="171" y="87"/>
                </a:cubicBezTo>
                <a:cubicBezTo>
                  <a:pt x="185" y="66"/>
                  <a:pt x="185" y="66"/>
                  <a:pt x="185" y="66"/>
                </a:cubicBezTo>
                <a:cubicBezTo>
                  <a:pt x="180" y="87"/>
                  <a:pt x="180" y="87"/>
                  <a:pt x="180" y="87"/>
                </a:cubicBezTo>
                <a:cubicBezTo>
                  <a:pt x="180" y="87"/>
                  <a:pt x="180" y="87"/>
                  <a:pt x="180" y="87"/>
                </a:cubicBezTo>
                <a:close/>
                <a:moveTo>
                  <a:pt x="145" y="52"/>
                </a:moveTo>
                <a:cubicBezTo>
                  <a:pt x="130" y="52"/>
                  <a:pt x="130" y="52"/>
                  <a:pt x="130" y="52"/>
                </a:cubicBezTo>
                <a:cubicBezTo>
                  <a:pt x="120" y="87"/>
                  <a:pt x="120" y="87"/>
                  <a:pt x="120" y="87"/>
                </a:cubicBezTo>
                <a:cubicBezTo>
                  <a:pt x="104" y="87"/>
                  <a:pt x="104" y="87"/>
                  <a:pt x="104" y="87"/>
                </a:cubicBezTo>
                <a:cubicBezTo>
                  <a:pt x="112" y="84"/>
                  <a:pt x="117" y="78"/>
                  <a:pt x="119" y="70"/>
                </a:cubicBezTo>
                <a:cubicBezTo>
                  <a:pt x="120" y="64"/>
                  <a:pt x="119" y="59"/>
                  <a:pt x="117" y="56"/>
                </a:cubicBezTo>
                <a:cubicBezTo>
                  <a:pt x="113" y="51"/>
                  <a:pt x="105" y="52"/>
                  <a:pt x="98" y="52"/>
                </a:cubicBezTo>
                <a:cubicBezTo>
                  <a:pt x="97" y="52"/>
                  <a:pt x="86" y="52"/>
                  <a:pt x="86" y="52"/>
                </a:cubicBezTo>
                <a:cubicBezTo>
                  <a:pt x="86" y="2"/>
                  <a:pt x="86" y="2"/>
                  <a:pt x="86" y="2"/>
                </a:cubicBezTo>
                <a:cubicBezTo>
                  <a:pt x="145" y="2"/>
                  <a:pt x="145" y="2"/>
                  <a:pt x="145" y="2"/>
                </a:cubicBezTo>
                <a:cubicBezTo>
                  <a:pt x="145" y="52"/>
                  <a:pt x="145" y="52"/>
                  <a:pt x="145" y="52"/>
                </a:cubicBezTo>
                <a:cubicBezTo>
                  <a:pt x="145" y="52"/>
                  <a:pt x="145" y="52"/>
                  <a:pt x="145" y="52"/>
                </a:cubicBezTo>
                <a:close/>
                <a:moveTo>
                  <a:pt x="135" y="87"/>
                </a:moveTo>
                <a:cubicBezTo>
                  <a:pt x="141" y="65"/>
                  <a:pt x="141" y="65"/>
                  <a:pt x="141" y="65"/>
                </a:cubicBezTo>
                <a:cubicBezTo>
                  <a:pt x="142" y="87"/>
                  <a:pt x="142" y="87"/>
                  <a:pt x="142" y="87"/>
                </a:cubicBezTo>
                <a:cubicBezTo>
                  <a:pt x="135" y="87"/>
                  <a:pt x="135" y="87"/>
                  <a:pt x="135" y="87"/>
                </a:cubicBezTo>
                <a:cubicBezTo>
                  <a:pt x="135" y="87"/>
                  <a:pt x="135" y="87"/>
                  <a:pt x="135" y="87"/>
                </a:cubicBezTo>
                <a:close/>
                <a:moveTo>
                  <a:pt x="93" y="79"/>
                </a:moveTo>
                <a:cubicBezTo>
                  <a:pt x="93" y="79"/>
                  <a:pt x="93" y="79"/>
                  <a:pt x="93" y="79"/>
                </a:cubicBezTo>
                <a:cubicBezTo>
                  <a:pt x="92" y="79"/>
                  <a:pt x="91" y="79"/>
                  <a:pt x="91" y="79"/>
                </a:cubicBezTo>
                <a:cubicBezTo>
                  <a:pt x="90" y="79"/>
                  <a:pt x="89" y="79"/>
                  <a:pt x="89" y="79"/>
                </a:cubicBezTo>
                <a:cubicBezTo>
                  <a:pt x="85" y="79"/>
                  <a:pt x="85" y="79"/>
                  <a:pt x="85" y="79"/>
                </a:cubicBezTo>
                <a:cubicBezTo>
                  <a:pt x="87" y="72"/>
                  <a:pt x="87" y="72"/>
                  <a:pt x="87" y="72"/>
                </a:cubicBezTo>
                <a:cubicBezTo>
                  <a:pt x="87" y="69"/>
                  <a:pt x="87" y="69"/>
                  <a:pt x="87" y="69"/>
                </a:cubicBezTo>
                <a:cubicBezTo>
                  <a:pt x="89" y="62"/>
                  <a:pt x="89" y="62"/>
                  <a:pt x="89" y="62"/>
                </a:cubicBezTo>
                <a:cubicBezTo>
                  <a:pt x="90" y="62"/>
                  <a:pt x="91" y="62"/>
                  <a:pt x="92" y="62"/>
                </a:cubicBezTo>
                <a:cubicBezTo>
                  <a:pt x="95" y="62"/>
                  <a:pt x="95" y="62"/>
                  <a:pt x="95" y="62"/>
                </a:cubicBezTo>
                <a:cubicBezTo>
                  <a:pt x="100" y="62"/>
                  <a:pt x="103" y="62"/>
                  <a:pt x="104" y="63"/>
                </a:cubicBezTo>
                <a:cubicBezTo>
                  <a:pt x="105" y="65"/>
                  <a:pt x="105" y="67"/>
                  <a:pt x="104" y="70"/>
                </a:cubicBezTo>
                <a:cubicBezTo>
                  <a:pt x="102" y="75"/>
                  <a:pt x="100" y="78"/>
                  <a:pt x="93" y="79"/>
                </a:cubicBezTo>
                <a:moveTo>
                  <a:pt x="76" y="55"/>
                </a:moveTo>
                <a:cubicBezTo>
                  <a:pt x="75" y="58"/>
                  <a:pt x="75" y="58"/>
                  <a:pt x="75" y="58"/>
                </a:cubicBezTo>
                <a:cubicBezTo>
                  <a:pt x="67" y="86"/>
                  <a:pt x="67" y="86"/>
                  <a:pt x="67" y="86"/>
                </a:cubicBezTo>
                <a:cubicBezTo>
                  <a:pt x="67" y="87"/>
                  <a:pt x="67" y="87"/>
                  <a:pt x="67" y="87"/>
                </a:cubicBezTo>
                <a:cubicBezTo>
                  <a:pt x="39" y="87"/>
                  <a:pt x="39" y="87"/>
                  <a:pt x="39" y="87"/>
                </a:cubicBezTo>
                <a:cubicBezTo>
                  <a:pt x="37" y="82"/>
                  <a:pt x="37" y="82"/>
                  <a:pt x="37" y="82"/>
                </a:cubicBezTo>
                <a:cubicBezTo>
                  <a:pt x="67" y="52"/>
                  <a:pt x="67" y="52"/>
                  <a:pt x="67" y="52"/>
                </a:cubicBezTo>
                <a:cubicBezTo>
                  <a:pt x="48" y="52"/>
                  <a:pt x="48" y="52"/>
                  <a:pt x="48" y="52"/>
                </a:cubicBezTo>
                <a:cubicBezTo>
                  <a:pt x="25" y="77"/>
                  <a:pt x="25" y="77"/>
                  <a:pt x="25" y="77"/>
                </a:cubicBezTo>
                <a:cubicBezTo>
                  <a:pt x="32" y="52"/>
                  <a:pt x="32" y="52"/>
                  <a:pt x="32" y="52"/>
                </a:cubicBezTo>
                <a:cubicBezTo>
                  <a:pt x="18" y="52"/>
                  <a:pt x="18" y="52"/>
                  <a:pt x="18" y="52"/>
                </a:cubicBezTo>
                <a:cubicBezTo>
                  <a:pt x="18" y="2"/>
                  <a:pt x="18" y="2"/>
                  <a:pt x="18" y="2"/>
                </a:cubicBezTo>
                <a:cubicBezTo>
                  <a:pt x="76" y="2"/>
                  <a:pt x="76" y="2"/>
                  <a:pt x="76" y="2"/>
                </a:cubicBezTo>
                <a:cubicBezTo>
                  <a:pt x="76" y="55"/>
                  <a:pt x="76" y="55"/>
                  <a:pt x="76" y="55"/>
                </a:cubicBezTo>
                <a:cubicBezTo>
                  <a:pt x="76" y="55"/>
                  <a:pt x="76" y="55"/>
                  <a:pt x="76" y="55"/>
                </a:cubicBezTo>
                <a:close/>
                <a:moveTo>
                  <a:pt x="22" y="87"/>
                </a:moveTo>
                <a:cubicBezTo>
                  <a:pt x="22" y="87"/>
                  <a:pt x="22" y="87"/>
                  <a:pt x="22" y="87"/>
                </a:cubicBezTo>
                <a:cubicBezTo>
                  <a:pt x="22" y="87"/>
                  <a:pt x="22" y="87"/>
                  <a:pt x="22" y="87"/>
                </a:cubicBezTo>
                <a:cubicBezTo>
                  <a:pt x="22" y="87"/>
                  <a:pt x="22" y="87"/>
                  <a:pt x="22" y="87"/>
                </a:cubicBezTo>
                <a:cubicBezTo>
                  <a:pt x="22" y="87"/>
                  <a:pt x="22" y="87"/>
                  <a:pt x="22" y="87"/>
                </a:cubicBezTo>
                <a:close/>
                <a:moveTo>
                  <a:pt x="220" y="0"/>
                </a:moveTo>
                <a:cubicBezTo>
                  <a:pt x="220" y="57"/>
                  <a:pt x="220" y="57"/>
                  <a:pt x="220" y="57"/>
                </a:cubicBezTo>
                <a:cubicBezTo>
                  <a:pt x="218" y="59"/>
                  <a:pt x="216" y="60"/>
                  <a:pt x="215" y="62"/>
                </a:cubicBezTo>
                <a:cubicBezTo>
                  <a:pt x="215" y="0"/>
                  <a:pt x="215" y="0"/>
                  <a:pt x="215" y="0"/>
                </a:cubicBezTo>
                <a:cubicBezTo>
                  <a:pt x="152" y="0"/>
                  <a:pt x="152" y="0"/>
                  <a:pt x="152" y="0"/>
                </a:cubicBezTo>
                <a:cubicBezTo>
                  <a:pt x="152" y="52"/>
                  <a:pt x="152" y="52"/>
                  <a:pt x="152" y="52"/>
                </a:cubicBezTo>
                <a:cubicBezTo>
                  <a:pt x="147" y="52"/>
                  <a:pt x="147" y="52"/>
                  <a:pt x="147" y="52"/>
                </a:cubicBezTo>
                <a:cubicBezTo>
                  <a:pt x="147" y="0"/>
                  <a:pt x="147" y="0"/>
                  <a:pt x="147" y="0"/>
                </a:cubicBezTo>
                <a:cubicBezTo>
                  <a:pt x="84" y="0"/>
                  <a:pt x="84" y="0"/>
                  <a:pt x="84" y="0"/>
                </a:cubicBezTo>
                <a:cubicBezTo>
                  <a:pt x="84" y="52"/>
                  <a:pt x="84" y="52"/>
                  <a:pt x="84" y="52"/>
                </a:cubicBezTo>
                <a:cubicBezTo>
                  <a:pt x="79" y="52"/>
                  <a:pt x="79" y="52"/>
                  <a:pt x="79" y="52"/>
                </a:cubicBezTo>
                <a:cubicBezTo>
                  <a:pt x="79" y="0"/>
                  <a:pt x="79" y="0"/>
                  <a:pt x="79" y="0"/>
                </a:cubicBezTo>
                <a:cubicBezTo>
                  <a:pt x="16" y="0"/>
                  <a:pt x="16" y="0"/>
                  <a:pt x="16" y="0"/>
                </a:cubicBezTo>
                <a:cubicBezTo>
                  <a:pt x="16" y="59"/>
                  <a:pt x="16" y="59"/>
                  <a:pt x="16" y="59"/>
                </a:cubicBezTo>
                <a:cubicBezTo>
                  <a:pt x="0" y="113"/>
                  <a:pt x="0" y="113"/>
                  <a:pt x="0" y="113"/>
                </a:cubicBezTo>
                <a:cubicBezTo>
                  <a:pt x="14" y="113"/>
                  <a:pt x="14" y="113"/>
                  <a:pt x="14" y="113"/>
                </a:cubicBezTo>
                <a:cubicBezTo>
                  <a:pt x="21" y="89"/>
                  <a:pt x="21" y="89"/>
                  <a:pt x="21" y="89"/>
                </a:cubicBezTo>
                <a:cubicBezTo>
                  <a:pt x="23" y="89"/>
                  <a:pt x="23" y="89"/>
                  <a:pt x="23" y="89"/>
                </a:cubicBezTo>
                <a:cubicBezTo>
                  <a:pt x="35" y="113"/>
                  <a:pt x="35" y="113"/>
                  <a:pt x="35" y="113"/>
                </a:cubicBezTo>
                <a:cubicBezTo>
                  <a:pt x="52" y="113"/>
                  <a:pt x="52" y="113"/>
                  <a:pt x="52" y="113"/>
                </a:cubicBezTo>
                <a:cubicBezTo>
                  <a:pt x="40" y="89"/>
                  <a:pt x="40" y="89"/>
                  <a:pt x="40" y="89"/>
                </a:cubicBezTo>
                <a:cubicBezTo>
                  <a:pt x="66" y="89"/>
                  <a:pt x="66" y="89"/>
                  <a:pt x="66" y="89"/>
                </a:cubicBezTo>
                <a:cubicBezTo>
                  <a:pt x="59" y="113"/>
                  <a:pt x="59" y="113"/>
                  <a:pt x="59" y="113"/>
                </a:cubicBezTo>
                <a:cubicBezTo>
                  <a:pt x="74" y="113"/>
                  <a:pt x="74" y="113"/>
                  <a:pt x="74" y="113"/>
                </a:cubicBezTo>
                <a:cubicBezTo>
                  <a:pt x="81" y="89"/>
                  <a:pt x="81" y="89"/>
                  <a:pt x="81" y="89"/>
                </a:cubicBezTo>
                <a:cubicBezTo>
                  <a:pt x="85" y="89"/>
                  <a:pt x="85" y="89"/>
                  <a:pt x="85" y="89"/>
                </a:cubicBezTo>
                <a:cubicBezTo>
                  <a:pt x="85" y="89"/>
                  <a:pt x="85" y="89"/>
                  <a:pt x="85" y="89"/>
                </a:cubicBezTo>
                <a:cubicBezTo>
                  <a:pt x="90" y="89"/>
                  <a:pt x="90" y="89"/>
                  <a:pt x="90" y="89"/>
                </a:cubicBezTo>
                <a:cubicBezTo>
                  <a:pt x="90" y="89"/>
                  <a:pt x="90" y="89"/>
                  <a:pt x="90" y="89"/>
                </a:cubicBezTo>
                <a:cubicBezTo>
                  <a:pt x="119" y="89"/>
                  <a:pt x="119" y="89"/>
                  <a:pt x="119" y="89"/>
                </a:cubicBezTo>
                <a:cubicBezTo>
                  <a:pt x="112" y="113"/>
                  <a:pt x="112" y="113"/>
                  <a:pt x="112" y="113"/>
                </a:cubicBezTo>
                <a:cubicBezTo>
                  <a:pt x="128" y="113"/>
                  <a:pt x="128" y="113"/>
                  <a:pt x="128" y="113"/>
                </a:cubicBezTo>
                <a:cubicBezTo>
                  <a:pt x="135" y="89"/>
                  <a:pt x="135" y="89"/>
                  <a:pt x="135" y="89"/>
                </a:cubicBezTo>
                <a:cubicBezTo>
                  <a:pt x="142" y="89"/>
                  <a:pt x="142" y="89"/>
                  <a:pt x="142" y="89"/>
                </a:cubicBezTo>
                <a:cubicBezTo>
                  <a:pt x="142" y="113"/>
                  <a:pt x="142" y="113"/>
                  <a:pt x="142" y="113"/>
                </a:cubicBezTo>
                <a:cubicBezTo>
                  <a:pt x="155" y="113"/>
                  <a:pt x="155" y="113"/>
                  <a:pt x="155" y="113"/>
                </a:cubicBezTo>
                <a:cubicBezTo>
                  <a:pt x="170" y="89"/>
                  <a:pt x="170" y="89"/>
                  <a:pt x="170" y="89"/>
                </a:cubicBezTo>
                <a:cubicBezTo>
                  <a:pt x="180" y="89"/>
                  <a:pt x="180" y="89"/>
                  <a:pt x="180" y="89"/>
                </a:cubicBezTo>
                <a:cubicBezTo>
                  <a:pt x="175" y="113"/>
                  <a:pt x="175" y="113"/>
                  <a:pt x="175" y="113"/>
                </a:cubicBezTo>
                <a:cubicBezTo>
                  <a:pt x="190" y="113"/>
                  <a:pt x="190" y="113"/>
                  <a:pt x="190" y="113"/>
                </a:cubicBezTo>
                <a:cubicBezTo>
                  <a:pt x="195" y="89"/>
                  <a:pt x="195" y="89"/>
                  <a:pt x="195" y="89"/>
                </a:cubicBezTo>
                <a:cubicBezTo>
                  <a:pt x="204" y="89"/>
                  <a:pt x="204" y="89"/>
                  <a:pt x="204" y="89"/>
                </a:cubicBezTo>
                <a:cubicBezTo>
                  <a:pt x="203" y="96"/>
                  <a:pt x="205" y="103"/>
                  <a:pt x="210" y="108"/>
                </a:cubicBezTo>
                <a:cubicBezTo>
                  <a:pt x="216" y="113"/>
                  <a:pt x="225" y="114"/>
                  <a:pt x="232" y="114"/>
                </a:cubicBezTo>
                <a:cubicBezTo>
                  <a:pt x="241" y="114"/>
                  <a:pt x="251" y="113"/>
                  <a:pt x="260" y="111"/>
                </a:cubicBezTo>
                <a:cubicBezTo>
                  <a:pt x="266" y="89"/>
                  <a:pt x="266" y="89"/>
                  <a:pt x="266" y="89"/>
                </a:cubicBezTo>
                <a:cubicBezTo>
                  <a:pt x="283" y="89"/>
                  <a:pt x="283" y="89"/>
                  <a:pt x="283" y="89"/>
                </a:cubicBezTo>
                <a:cubicBezTo>
                  <a:pt x="283" y="0"/>
                  <a:pt x="283" y="0"/>
                  <a:pt x="283" y="0"/>
                </a:cubicBezTo>
                <a:cubicBezTo>
                  <a:pt x="220" y="0"/>
                  <a:pt x="220" y="0"/>
                  <a:pt x="220" y="0"/>
                </a:cubicBezTo>
                <a:cubicBezTo>
                  <a:pt x="220" y="0"/>
                  <a:pt x="220" y="0"/>
                  <a:pt x="220" y="0"/>
                </a:cubicBezTo>
                <a:close/>
              </a:path>
            </a:pathLst>
          </a:custGeom>
          <a:solidFill>
            <a:schemeClr val="accent2"/>
          </a:solidFill>
          <a:ln>
            <a:noFill/>
          </a:ln>
        </p:spPr>
        <p:txBody>
          <a:bodyPr vert="horz" wrap="square" lIns="182880" tIns="91440" rIns="182880" bIns="91440" numCol="1" anchor="t" anchorCtr="0" compatLnSpc="1">
            <a:prstTxWarp prst="textNoShape">
              <a:avLst/>
            </a:prstTxWarp>
          </a:bodyPr>
          <a:lstStyle/>
          <a:p>
            <a:endParaRPr lang="en-GB" sz="2800">
              <a:latin typeface="DIN Next LT Arabic" panose="020B0503020203050203" pitchFamily="34" charset="-78"/>
              <a:cs typeface="DIN Next LT Arabic" panose="020B0503020203050203" pitchFamily="34" charset="-78"/>
              <a:sym typeface="DIN Next LT Arabic" panose="020B0503020203050203" pitchFamily="34" charset="-78"/>
            </a:endParaRPr>
          </a:p>
        </p:txBody>
      </p:sp>
      <p:cxnSp>
        <p:nvCxnSpPr>
          <p:cNvPr id="17" name="Straight Connector 16">
            <a:extLst>
              <a:ext uri="{FF2B5EF4-FFF2-40B4-BE49-F238E27FC236}">
                <a16:creationId xmlns:a16="http://schemas.microsoft.com/office/drawing/2014/main" id="{F024B3B3-3138-44BB-8DDD-6BDCEF24DEDC}"/>
              </a:ext>
            </a:extLst>
          </p:cNvPr>
          <p:cNvCxnSpPr>
            <a:cxnSpLocks/>
          </p:cNvCxnSpPr>
          <p:nvPr userDrawn="1"/>
        </p:nvCxnSpPr>
        <p:spPr>
          <a:xfrm flipH="1">
            <a:off x="1984766" y="12973278"/>
            <a:ext cx="0" cy="2988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4B8D7F08-8E03-4313-99E7-5C473886A97B}"/>
              </a:ext>
              <a:ext uri="{C183D7F6-B498-43B3-948B-1728B52AA6E4}">
                <adec:decorative xmlns:adec="http://schemas.microsoft.com/office/drawing/2017/decorative" val="1"/>
              </a:ext>
            </a:extLst>
          </p:cNvPr>
          <p:cNvSpPr txBox="1"/>
          <p:nvPr userDrawn="1"/>
        </p:nvSpPr>
        <p:spPr>
          <a:xfrm flipH="1">
            <a:off x="8315325" y="12967678"/>
            <a:ext cx="13234822" cy="369332"/>
          </a:xfrm>
          <a:prstGeom prst="rect">
            <a:avLst/>
          </a:prstGeom>
          <a:noFill/>
        </p:spPr>
        <p:txBody>
          <a:bodyPr wrap="square" lIns="0" tIns="0" rIns="0" bIns="0" rtlCol="0">
            <a:spAutoFit/>
          </a:bodyPr>
          <a:lstStyle/>
          <a:p>
            <a:pPr lvl="0" algn="r" defTabSz="1828800" rtl="1"/>
            <a:r>
              <a:rPr lang="ar-SA" sz="1200">
                <a:solidFill>
                  <a:schemeClr val="bg1">
                    <a:lumMod val="65000"/>
                  </a:schemeClr>
                </a:solidFill>
                <a:latin typeface="DIN Next LT Arabic" panose="020B0503020203050203" pitchFamily="34" charset="-78"/>
                <a:ea typeface="Calibri" panose="020F0502020204030204" pitchFamily="34" charset="0"/>
                <a:cs typeface="DIN Next LT Arabic" panose="020B0503020203050203" pitchFamily="34" charset="-78"/>
                <a:sym typeface="DIN Next LT Arabic" panose="020B0503020203050203" pitchFamily="34" charset="-78"/>
              </a:rPr>
              <a:t>2023© كي بي إم جي للاستشارات المهنية شركة مهنية مساهمة مقفلة، مسجلة في المملكة العربية السعودية، رأس مالها (40,000,000) ريال سعودي مدفوع بالكامل، المسماة سابقاً "شركة كي بي إم جي الفوزان وشركاه محاسبون ومراجعون قانونيون". و هي عضو غير شريك في الشبكة العالمية لشركات كي بي إم جي المستقلة والتابعة لـ كي بي إم جي العالمية المحدودة، شركة انجليزية خاصة محدودة بالضمان. جميع الحقوق محفوظة.</a:t>
            </a:r>
          </a:p>
        </p:txBody>
      </p:sp>
    </p:spTree>
    <p:extLst>
      <p:ext uri="{BB962C8B-B14F-4D97-AF65-F5344CB8AC3E}">
        <p14:creationId xmlns:p14="http://schemas.microsoft.com/office/powerpoint/2010/main" val="3180506728"/>
      </p:ext>
    </p:extLst>
  </p:cSld>
  <p:clrMap bg1="lt1" tx1="dk1" bg2="lt2" tx2="dk2" accent1="accent1" accent2="accent2" accent3="accent3" accent4="accent4" accent5="accent5" accent6="accent6" hlink="hlink" folHlink="folHlink"/>
  <p:sldLayoutIdLst>
    <p:sldLayoutId id="2147483722" r:id="rId1"/>
    <p:sldLayoutId id="2147483723" r:id="rId2"/>
    <p:sldLayoutId id="2147483724" r:id="rId3"/>
    <p:sldLayoutId id="2147483725" r:id="rId4"/>
    <p:sldLayoutId id="2147483726" r:id="rId5"/>
    <p:sldLayoutId id="2147483727" r:id="rId6"/>
    <p:sldLayoutId id="2147483728" r:id="rId7"/>
    <p:sldLayoutId id="2147483729" r:id="rId8"/>
    <p:sldLayoutId id="2147483730" r:id="rId9"/>
    <p:sldLayoutId id="2147483731" r:id="rId10"/>
    <p:sldLayoutId id="2147483732" r:id="rId11"/>
    <p:sldLayoutId id="2147483733" r:id="rId12"/>
  </p:sldLayoutIdLst>
  <p:txStyles>
    <p:titleStyle>
      <a:lvl1pPr algn="r" defTabSz="1828800" rtl="1" eaLnBrk="1" latinLnBrk="0" hangingPunct="1">
        <a:lnSpc>
          <a:spcPct val="90000"/>
        </a:lnSpc>
        <a:spcBef>
          <a:spcPct val="0"/>
        </a:spcBef>
        <a:buNone/>
        <a:defRPr sz="5600" b="1" kern="1200">
          <a:solidFill>
            <a:schemeClr val="accent2"/>
          </a:solidFill>
          <a:latin typeface="DIN Next LT Arabic" panose="020B0503020203050203" pitchFamily="34" charset="-78"/>
          <a:ea typeface="+mj-ea"/>
          <a:cs typeface="DIN Next LT Arabic" panose="020B0503020203050203" pitchFamily="34" charset="-78"/>
          <a:sym typeface="DIN Next LT Arabic" panose="020B0503020203050203" pitchFamily="34" charset="-78"/>
        </a:defRPr>
      </a:lvl1pPr>
    </p:titleStyle>
    <p:bodyStyle>
      <a:lvl1pPr marL="0" indent="0" algn="r" defTabSz="1828800" rtl="1" eaLnBrk="1" latinLnBrk="0" hangingPunct="1">
        <a:lnSpc>
          <a:spcPct val="100000"/>
        </a:lnSpc>
        <a:spcBef>
          <a:spcPts val="0"/>
        </a:spcBef>
        <a:spcAft>
          <a:spcPts val="1200"/>
        </a:spcAft>
        <a:buFontTx/>
        <a:buNone/>
        <a:defRPr sz="2000" b="1" kern="1200">
          <a:solidFill>
            <a:schemeClr val="accent2"/>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defRPr>
      </a:lvl1pPr>
      <a:lvl2pPr marL="0" indent="0" algn="r" defTabSz="1828800" rtl="1" eaLnBrk="1" latinLnBrk="0" hangingPunct="1">
        <a:lnSpc>
          <a:spcPct val="100000"/>
        </a:lnSpc>
        <a:spcBef>
          <a:spcPts val="0"/>
        </a:spcBef>
        <a:spcAft>
          <a:spcPts val="1200"/>
        </a:spcAft>
        <a:buFontTx/>
        <a:buNone/>
        <a:defRPr sz="2000" kern="1200">
          <a:solidFill>
            <a:schemeClr val="tx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defRPr>
      </a:lvl2pPr>
      <a:lvl3pPr marL="288000" indent="-288000" algn="r" defTabSz="1828800" rtl="1" eaLnBrk="1" latinLnBrk="0" hangingPunct="1">
        <a:lnSpc>
          <a:spcPct val="100000"/>
        </a:lnSpc>
        <a:spcBef>
          <a:spcPts val="0"/>
        </a:spcBef>
        <a:spcAft>
          <a:spcPts val="1200"/>
        </a:spcAft>
        <a:buClrTx/>
        <a:buFont typeface="Arial" panose="020B0604020202020204" pitchFamily="34" charset="0"/>
        <a:buChar char="•"/>
        <a:defRPr sz="2000" kern="1200">
          <a:solidFill>
            <a:schemeClr val="tx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defRPr>
      </a:lvl3pPr>
      <a:lvl4pPr marL="576000" indent="-288000" algn="r" defTabSz="1828800" rtl="1" eaLnBrk="1" latinLnBrk="0" hangingPunct="1">
        <a:lnSpc>
          <a:spcPct val="100000"/>
        </a:lnSpc>
        <a:spcBef>
          <a:spcPts val="0"/>
        </a:spcBef>
        <a:spcAft>
          <a:spcPts val="1200"/>
        </a:spcAft>
        <a:buClrTx/>
        <a:buFont typeface="Arial" panose="020B0604020202020204" pitchFamily="34" charset="0"/>
        <a:buChar char="-"/>
        <a:defRPr sz="2000" kern="1200">
          <a:solidFill>
            <a:schemeClr val="tx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defRPr>
      </a:lvl4pPr>
      <a:lvl5pPr marL="864000" indent="-288000" algn="r" defTabSz="1828800" rtl="1" eaLnBrk="1" latinLnBrk="0" hangingPunct="1">
        <a:lnSpc>
          <a:spcPct val="100000"/>
        </a:lnSpc>
        <a:spcBef>
          <a:spcPts val="0"/>
        </a:spcBef>
        <a:spcAft>
          <a:spcPts val="1200"/>
        </a:spcAft>
        <a:buClrTx/>
        <a:buFont typeface="Arial" panose="020B0604020202020204" pitchFamily="34" charset="0"/>
        <a:buChar char="•"/>
        <a:defRPr sz="2000" kern="1200" baseline="0">
          <a:solidFill>
            <a:schemeClr val="tx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defRPr>
      </a:lvl5pPr>
      <a:lvl6pPr marL="1438276" indent="-361950" algn="l" defTabSz="1828800" rtl="0" eaLnBrk="1" latinLnBrk="0" hangingPunct="1">
        <a:lnSpc>
          <a:spcPct val="100000"/>
        </a:lnSpc>
        <a:spcBef>
          <a:spcPts val="0"/>
        </a:spcBef>
        <a:spcAft>
          <a:spcPts val="1200"/>
        </a:spcAft>
        <a:buClr>
          <a:schemeClr val="tx2"/>
        </a:buClr>
        <a:buFont typeface="Arial" panose="020B0604020202020204" pitchFamily="34" charset="0"/>
        <a:buChar char="-"/>
        <a:defRPr sz="3000" kern="1200">
          <a:solidFill>
            <a:schemeClr val="tx2"/>
          </a:solidFill>
          <a:latin typeface="+mn-lt"/>
          <a:ea typeface="+mn-ea"/>
          <a:cs typeface="+mn-cs"/>
        </a:defRPr>
      </a:lvl6pPr>
      <a:lvl7pPr marL="1793876" indent="-355600" algn="l" defTabSz="1828800" rtl="0" eaLnBrk="1" latinLnBrk="0" hangingPunct="1">
        <a:lnSpc>
          <a:spcPct val="100000"/>
        </a:lnSpc>
        <a:spcBef>
          <a:spcPts val="0"/>
        </a:spcBef>
        <a:spcAft>
          <a:spcPts val="1200"/>
        </a:spcAft>
        <a:buClr>
          <a:schemeClr val="tx2"/>
        </a:buClr>
        <a:buFont typeface="Arial" panose="020B0604020202020204" pitchFamily="34" charset="0"/>
        <a:buChar char="•"/>
        <a:defRPr sz="3000" kern="1200">
          <a:solidFill>
            <a:schemeClr val="tx2"/>
          </a:solidFill>
          <a:latin typeface="+mn-lt"/>
          <a:ea typeface="+mn-ea"/>
          <a:cs typeface="+mn-cs"/>
        </a:defRPr>
      </a:lvl7pPr>
      <a:lvl8pPr marL="2149476" indent="-355600" algn="l" defTabSz="1828800" rtl="0" eaLnBrk="1" latinLnBrk="0" hangingPunct="1">
        <a:lnSpc>
          <a:spcPct val="100000"/>
        </a:lnSpc>
        <a:spcBef>
          <a:spcPts val="0"/>
        </a:spcBef>
        <a:spcAft>
          <a:spcPts val="1200"/>
        </a:spcAft>
        <a:buClr>
          <a:schemeClr val="tx2"/>
        </a:buClr>
        <a:buFont typeface="Arial" panose="020B0604020202020204" pitchFamily="34" charset="0"/>
        <a:buChar char="-"/>
        <a:defRPr sz="3000" kern="1200">
          <a:solidFill>
            <a:schemeClr val="tx2"/>
          </a:solidFill>
          <a:latin typeface="+mn-lt"/>
          <a:ea typeface="+mn-ea"/>
          <a:cs typeface="+mn-cs"/>
        </a:defRPr>
      </a:lvl8pPr>
      <a:lvl9pPr marL="2514600" indent="-365126" algn="l" defTabSz="1828800" rtl="0" eaLnBrk="1" latinLnBrk="0" hangingPunct="1">
        <a:lnSpc>
          <a:spcPct val="90000"/>
        </a:lnSpc>
        <a:spcBef>
          <a:spcPts val="1000"/>
        </a:spcBef>
        <a:buFont typeface="Arial" panose="020B0604020202020204" pitchFamily="34" charset="0"/>
        <a:buChar char="•"/>
        <a:defRPr sz="3000" kern="1200">
          <a:solidFill>
            <a:schemeClr val="tx2"/>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6" orient="horz" pos="341">
          <p15:clr>
            <a:srgbClr val="F26B43"/>
          </p15:clr>
        </p15:guide>
        <p15:guide id="7" pos="461">
          <p15:clr>
            <a:srgbClr val="F26B43"/>
          </p15:clr>
        </p15:guide>
        <p15:guide id="13" pos="7226">
          <p15:clr>
            <a:srgbClr val="F26B43"/>
          </p15:clr>
        </p15:guide>
        <p15:guide id="14" orient="horz" pos="3978">
          <p15:clr>
            <a:srgbClr val="F26B43"/>
          </p15:clr>
        </p15:guide>
        <p15:guide id="15" pos="1469">
          <p15:clr>
            <a:srgbClr val="9FCC3B"/>
          </p15:clr>
        </p15:guide>
        <p15:guide id="16" pos="1617">
          <p15:clr>
            <a:srgbClr val="9FCC3B"/>
          </p15:clr>
        </p15:guide>
        <p15:guide id="17" pos="6216">
          <p15:clr>
            <a:srgbClr val="9FCC3B"/>
          </p15:clr>
        </p15:guide>
        <p15:guide id="18" pos="6075">
          <p15:clr>
            <a:srgbClr val="9FCC3B"/>
          </p15:clr>
        </p15:guide>
        <p15:guide id="19" pos="2619">
          <p15:clr>
            <a:srgbClr val="9FCC3B"/>
          </p15:clr>
        </p15:guide>
        <p15:guide id="20" pos="2763">
          <p15:clr>
            <a:srgbClr val="9FCC3B"/>
          </p15:clr>
        </p15:guide>
        <p15:guide id="21" pos="4925">
          <p15:clr>
            <a:srgbClr val="9FCC3B"/>
          </p15:clr>
        </p15:guide>
        <p15:guide id="22" pos="5067">
          <p15:clr>
            <a:srgbClr val="9FCC3B"/>
          </p15:clr>
        </p15:guide>
        <p15:guide id="23" pos="3773">
          <p15:clr>
            <a:srgbClr val="9FCC3B"/>
          </p15:clr>
        </p15:guide>
        <p15:guide id="24" pos="3909">
          <p15:clr>
            <a:srgbClr val="9FCC3B"/>
          </p15:clr>
        </p15:guide>
        <p15:guide id="25" orient="horz" pos="864">
          <p15:clr>
            <a:srgbClr val="F26B43"/>
          </p15:clr>
        </p15:guide>
        <p15:guide id="27" orient="horz" pos="686">
          <p15:clr>
            <a:srgbClr val="5ACBF0"/>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8" Type="http://schemas.openxmlformats.org/officeDocument/2006/relationships/chart" Target="../charts/chart6.xml"/><Relationship Id="rId3" Type="http://schemas.openxmlformats.org/officeDocument/2006/relationships/image" Target="../media/image11.svg"/><Relationship Id="rId7" Type="http://schemas.openxmlformats.org/officeDocument/2006/relationships/chart" Target="../charts/chart5.xml"/><Relationship Id="rId2" Type="http://schemas.openxmlformats.org/officeDocument/2006/relationships/notesSlide" Target="../notesSlides/notesSlide1.xml"/><Relationship Id="rId1" Type="http://schemas.openxmlformats.org/officeDocument/2006/relationships/slideLayout" Target="../slideLayouts/slideLayout12.xml"/><Relationship Id="rId6" Type="http://schemas.openxmlformats.org/officeDocument/2006/relationships/chart" Target="../charts/chart4.xml"/><Relationship Id="rId5" Type="http://schemas.openxmlformats.org/officeDocument/2006/relationships/chart" Target="../charts/chart3.xml"/><Relationship Id="rId4" Type="http://schemas.openxmlformats.org/officeDocument/2006/relationships/chart" Target="../charts/chart2.xml"/><Relationship Id="rId9" Type="http://schemas.openxmlformats.org/officeDocument/2006/relationships/chart" Target="../charts/chart7.xml"/></Relationships>
</file>

<file path=ppt/slides/_rels/slide3.xml.rels><?xml version="1.0" encoding="UTF-8" standalone="yes"?>
<Relationships xmlns="http://schemas.openxmlformats.org/package/2006/relationships"><Relationship Id="rId8" Type="http://schemas.openxmlformats.org/officeDocument/2006/relationships/chart" Target="../charts/chart12.xml"/><Relationship Id="rId3" Type="http://schemas.openxmlformats.org/officeDocument/2006/relationships/image" Target="../media/image11.svg"/><Relationship Id="rId7" Type="http://schemas.openxmlformats.org/officeDocument/2006/relationships/chart" Target="../charts/chart11.xml"/><Relationship Id="rId2" Type="http://schemas.openxmlformats.org/officeDocument/2006/relationships/notesSlide" Target="../notesSlides/notesSlide2.xml"/><Relationship Id="rId1" Type="http://schemas.openxmlformats.org/officeDocument/2006/relationships/slideLayout" Target="../slideLayouts/slideLayout12.xml"/><Relationship Id="rId6" Type="http://schemas.openxmlformats.org/officeDocument/2006/relationships/chart" Target="../charts/chart10.xml"/><Relationship Id="rId5" Type="http://schemas.openxmlformats.org/officeDocument/2006/relationships/chart" Target="../charts/chart9.xml"/><Relationship Id="rId4" Type="http://schemas.openxmlformats.org/officeDocument/2006/relationships/chart" Target="../charts/chart8.xml"/><Relationship Id="rId9" Type="http://schemas.openxmlformats.org/officeDocument/2006/relationships/chart" Target="../charts/chart13.xml"/></Relationships>
</file>

<file path=ppt/slides/_rels/slide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91C5CB6-2CF4-48B7-BD34-D61DF4FCD265}"/>
              </a:ext>
            </a:extLst>
          </p:cNvPr>
          <p:cNvPicPr>
            <a:picLocks noChangeAspect="1"/>
          </p:cNvPicPr>
          <p:nvPr/>
        </p:nvPicPr>
        <p:blipFill>
          <a:blip r:embed="rId2"/>
          <a:srcRect/>
          <a:stretch/>
        </p:blipFill>
        <p:spPr>
          <a:xfrm>
            <a:off x="776706" y="461320"/>
            <a:ext cx="2387832" cy="646841"/>
          </a:xfrm>
          <a:prstGeom prst="rect">
            <a:avLst/>
          </a:prstGeom>
        </p:spPr>
      </p:pic>
      <p:sp>
        <p:nvSpPr>
          <p:cNvPr id="6" name="Google Shape;57;p1">
            <a:extLst>
              <a:ext uri="{FF2B5EF4-FFF2-40B4-BE49-F238E27FC236}">
                <a16:creationId xmlns:a16="http://schemas.microsoft.com/office/drawing/2014/main" id="{915102A2-838D-9312-7010-34DE06D00526}"/>
              </a:ext>
            </a:extLst>
          </p:cNvPr>
          <p:cNvSpPr txBox="1"/>
          <p:nvPr/>
        </p:nvSpPr>
        <p:spPr>
          <a:xfrm>
            <a:off x="1415833" y="9709762"/>
            <a:ext cx="20896726" cy="3513796"/>
          </a:xfrm>
          <a:prstGeom prst="rect">
            <a:avLst/>
          </a:prstGeom>
          <a:noFill/>
          <a:ln>
            <a:noFill/>
          </a:ln>
        </p:spPr>
        <p:txBody>
          <a:bodyPr spcFirstLastPara="1" wrap="square" lIns="243656" tIns="243656" rIns="243656" bIns="243656" anchor="t" anchorCtr="0">
            <a:spAutoFit/>
          </a:bodyPr>
          <a:lstStyle/>
          <a:p>
            <a:pPr algn="r" rtl="1">
              <a:buClr>
                <a:schemeClr val="lt1"/>
              </a:buClr>
              <a:buSzPts val="3600"/>
            </a:pPr>
            <a:r>
              <a:rPr lang="ar-SA" sz="5611">
                <a:solidFill>
                  <a:schemeClr val="bg1"/>
                </a:solidFill>
                <a:latin typeface="Bahij TheSansArabic ExtraBold" panose="02040503050201020203" pitchFamily="18" charset="-78"/>
                <a:ea typeface="Cairo"/>
                <a:cs typeface="Bahij TheSansArabic ExtraBold" panose="02040503050201020203" pitchFamily="18" charset="-78"/>
                <a:sym typeface="Cairo"/>
              </a:rPr>
              <a:t>متابعة أعمال الإيرادات وتحقيق المستهدف</a:t>
            </a:r>
            <a:endParaRPr lang="ar-SA" sz="3600">
              <a:solidFill>
                <a:srgbClr val="79A3D6"/>
              </a:solidFill>
              <a:latin typeface="Bahij TheSansArabic ExtraBold" panose="02040503050201020203" pitchFamily="18" charset="-78"/>
              <a:cs typeface="Bahij TheSansArabic ExtraBold" panose="02040503050201020203" pitchFamily="18" charset="-78"/>
              <a:sym typeface="Cairo"/>
            </a:endParaRPr>
          </a:p>
          <a:p>
            <a:pPr algn="r" rtl="1">
              <a:buClr>
                <a:schemeClr val="lt1"/>
              </a:buClr>
              <a:buSzPts val="3600"/>
            </a:pPr>
            <a:r>
              <a:rPr lang="ar-SA" sz="2805">
                <a:solidFill>
                  <a:srgbClr val="79A3D6"/>
                </a:solidFill>
                <a:latin typeface="Bahij TheSansArabic ExtraBold" panose="02040503050201020203" pitchFamily="18" charset="-78"/>
                <a:ea typeface="Cairo"/>
                <a:cs typeface="Bahij TheSansArabic ExtraBold" panose="02040503050201020203" pitchFamily="18" charset="-78"/>
                <a:sym typeface="Cairo"/>
              </a:rPr>
              <a:t>أكتوبر 2025م </a:t>
            </a:r>
          </a:p>
          <a:p>
            <a:pPr algn="r" rtl="1">
              <a:buClr>
                <a:schemeClr val="lt1"/>
              </a:buClr>
              <a:buSzPts val="3600"/>
            </a:pPr>
            <a:endParaRPr lang="ar-SA" sz="2805">
              <a:solidFill>
                <a:srgbClr val="79A3D6"/>
              </a:solidFill>
              <a:latin typeface="Bahij TheSansArabic ExtraBold" panose="02040503050201020203" pitchFamily="18" charset="-78"/>
              <a:ea typeface="Cairo"/>
              <a:cs typeface="Bahij TheSansArabic ExtraBold" panose="02040503050201020203" pitchFamily="18" charset="-78"/>
              <a:sym typeface="Cairo"/>
            </a:endParaRPr>
          </a:p>
          <a:p>
            <a:pPr algn="r" rtl="1">
              <a:buClr>
                <a:schemeClr val="lt1"/>
              </a:buClr>
              <a:buSzPts val="3600"/>
            </a:pPr>
            <a:endParaRPr lang="ar-SA" sz="2805">
              <a:solidFill>
                <a:srgbClr val="79A3D6"/>
              </a:solidFill>
              <a:latin typeface="Bahij TheSansArabic ExtraBold" panose="02040503050201020203" pitchFamily="18" charset="-78"/>
              <a:cs typeface="Bahij TheSansArabic ExtraBold" panose="02040503050201020203" pitchFamily="18" charset="-78"/>
              <a:sym typeface="Cairo"/>
            </a:endParaRPr>
          </a:p>
          <a:p>
            <a:pPr algn="r" rtl="1">
              <a:buClr>
                <a:schemeClr val="lt1"/>
              </a:buClr>
              <a:buSzPts val="3600"/>
            </a:pPr>
            <a:endParaRPr lang="ar-SA" sz="2805">
              <a:solidFill>
                <a:srgbClr val="79A3D6"/>
              </a:solidFill>
              <a:latin typeface="Bahij TheSansArabic ExtraBold" panose="02040503050201020203" pitchFamily="18" charset="-78"/>
              <a:cs typeface="Bahij TheSansArabic ExtraBold" panose="02040503050201020203" pitchFamily="18" charset="-78"/>
              <a:sym typeface="Cairo"/>
            </a:endParaRPr>
          </a:p>
          <a:p>
            <a:pPr algn="r" rtl="1">
              <a:buClr>
                <a:schemeClr val="lt1"/>
              </a:buClr>
              <a:buSzPts val="3600"/>
            </a:pPr>
            <a:endParaRPr lang="ar-SA" sz="2805">
              <a:solidFill>
                <a:srgbClr val="79A3D6"/>
              </a:solidFill>
              <a:latin typeface="Bahij TheSansArabic ExtraBold" panose="02040503050201020203" pitchFamily="18" charset="-78"/>
              <a:cs typeface="Bahij TheSansArabic ExtraBold" panose="02040503050201020203" pitchFamily="18" charset="-78"/>
              <a:sym typeface="Cairo"/>
            </a:endParaRPr>
          </a:p>
        </p:txBody>
      </p:sp>
      <p:sp>
        <p:nvSpPr>
          <p:cNvPr id="3" name="TextBox 2">
            <a:extLst>
              <a:ext uri="{FF2B5EF4-FFF2-40B4-BE49-F238E27FC236}">
                <a16:creationId xmlns:a16="http://schemas.microsoft.com/office/drawing/2014/main" id="{32E0F2AF-2AC9-150E-DAC0-ABA04DF73E33}"/>
              </a:ext>
            </a:extLst>
          </p:cNvPr>
          <p:cNvSpPr txBox="1"/>
          <p:nvPr/>
        </p:nvSpPr>
        <p:spPr>
          <a:xfrm>
            <a:off x="258792" y="12961948"/>
            <a:ext cx="7355120" cy="523220"/>
          </a:xfrm>
          <a:prstGeom prst="rect">
            <a:avLst/>
          </a:prstGeom>
          <a:noFill/>
        </p:spPr>
        <p:txBody>
          <a:bodyPr wrap="square">
            <a:spAutoFit/>
          </a:bodyPr>
          <a:lstStyle/>
          <a:p>
            <a:pPr rtl="1">
              <a:buClr>
                <a:schemeClr val="lt1"/>
              </a:buClr>
              <a:buSzPts val="3600"/>
            </a:pPr>
            <a:r>
              <a:rPr lang="ar-SA" sz="2800">
                <a:solidFill>
                  <a:schemeClr val="bg1"/>
                </a:solidFill>
                <a:latin typeface="Bahij TheSansArabic ExtraBold" panose="02040503050201020203" pitchFamily="18" charset="-78"/>
                <a:cs typeface="Bahij TheSansArabic ExtraBold" panose="02040503050201020203" pitchFamily="18" charset="-78"/>
                <a:sym typeface="Cairo"/>
              </a:rPr>
              <a:t>إدارة تخطيط ومراقبة الإيرادات</a:t>
            </a:r>
          </a:p>
        </p:txBody>
      </p:sp>
    </p:spTree>
    <p:extLst>
      <p:ext uri="{BB962C8B-B14F-4D97-AF65-F5344CB8AC3E}">
        <p14:creationId xmlns:p14="http://schemas.microsoft.com/office/powerpoint/2010/main" val="12611378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8DBA1-EB05-F5A5-81C7-676B509E2F15}"/>
            </a:ext>
          </a:extLst>
        </p:cNvPr>
        <p:cNvGrpSpPr/>
        <p:nvPr/>
      </p:nvGrpSpPr>
      <p:grpSpPr>
        <a:xfrm>
          <a:off x="0" y="0"/>
          <a:ext cx="0" cy="0"/>
          <a:chOff x="0" y="0"/>
          <a:chExt cx="0" cy="0"/>
        </a:xfrm>
      </p:grpSpPr>
      <p:sp>
        <p:nvSpPr>
          <p:cNvPr id="28" name="Rectangle 27">
            <a:extLst>
              <a:ext uri="{FF2B5EF4-FFF2-40B4-BE49-F238E27FC236}">
                <a16:creationId xmlns:a16="http://schemas.microsoft.com/office/drawing/2014/main" id="{721FCA79-B689-3E5C-ED9B-34B1063C05B4}"/>
              </a:ext>
            </a:extLst>
          </p:cNvPr>
          <p:cNvSpPr/>
          <p:nvPr/>
        </p:nvSpPr>
        <p:spPr>
          <a:xfrm>
            <a:off x="115617" y="2279209"/>
            <a:ext cx="24020043" cy="10406156"/>
          </a:xfrm>
          <a:prstGeom prst="rect">
            <a:avLst/>
          </a:prstGeom>
          <a:solidFill>
            <a:srgbClr val="F5F5F5"/>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3">
            <a:extLst>
              <a:ext uri="{FF2B5EF4-FFF2-40B4-BE49-F238E27FC236}">
                <a16:creationId xmlns:a16="http://schemas.microsoft.com/office/drawing/2014/main" id="{B1AA1666-FA68-0FBD-24A5-DBD7AE6470F6}"/>
              </a:ext>
            </a:extLst>
          </p:cNvPr>
          <p:cNvGrpSpPr/>
          <p:nvPr/>
        </p:nvGrpSpPr>
        <p:grpSpPr>
          <a:xfrm>
            <a:off x="6688186" y="263023"/>
            <a:ext cx="17695824" cy="799889"/>
            <a:chOff x="6897658" y="1223860"/>
            <a:chExt cx="5473691" cy="430888"/>
          </a:xfrm>
        </p:grpSpPr>
        <p:grpSp>
          <p:nvGrpSpPr>
            <p:cNvPr id="13" name="Group 12">
              <a:extLst>
                <a:ext uri="{FF2B5EF4-FFF2-40B4-BE49-F238E27FC236}">
                  <a16:creationId xmlns:a16="http://schemas.microsoft.com/office/drawing/2014/main" id="{B077B9B0-E000-558F-4C96-FDDA0EC5B271}"/>
                </a:ext>
              </a:extLst>
            </p:cNvPr>
            <p:cNvGrpSpPr/>
            <p:nvPr/>
          </p:nvGrpSpPr>
          <p:grpSpPr>
            <a:xfrm>
              <a:off x="6897658" y="1223860"/>
              <a:ext cx="5473691" cy="430888"/>
              <a:chOff x="1533984" y="1062731"/>
              <a:chExt cx="10852794" cy="854330"/>
            </a:xfrm>
          </p:grpSpPr>
          <p:sp>
            <p:nvSpPr>
              <p:cNvPr id="14" name="Freeform 13">
                <a:extLst>
                  <a:ext uri="{FF2B5EF4-FFF2-40B4-BE49-F238E27FC236}">
                    <a16:creationId xmlns:a16="http://schemas.microsoft.com/office/drawing/2014/main" id="{43AEBF43-D85C-E14A-311F-917168516D90}"/>
                  </a:ext>
                </a:extLst>
              </p:cNvPr>
              <p:cNvSpPr/>
              <p:nvPr/>
            </p:nvSpPr>
            <p:spPr>
              <a:xfrm>
                <a:off x="4893052" y="1072296"/>
                <a:ext cx="7493726" cy="844765"/>
              </a:xfrm>
              <a:custGeom>
                <a:avLst/>
                <a:gdLst>
                  <a:gd name="connsiteX0" fmla="*/ 7493726 w 7493726"/>
                  <a:gd name="connsiteY0" fmla="*/ 0 h 844765"/>
                  <a:gd name="connsiteX1" fmla="*/ 7493726 w 7493726"/>
                  <a:gd name="connsiteY1" fmla="*/ 844765 h 844765"/>
                  <a:gd name="connsiteX2" fmla="*/ 0 w 7493726"/>
                  <a:gd name="connsiteY2" fmla="*/ 836298 h 844765"/>
                  <a:gd name="connsiteX3" fmla="*/ 508000 w 7493726"/>
                  <a:gd name="connsiteY3" fmla="*/ 16933 h 844765"/>
                  <a:gd name="connsiteX4" fmla="*/ 7493726 w 7493726"/>
                  <a:gd name="connsiteY4" fmla="*/ 0 h 844765"/>
                  <a:gd name="connsiteX5" fmla="*/ 690975 w 7493726"/>
                  <a:gd name="connsiteY5" fmla="*/ 105483 h 844765"/>
                  <a:gd name="connsiteX6" fmla="*/ 563975 w 7493726"/>
                  <a:gd name="connsiteY6" fmla="*/ 319779 h 844765"/>
                  <a:gd name="connsiteX7" fmla="*/ 817975 w 7493726"/>
                  <a:gd name="connsiteY7" fmla="*/ 319779 h 844765"/>
                  <a:gd name="connsiteX8" fmla="*/ 690975 w 7493726"/>
                  <a:gd name="connsiteY8" fmla="*/ 105483 h 844765"/>
                  <a:gd name="connsiteX9" fmla="*/ 256198 w 7493726"/>
                  <a:gd name="connsiteY9" fmla="*/ 515369 h 844765"/>
                  <a:gd name="connsiteX10" fmla="*/ 383198 w 7493726"/>
                  <a:gd name="connsiteY10" fmla="*/ 729665 h 844765"/>
                  <a:gd name="connsiteX11" fmla="*/ 510198 w 7493726"/>
                  <a:gd name="connsiteY11" fmla="*/ 515369 h 844765"/>
                  <a:gd name="connsiteX12" fmla="*/ 256198 w 7493726"/>
                  <a:gd name="connsiteY12" fmla="*/ 515369 h 844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7493726" h="844765">
                    <a:moveTo>
                      <a:pt x="7493726" y="0"/>
                    </a:moveTo>
                    <a:lnTo>
                      <a:pt x="7493726" y="844765"/>
                    </a:lnTo>
                    <a:lnTo>
                      <a:pt x="0" y="836298"/>
                    </a:lnTo>
                    <a:lnTo>
                      <a:pt x="508000" y="16933"/>
                    </a:lnTo>
                    <a:lnTo>
                      <a:pt x="7493726" y="0"/>
                    </a:lnTo>
                    <a:close/>
                    <a:moveTo>
                      <a:pt x="690975" y="105483"/>
                    </a:moveTo>
                    <a:lnTo>
                      <a:pt x="563975" y="319779"/>
                    </a:lnTo>
                    <a:lnTo>
                      <a:pt x="817975" y="319779"/>
                    </a:lnTo>
                    <a:lnTo>
                      <a:pt x="690975" y="105483"/>
                    </a:lnTo>
                    <a:close/>
                    <a:moveTo>
                      <a:pt x="256198" y="515369"/>
                    </a:moveTo>
                    <a:lnTo>
                      <a:pt x="383198" y="729665"/>
                    </a:lnTo>
                    <a:lnTo>
                      <a:pt x="510198" y="515369"/>
                    </a:lnTo>
                    <a:lnTo>
                      <a:pt x="256198" y="515369"/>
                    </a:lnTo>
                    <a:close/>
                  </a:path>
                </a:pathLst>
              </a:cu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LB" sz="3608"/>
              </a:p>
            </p:txBody>
          </p:sp>
          <p:sp>
            <p:nvSpPr>
              <p:cNvPr id="15" name="Triangle 14">
                <a:extLst>
                  <a:ext uri="{FF2B5EF4-FFF2-40B4-BE49-F238E27FC236}">
                    <a16:creationId xmlns:a16="http://schemas.microsoft.com/office/drawing/2014/main" id="{971A2D07-8145-90A5-B6CC-2651DCC71C78}"/>
                  </a:ext>
                </a:extLst>
              </p:cNvPr>
              <p:cNvSpPr/>
              <p:nvPr/>
            </p:nvSpPr>
            <p:spPr>
              <a:xfrm>
                <a:off x="4703493"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6" name="Triangle 15">
                <a:extLst>
                  <a:ext uri="{FF2B5EF4-FFF2-40B4-BE49-F238E27FC236}">
                    <a16:creationId xmlns:a16="http://schemas.microsoft.com/office/drawing/2014/main" id="{A3A0A86C-7A03-6BE9-10B4-6C131016B2A1}"/>
                  </a:ext>
                </a:extLst>
              </p:cNvPr>
              <p:cNvSpPr/>
              <p:nvPr/>
            </p:nvSpPr>
            <p:spPr>
              <a:xfrm>
                <a:off x="3535093"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7" name="Triangle 16">
                <a:extLst>
                  <a:ext uri="{FF2B5EF4-FFF2-40B4-BE49-F238E27FC236}">
                    <a16:creationId xmlns:a16="http://schemas.microsoft.com/office/drawing/2014/main" id="{60505BCC-68E6-C3E2-1E15-4B0D96BCFC05}"/>
                  </a:ext>
                </a:extLst>
              </p:cNvPr>
              <p:cNvSpPr/>
              <p:nvPr/>
            </p:nvSpPr>
            <p:spPr>
              <a:xfrm>
                <a:off x="2375160"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8" name="Triangle 17">
                <a:extLst>
                  <a:ext uri="{FF2B5EF4-FFF2-40B4-BE49-F238E27FC236}">
                    <a16:creationId xmlns:a16="http://schemas.microsoft.com/office/drawing/2014/main" id="{5F9BEA0D-604B-CEF5-3C7B-DBBB37AD871C}"/>
                  </a:ext>
                </a:extLst>
              </p:cNvPr>
              <p:cNvSpPr/>
              <p:nvPr/>
            </p:nvSpPr>
            <p:spPr>
              <a:xfrm rot="10800000">
                <a:off x="4404184"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9" name="Triangle 18">
                <a:extLst>
                  <a:ext uri="{FF2B5EF4-FFF2-40B4-BE49-F238E27FC236}">
                    <a16:creationId xmlns:a16="http://schemas.microsoft.com/office/drawing/2014/main" id="{5EA82A37-70C7-5527-5353-42652B1479D9}"/>
                  </a:ext>
                </a:extLst>
              </p:cNvPr>
              <p:cNvSpPr/>
              <p:nvPr/>
            </p:nvSpPr>
            <p:spPr>
              <a:xfrm rot="10800000">
                <a:off x="2660051"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0" name="Triangle 19">
                <a:extLst>
                  <a:ext uri="{FF2B5EF4-FFF2-40B4-BE49-F238E27FC236}">
                    <a16:creationId xmlns:a16="http://schemas.microsoft.com/office/drawing/2014/main" id="{F97C3E02-72F4-6D04-133C-A0DFEDBD3441}"/>
                  </a:ext>
                </a:extLst>
              </p:cNvPr>
              <p:cNvSpPr/>
              <p:nvPr/>
            </p:nvSpPr>
            <p:spPr>
              <a:xfrm rot="10800000">
                <a:off x="1533984"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1" name="Triangle 20">
                <a:extLst>
                  <a:ext uri="{FF2B5EF4-FFF2-40B4-BE49-F238E27FC236}">
                    <a16:creationId xmlns:a16="http://schemas.microsoft.com/office/drawing/2014/main" id="{6682F398-CA34-8C50-5EB0-7A89436F0811}"/>
                  </a:ext>
                </a:extLst>
              </p:cNvPr>
              <p:cNvSpPr/>
              <p:nvPr/>
            </p:nvSpPr>
            <p:spPr>
              <a:xfrm>
                <a:off x="2900093" y="1685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2" name="Triangle 21">
                <a:extLst>
                  <a:ext uri="{FF2B5EF4-FFF2-40B4-BE49-F238E27FC236}">
                    <a16:creationId xmlns:a16="http://schemas.microsoft.com/office/drawing/2014/main" id="{724B218E-B970-C895-FE75-CB461BB5BD59}"/>
                  </a:ext>
                </a:extLst>
              </p:cNvPr>
              <p:cNvSpPr/>
              <p:nvPr/>
            </p:nvSpPr>
            <p:spPr>
              <a:xfrm>
                <a:off x="4127759" y="1685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3" name="Triangle 22">
                <a:extLst>
                  <a:ext uri="{FF2B5EF4-FFF2-40B4-BE49-F238E27FC236}">
                    <a16:creationId xmlns:a16="http://schemas.microsoft.com/office/drawing/2014/main" id="{53D5A865-70C6-51F1-FB5E-CE3D00F567AB}"/>
                  </a:ext>
                </a:extLst>
              </p:cNvPr>
              <p:cNvSpPr/>
              <p:nvPr/>
            </p:nvSpPr>
            <p:spPr>
              <a:xfrm rot="10800000">
                <a:off x="4404184" y="1062731"/>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4" name="Triangle 23">
                <a:extLst>
                  <a:ext uri="{FF2B5EF4-FFF2-40B4-BE49-F238E27FC236}">
                    <a16:creationId xmlns:a16="http://schemas.microsoft.com/office/drawing/2014/main" id="{B5B815C1-5E26-6603-DED0-9459C7E19A83}"/>
                  </a:ext>
                </a:extLst>
              </p:cNvPr>
              <p:cNvSpPr/>
              <p:nvPr/>
            </p:nvSpPr>
            <p:spPr>
              <a:xfrm rot="10800000">
                <a:off x="4988384" y="1062731"/>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grpSp>
        <p:sp>
          <p:nvSpPr>
            <p:cNvPr id="3" name="TextBox 2">
              <a:extLst>
                <a:ext uri="{FF2B5EF4-FFF2-40B4-BE49-F238E27FC236}">
                  <a16:creationId xmlns:a16="http://schemas.microsoft.com/office/drawing/2014/main" id="{D390DDCD-CC36-5797-C43D-3229F88E660A}"/>
                </a:ext>
              </a:extLst>
            </p:cNvPr>
            <p:cNvSpPr txBox="1"/>
            <p:nvPr/>
          </p:nvSpPr>
          <p:spPr>
            <a:xfrm>
              <a:off x="9033163" y="1296547"/>
              <a:ext cx="3250365" cy="281851"/>
            </a:xfrm>
            <a:prstGeom prst="rect">
              <a:avLst/>
            </a:prstGeom>
            <a:noFill/>
          </p:spPr>
          <p:txBody>
            <a:bodyPr wrap="square">
              <a:spAutoFit/>
            </a:bodyPr>
            <a:lstStyle/>
            <a:p>
              <a:pPr algn="justLow" defTabSz="916000" rtl="1">
                <a:buClr>
                  <a:prstClr val="white"/>
                </a:buClr>
                <a:buSzPts val="3600"/>
              </a:pPr>
              <a:r>
                <a:rPr lang="ar-SA" sz="2800" kern="1200">
                  <a:solidFill>
                    <a:schemeClr val="bg1"/>
                  </a:solidFill>
                  <a:latin typeface="Bahij TheSansArabic ExtraBold" panose="02040503050201020203" pitchFamily="18" charset="-78"/>
                  <a:ea typeface="Cairo"/>
                  <a:cs typeface="Bahij TheSansArabic ExtraBold" panose="02040503050201020203" pitchFamily="18" charset="-78"/>
                  <a:sym typeface="Cairo"/>
                </a:rPr>
                <a:t>السيناريو الأول لإقفال الإيرادات لعام 2026م</a:t>
              </a:r>
            </a:p>
          </p:txBody>
        </p:sp>
      </p:grpSp>
      <p:grpSp>
        <p:nvGrpSpPr>
          <p:cNvPr id="9" name="Group 8">
            <a:extLst>
              <a:ext uri="{FF2B5EF4-FFF2-40B4-BE49-F238E27FC236}">
                <a16:creationId xmlns:a16="http://schemas.microsoft.com/office/drawing/2014/main" id="{10C3D75E-B75F-7E68-E172-2AA3590F7A64}"/>
              </a:ext>
            </a:extLst>
          </p:cNvPr>
          <p:cNvGrpSpPr/>
          <p:nvPr/>
        </p:nvGrpSpPr>
        <p:grpSpPr>
          <a:xfrm>
            <a:off x="20831844" y="3059678"/>
            <a:ext cx="3276517" cy="9055808"/>
            <a:chOff x="9310448" y="3059678"/>
            <a:chExt cx="3276517" cy="9055808"/>
          </a:xfrm>
        </p:grpSpPr>
        <p:sp>
          <p:nvSpPr>
            <p:cNvPr id="37" name="Rectangle: Rounded Corners 36">
              <a:extLst>
                <a:ext uri="{FF2B5EF4-FFF2-40B4-BE49-F238E27FC236}">
                  <a16:creationId xmlns:a16="http://schemas.microsoft.com/office/drawing/2014/main" id="{C9077164-D877-8FDB-E22C-81488092DE7D}"/>
                </a:ext>
              </a:extLst>
            </p:cNvPr>
            <p:cNvSpPr/>
            <p:nvPr/>
          </p:nvSpPr>
          <p:spPr>
            <a:xfrm>
              <a:off x="9413204" y="3059678"/>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Rounded Corners 39">
              <a:extLst>
                <a:ext uri="{FF2B5EF4-FFF2-40B4-BE49-F238E27FC236}">
                  <a16:creationId xmlns:a16="http://schemas.microsoft.com/office/drawing/2014/main" id="{CA26CD73-124D-B2FC-A726-8FD0FFB4D885}"/>
                </a:ext>
              </a:extLst>
            </p:cNvPr>
            <p:cNvSpPr/>
            <p:nvPr/>
          </p:nvSpPr>
          <p:spPr>
            <a:xfrm>
              <a:off x="9413203" y="4930540"/>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Rounded Corners 43">
              <a:extLst>
                <a:ext uri="{FF2B5EF4-FFF2-40B4-BE49-F238E27FC236}">
                  <a16:creationId xmlns:a16="http://schemas.microsoft.com/office/drawing/2014/main" id="{CE78E71E-8675-B46C-0652-9A5146CB8A7D}"/>
                </a:ext>
              </a:extLst>
            </p:cNvPr>
            <p:cNvSpPr/>
            <p:nvPr/>
          </p:nvSpPr>
          <p:spPr>
            <a:xfrm>
              <a:off x="9413203" y="6801402"/>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Rounded Corners 44">
              <a:extLst>
                <a:ext uri="{FF2B5EF4-FFF2-40B4-BE49-F238E27FC236}">
                  <a16:creationId xmlns:a16="http://schemas.microsoft.com/office/drawing/2014/main" id="{D694A7A6-58C8-10DB-7E80-7EEEEEF97FCC}"/>
                </a:ext>
              </a:extLst>
            </p:cNvPr>
            <p:cNvSpPr/>
            <p:nvPr/>
          </p:nvSpPr>
          <p:spPr>
            <a:xfrm>
              <a:off x="9413203" y="8672264"/>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Rounded Corners 45">
              <a:extLst>
                <a:ext uri="{FF2B5EF4-FFF2-40B4-BE49-F238E27FC236}">
                  <a16:creationId xmlns:a16="http://schemas.microsoft.com/office/drawing/2014/main" id="{E5F7AEE4-F14C-4C23-5328-04089A68100B}"/>
                </a:ext>
              </a:extLst>
            </p:cNvPr>
            <p:cNvSpPr/>
            <p:nvPr/>
          </p:nvSpPr>
          <p:spPr>
            <a:xfrm>
              <a:off x="9413203" y="10543126"/>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FFF5B036-0976-8181-DCBB-D0249D97906F}"/>
                </a:ext>
              </a:extLst>
            </p:cNvPr>
            <p:cNvSpPr txBox="1"/>
            <p:nvPr/>
          </p:nvSpPr>
          <p:spPr>
            <a:xfrm>
              <a:off x="9326765" y="3627957"/>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إيرادات استثمارية </a:t>
              </a:r>
            </a:p>
          </p:txBody>
        </p:sp>
        <p:sp>
          <p:nvSpPr>
            <p:cNvPr id="49" name="TextBox 48">
              <a:extLst>
                <a:ext uri="{FF2B5EF4-FFF2-40B4-BE49-F238E27FC236}">
                  <a16:creationId xmlns:a16="http://schemas.microsoft.com/office/drawing/2014/main" id="{B1F8D3BE-006F-A3E9-D1FC-2FF7EA02DA6F}"/>
                </a:ext>
              </a:extLst>
            </p:cNvPr>
            <p:cNvSpPr txBox="1"/>
            <p:nvPr/>
          </p:nvSpPr>
          <p:spPr>
            <a:xfrm>
              <a:off x="9343918" y="5498819"/>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الرسوم والتراخيص </a:t>
              </a:r>
            </a:p>
          </p:txBody>
        </p:sp>
        <p:sp>
          <p:nvSpPr>
            <p:cNvPr id="85" name="TextBox 84">
              <a:extLst>
                <a:ext uri="{FF2B5EF4-FFF2-40B4-BE49-F238E27FC236}">
                  <a16:creationId xmlns:a16="http://schemas.microsoft.com/office/drawing/2014/main" id="{22172B6D-9C3F-DB5D-D94B-774BE93BD11C}"/>
                </a:ext>
              </a:extLst>
            </p:cNvPr>
            <p:cNvSpPr txBox="1"/>
            <p:nvPr/>
          </p:nvSpPr>
          <p:spPr>
            <a:xfrm>
              <a:off x="9370896" y="7369681"/>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جزاءات وغرامات </a:t>
              </a:r>
            </a:p>
          </p:txBody>
        </p:sp>
        <p:sp>
          <p:nvSpPr>
            <p:cNvPr id="95" name="TextBox 94">
              <a:extLst>
                <a:ext uri="{FF2B5EF4-FFF2-40B4-BE49-F238E27FC236}">
                  <a16:creationId xmlns:a16="http://schemas.microsoft.com/office/drawing/2014/main" id="{EB015575-BBB9-CBD4-819C-D56EE0108386}"/>
                </a:ext>
              </a:extLst>
            </p:cNvPr>
            <p:cNvSpPr txBox="1"/>
            <p:nvPr/>
          </p:nvSpPr>
          <p:spPr>
            <a:xfrm>
              <a:off x="9310448" y="9240543"/>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التبغ والإيواء </a:t>
              </a:r>
            </a:p>
          </p:txBody>
        </p:sp>
        <p:sp>
          <p:nvSpPr>
            <p:cNvPr id="101" name="TextBox 100">
              <a:extLst>
                <a:ext uri="{FF2B5EF4-FFF2-40B4-BE49-F238E27FC236}">
                  <a16:creationId xmlns:a16="http://schemas.microsoft.com/office/drawing/2014/main" id="{D2B458DE-0DB3-A0E8-252B-DD400ED8B607}"/>
                </a:ext>
              </a:extLst>
            </p:cNvPr>
            <p:cNvSpPr txBox="1"/>
            <p:nvPr/>
          </p:nvSpPr>
          <p:spPr>
            <a:xfrm>
              <a:off x="9364888" y="11111405"/>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أخرى</a:t>
              </a:r>
            </a:p>
          </p:txBody>
        </p:sp>
      </p:grpSp>
      <p:sp>
        <p:nvSpPr>
          <p:cNvPr id="261" name="Rectangle: Rounded Corners 260">
            <a:extLst>
              <a:ext uri="{FF2B5EF4-FFF2-40B4-BE49-F238E27FC236}">
                <a16:creationId xmlns:a16="http://schemas.microsoft.com/office/drawing/2014/main" id="{DAD97482-DCB9-B82E-756E-F2042308EA9D}"/>
              </a:ext>
            </a:extLst>
          </p:cNvPr>
          <p:cNvSpPr/>
          <p:nvPr/>
        </p:nvSpPr>
        <p:spPr>
          <a:xfrm>
            <a:off x="115617" y="1488435"/>
            <a:ext cx="24020043" cy="815152"/>
          </a:xfrm>
          <a:prstGeom prst="roundRect">
            <a:avLst>
              <a:gd name="adj" fmla="val 6592"/>
            </a:avLst>
          </a:prstGeom>
          <a:solidFill>
            <a:schemeClr val="bg1">
              <a:lumMod val="95000"/>
            </a:schemeClr>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 name="TextBox 261">
            <a:extLst>
              <a:ext uri="{FF2B5EF4-FFF2-40B4-BE49-F238E27FC236}">
                <a16:creationId xmlns:a16="http://schemas.microsoft.com/office/drawing/2014/main" id="{16500E24-021A-35C8-66DF-5AA0FD806ECC}"/>
              </a:ext>
            </a:extLst>
          </p:cNvPr>
          <p:cNvSpPr txBox="1"/>
          <p:nvPr/>
        </p:nvSpPr>
        <p:spPr>
          <a:xfrm>
            <a:off x="13682652" y="1628448"/>
            <a:ext cx="9192723" cy="523220"/>
          </a:xfrm>
          <a:prstGeom prst="rect">
            <a:avLst/>
          </a:prstGeom>
          <a:noFill/>
        </p:spPr>
        <p:txBody>
          <a:bodyPr wrap="square" rtlCol="0">
            <a:spAutoFit/>
          </a:bodyPr>
          <a:lstStyle/>
          <a:p>
            <a:pPr algn="r"/>
            <a:r>
              <a:rPr lang="ar-SA" sz="2800">
                <a:solidFill>
                  <a:srgbClr val="106946"/>
                </a:solidFill>
                <a:latin typeface="Bahij TheSansArabic Bold" panose="02040503050201020203" charset="-78"/>
                <a:cs typeface="Bahij TheSansArabic Bold" panose="02040503050201020203" charset="-78"/>
              </a:rPr>
              <a:t>مقارنة الاداء حسب التبويب </a:t>
            </a:r>
            <a:endParaRPr lang="en-US" sz="2800">
              <a:solidFill>
                <a:srgbClr val="106946"/>
              </a:solidFill>
              <a:latin typeface="Bahij TheSansArabic Bold" panose="02040503050201020203" charset="-78"/>
              <a:cs typeface="Bahij TheSansArabic Bold" panose="02040503050201020203" charset="-78"/>
            </a:endParaRPr>
          </a:p>
        </p:txBody>
      </p:sp>
      <p:sp>
        <p:nvSpPr>
          <p:cNvPr id="263" name="Rectangle 262">
            <a:extLst>
              <a:ext uri="{FF2B5EF4-FFF2-40B4-BE49-F238E27FC236}">
                <a16:creationId xmlns:a16="http://schemas.microsoft.com/office/drawing/2014/main" id="{3B200D8B-A145-970E-19BB-80D4C3F87E17}"/>
              </a:ext>
            </a:extLst>
          </p:cNvPr>
          <p:cNvSpPr/>
          <p:nvPr/>
        </p:nvSpPr>
        <p:spPr>
          <a:xfrm>
            <a:off x="22963694" y="1482075"/>
            <a:ext cx="1171966" cy="846429"/>
          </a:xfrm>
          <a:prstGeom prst="rect">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4" name="Graphic 263" descr="Upward trend with solid fill">
            <a:extLst>
              <a:ext uri="{FF2B5EF4-FFF2-40B4-BE49-F238E27FC236}">
                <a16:creationId xmlns:a16="http://schemas.microsoft.com/office/drawing/2014/main" id="{96CA829E-BCA4-2340-484B-01D0B7EA25F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3145423" y="1521744"/>
            <a:ext cx="757465" cy="757465"/>
          </a:xfrm>
          <a:prstGeom prst="rect">
            <a:avLst/>
          </a:prstGeom>
        </p:spPr>
      </p:pic>
      <p:sp>
        <p:nvSpPr>
          <p:cNvPr id="185" name="Rectangle: Rounded Corners 184">
            <a:extLst>
              <a:ext uri="{FF2B5EF4-FFF2-40B4-BE49-F238E27FC236}">
                <a16:creationId xmlns:a16="http://schemas.microsoft.com/office/drawing/2014/main" id="{9F5BAD9D-1CD9-A084-5A8E-BFCB4F94C95B}"/>
              </a:ext>
            </a:extLst>
          </p:cNvPr>
          <p:cNvSpPr/>
          <p:nvPr/>
        </p:nvSpPr>
        <p:spPr>
          <a:xfrm>
            <a:off x="12045918"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ectangle: Rounded Corners 185">
            <a:extLst>
              <a:ext uri="{FF2B5EF4-FFF2-40B4-BE49-F238E27FC236}">
                <a16:creationId xmlns:a16="http://schemas.microsoft.com/office/drawing/2014/main" id="{3FD1587E-B4C9-113E-1600-17472C403025}"/>
              </a:ext>
            </a:extLst>
          </p:cNvPr>
          <p:cNvSpPr/>
          <p:nvPr/>
        </p:nvSpPr>
        <p:spPr>
          <a:xfrm>
            <a:off x="12045918"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 name="Rectangle: Rounded Corners 187">
            <a:extLst>
              <a:ext uri="{FF2B5EF4-FFF2-40B4-BE49-F238E27FC236}">
                <a16:creationId xmlns:a16="http://schemas.microsoft.com/office/drawing/2014/main" id="{2CAFECCD-CB9F-6773-F67B-1BB5A4EF3353}"/>
              </a:ext>
            </a:extLst>
          </p:cNvPr>
          <p:cNvSpPr/>
          <p:nvPr/>
        </p:nvSpPr>
        <p:spPr>
          <a:xfrm>
            <a:off x="12045918"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 name="Rectangle: Rounded Corners 188">
            <a:extLst>
              <a:ext uri="{FF2B5EF4-FFF2-40B4-BE49-F238E27FC236}">
                <a16:creationId xmlns:a16="http://schemas.microsoft.com/office/drawing/2014/main" id="{5B4A7DAC-D57B-4CCE-AE2E-89B6F91C55F7}"/>
              </a:ext>
            </a:extLst>
          </p:cNvPr>
          <p:cNvSpPr/>
          <p:nvPr/>
        </p:nvSpPr>
        <p:spPr>
          <a:xfrm>
            <a:off x="12045918"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 name="Rectangle: Rounded Corners 189">
            <a:extLst>
              <a:ext uri="{FF2B5EF4-FFF2-40B4-BE49-F238E27FC236}">
                <a16:creationId xmlns:a16="http://schemas.microsoft.com/office/drawing/2014/main" id="{008847C2-5957-9DE0-E07D-857190A38A4C}"/>
              </a:ext>
            </a:extLst>
          </p:cNvPr>
          <p:cNvSpPr/>
          <p:nvPr/>
        </p:nvSpPr>
        <p:spPr>
          <a:xfrm>
            <a:off x="12045918"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 name="TextBox 258">
            <a:extLst>
              <a:ext uri="{FF2B5EF4-FFF2-40B4-BE49-F238E27FC236}">
                <a16:creationId xmlns:a16="http://schemas.microsoft.com/office/drawing/2014/main" id="{6664AB38-7251-F57B-D707-385F6971AAA8}"/>
              </a:ext>
            </a:extLst>
          </p:cNvPr>
          <p:cNvSpPr txBox="1"/>
          <p:nvPr/>
        </p:nvSpPr>
        <p:spPr>
          <a:xfrm>
            <a:off x="12252029" y="2539034"/>
            <a:ext cx="1211402" cy="338554"/>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ديسمبر</a:t>
            </a:r>
            <a:endParaRPr lang="en-US" sz="1600" b="1">
              <a:solidFill>
                <a:srgbClr val="106946"/>
              </a:solidFill>
              <a:latin typeface="Bahij TheSansArabic Bold" panose="02040503050201020203" charset="-78"/>
              <a:cs typeface="Bahij TheSansArabic Bold" panose="02040503050201020203" charset="-78"/>
            </a:endParaRPr>
          </a:p>
        </p:txBody>
      </p:sp>
      <p:sp>
        <p:nvSpPr>
          <p:cNvPr id="555" name="Rectangle: Rounded Corners 554">
            <a:extLst>
              <a:ext uri="{FF2B5EF4-FFF2-40B4-BE49-F238E27FC236}">
                <a16:creationId xmlns:a16="http://schemas.microsoft.com/office/drawing/2014/main" id="{8BE8F478-A2DD-3841-5211-C49B5B138876}"/>
              </a:ext>
            </a:extLst>
          </p:cNvPr>
          <p:cNvSpPr/>
          <p:nvPr/>
        </p:nvSpPr>
        <p:spPr>
          <a:xfrm>
            <a:off x="14117845"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6" name="Rectangle: Rounded Corners 555">
            <a:extLst>
              <a:ext uri="{FF2B5EF4-FFF2-40B4-BE49-F238E27FC236}">
                <a16:creationId xmlns:a16="http://schemas.microsoft.com/office/drawing/2014/main" id="{0C7C0BC2-2872-3ED8-D48D-5A2692DA6C29}"/>
              </a:ext>
            </a:extLst>
          </p:cNvPr>
          <p:cNvSpPr/>
          <p:nvPr/>
        </p:nvSpPr>
        <p:spPr>
          <a:xfrm>
            <a:off x="14117845"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7" name="Rectangle: Rounded Corners 556">
            <a:extLst>
              <a:ext uri="{FF2B5EF4-FFF2-40B4-BE49-F238E27FC236}">
                <a16:creationId xmlns:a16="http://schemas.microsoft.com/office/drawing/2014/main" id="{F435CCDA-05CF-03D3-9B51-5B99B97975CC}"/>
              </a:ext>
            </a:extLst>
          </p:cNvPr>
          <p:cNvSpPr/>
          <p:nvPr/>
        </p:nvSpPr>
        <p:spPr>
          <a:xfrm>
            <a:off x="14117845"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8" name="Rectangle: Rounded Corners 557">
            <a:extLst>
              <a:ext uri="{FF2B5EF4-FFF2-40B4-BE49-F238E27FC236}">
                <a16:creationId xmlns:a16="http://schemas.microsoft.com/office/drawing/2014/main" id="{2ECDC854-8390-737D-0965-8CCDA545BADC}"/>
              </a:ext>
            </a:extLst>
          </p:cNvPr>
          <p:cNvSpPr/>
          <p:nvPr/>
        </p:nvSpPr>
        <p:spPr>
          <a:xfrm>
            <a:off x="14117845"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9" name="Rectangle: Rounded Corners 558">
            <a:extLst>
              <a:ext uri="{FF2B5EF4-FFF2-40B4-BE49-F238E27FC236}">
                <a16:creationId xmlns:a16="http://schemas.microsoft.com/office/drawing/2014/main" id="{B6D58D51-5543-9AD9-1838-2072A638B3D9}"/>
              </a:ext>
            </a:extLst>
          </p:cNvPr>
          <p:cNvSpPr/>
          <p:nvPr/>
        </p:nvSpPr>
        <p:spPr>
          <a:xfrm>
            <a:off x="14117845"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9" name="TextBox 568">
            <a:extLst>
              <a:ext uri="{FF2B5EF4-FFF2-40B4-BE49-F238E27FC236}">
                <a16:creationId xmlns:a16="http://schemas.microsoft.com/office/drawing/2014/main" id="{09B57377-DAC8-C17A-9891-A40E1EF053B1}"/>
              </a:ext>
            </a:extLst>
          </p:cNvPr>
          <p:cNvSpPr txBox="1"/>
          <p:nvPr/>
        </p:nvSpPr>
        <p:spPr>
          <a:xfrm>
            <a:off x="14323956" y="2539034"/>
            <a:ext cx="1211402" cy="338554"/>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نوفمبر</a:t>
            </a:r>
            <a:endParaRPr lang="en-US" sz="1600" b="1">
              <a:solidFill>
                <a:srgbClr val="106946"/>
              </a:solidFill>
              <a:latin typeface="Bahij TheSansArabic Bold" panose="02040503050201020203" charset="-78"/>
              <a:cs typeface="Bahij TheSansArabic Bold" panose="02040503050201020203" charset="-78"/>
            </a:endParaRPr>
          </a:p>
        </p:txBody>
      </p:sp>
      <p:sp>
        <p:nvSpPr>
          <p:cNvPr id="581" name="Rectangle: Rounded Corners 580">
            <a:extLst>
              <a:ext uri="{FF2B5EF4-FFF2-40B4-BE49-F238E27FC236}">
                <a16:creationId xmlns:a16="http://schemas.microsoft.com/office/drawing/2014/main" id="{F0FB292A-7C12-9913-ACF5-52DD96DD7421}"/>
              </a:ext>
            </a:extLst>
          </p:cNvPr>
          <p:cNvSpPr/>
          <p:nvPr/>
        </p:nvSpPr>
        <p:spPr>
          <a:xfrm>
            <a:off x="16189772"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2" name="Rectangle: Rounded Corners 581">
            <a:extLst>
              <a:ext uri="{FF2B5EF4-FFF2-40B4-BE49-F238E27FC236}">
                <a16:creationId xmlns:a16="http://schemas.microsoft.com/office/drawing/2014/main" id="{C0A207CB-99D5-DECF-E08C-722822CD2FE1}"/>
              </a:ext>
            </a:extLst>
          </p:cNvPr>
          <p:cNvSpPr/>
          <p:nvPr/>
        </p:nvSpPr>
        <p:spPr>
          <a:xfrm>
            <a:off x="16189772"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3" name="Rectangle: Rounded Corners 582">
            <a:extLst>
              <a:ext uri="{FF2B5EF4-FFF2-40B4-BE49-F238E27FC236}">
                <a16:creationId xmlns:a16="http://schemas.microsoft.com/office/drawing/2014/main" id="{EE384784-C729-6849-97B5-21C56A815A7B}"/>
              </a:ext>
            </a:extLst>
          </p:cNvPr>
          <p:cNvSpPr/>
          <p:nvPr/>
        </p:nvSpPr>
        <p:spPr>
          <a:xfrm>
            <a:off x="16189772"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4" name="Rectangle: Rounded Corners 583">
            <a:extLst>
              <a:ext uri="{FF2B5EF4-FFF2-40B4-BE49-F238E27FC236}">
                <a16:creationId xmlns:a16="http://schemas.microsoft.com/office/drawing/2014/main" id="{02E00411-6D89-948B-96CA-60F6F20EF6F8}"/>
              </a:ext>
            </a:extLst>
          </p:cNvPr>
          <p:cNvSpPr/>
          <p:nvPr/>
        </p:nvSpPr>
        <p:spPr>
          <a:xfrm>
            <a:off x="16189772"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5" name="Rectangle: Rounded Corners 584">
            <a:extLst>
              <a:ext uri="{FF2B5EF4-FFF2-40B4-BE49-F238E27FC236}">
                <a16:creationId xmlns:a16="http://schemas.microsoft.com/office/drawing/2014/main" id="{F40CC1D8-F511-0A85-3A2D-641FCE40BC69}"/>
              </a:ext>
            </a:extLst>
          </p:cNvPr>
          <p:cNvSpPr/>
          <p:nvPr/>
        </p:nvSpPr>
        <p:spPr>
          <a:xfrm>
            <a:off x="16189772"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5" name="TextBox 594">
            <a:extLst>
              <a:ext uri="{FF2B5EF4-FFF2-40B4-BE49-F238E27FC236}">
                <a16:creationId xmlns:a16="http://schemas.microsoft.com/office/drawing/2014/main" id="{C522025B-41E7-6BF3-A34B-F4F02107BDC7}"/>
              </a:ext>
            </a:extLst>
          </p:cNvPr>
          <p:cNvSpPr txBox="1"/>
          <p:nvPr/>
        </p:nvSpPr>
        <p:spPr>
          <a:xfrm>
            <a:off x="16395883" y="2539034"/>
            <a:ext cx="1211402" cy="338554"/>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أكتوبر</a:t>
            </a:r>
            <a:endParaRPr lang="en-US" sz="1600" b="1">
              <a:solidFill>
                <a:srgbClr val="106946"/>
              </a:solidFill>
              <a:latin typeface="Bahij TheSansArabic Bold" panose="02040503050201020203" charset="-78"/>
              <a:cs typeface="Bahij TheSansArabic Bold" panose="02040503050201020203" charset="-78"/>
            </a:endParaRPr>
          </a:p>
        </p:txBody>
      </p:sp>
      <p:sp>
        <p:nvSpPr>
          <p:cNvPr id="607" name="Rectangle: Rounded Corners 606">
            <a:extLst>
              <a:ext uri="{FF2B5EF4-FFF2-40B4-BE49-F238E27FC236}">
                <a16:creationId xmlns:a16="http://schemas.microsoft.com/office/drawing/2014/main" id="{07D660BC-696C-A32D-7F92-DB72B7A05D4B}"/>
              </a:ext>
            </a:extLst>
          </p:cNvPr>
          <p:cNvSpPr/>
          <p:nvPr/>
        </p:nvSpPr>
        <p:spPr>
          <a:xfrm>
            <a:off x="18261699"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8" name="Rectangle: Rounded Corners 607">
            <a:extLst>
              <a:ext uri="{FF2B5EF4-FFF2-40B4-BE49-F238E27FC236}">
                <a16:creationId xmlns:a16="http://schemas.microsoft.com/office/drawing/2014/main" id="{21B6961D-FCF8-DB41-8182-2102A426A0D3}"/>
              </a:ext>
            </a:extLst>
          </p:cNvPr>
          <p:cNvSpPr/>
          <p:nvPr/>
        </p:nvSpPr>
        <p:spPr>
          <a:xfrm>
            <a:off x="18261699"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9" name="Rectangle: Rounded Corners 608">
            <a:extLst>
              <a:ext uri="{FF2B5EF4-FFF2-40B4-BE49-F238E27FC236}">
                <a16:creationId xmlns:a16="http://schemas.microsoft.com/office/drawing/2014/main" id="{10FB0F9F-4876-A921-9EAC-5AE1DA621EC1}"/>
              </a:ext>
            </a:extLst>
          </p:cNvPr>
          <p:cNvSpPr/>
          <p:nvPr/>
        </p:nvSpPr>
        <p:spPr>
          <a:xfrm>
            <a:off x="18261699"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0" name="Rectangle: Rounded Corners 609">
            <a:extLst>
              <a:ext uri="{FF2B5EF4-FFF2-40B4-BE49-F238E27FC236}">
                <a16:creationId xmlns:a16="http://schemas.microsoft.com/office/drawing/2014/main" id="{E133F170-E6C7-E876-3AF5-42F632DB9F14}"/>
              </a:ext>
            </a:extLst>
          </p:cNvPr>
          <p:cNvSpPr/>
          <p:nvPr/>
        </p:nvSpPr>
        <p:spPr>
          <a:xfrm>
            <a:off x="18261699"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1" name="Rectangle: Rounded Corners 610">
            <a:extLst>
              <a:ext uri="{FF2B5EF4-FFF2-40B4-BE49-F238E27FC236}">
                <a16:creationId xmlns:a16="http://schemas.microsoft.com/office/drawing/2014/main" id="{76700576-FC71-7FD2-6166-AB467262C5C1}"/>
              </a:ext>
            </a:extLst>
          </p:cNvPr>
          <p:cNvSpPr/>
          <p:nvPr/>
        </p:nvSpPr>
        <p:spPr>
          <a:xfrm>
            <a:off x="18261699"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1" name="TextBox 620">
            <a:extLst>
              <a:ext uri="{FF2B5EF4-FFF2-40B4-BE49-F238E27FC236}">
                <a16:creationId xmlns:a16="http://schemas.microsoft.com/office/drawing/2014/main" id="{120D9499-AF51-141F-24F6-F8B87F7C3615}"/>
              </a:ext>
            </a:extLst>
          </p:cNvPr>
          <p:cNvSpPr txBox="1"/>
          <p:nvPr/>
        </p:nvSpPr>
        <p:spPr>
          <a:xfrm>
            <a:off x="18317631" y="2539034"/>
            <a:ext cx="1513335" cy="584775"/>
          </a:xfrm>
          <a:prstGeom prst="rect">
            <a:avLst/>
          </a:prstGeom>
          <a:noFill/>
        </p:spPr>
        <p:txBody>
          <a:bodyPr wrap="square" rtlCol="0">
            <a:spAutoFit/>
          </a:bodyPr>
          <a:lstStyle/>
          <a:p>
            <a:pPr algn="ctr"/>
            <a:r>
              <a:rPr lang="ar-SA" sz="1600" b="1">
                <a:solidFill>
                  <a:srgbClr val="106946"/>
                </a:solidFill>
                <a:latin typeface="Bahij TheSansArabic Bold" panose="02040503050201020203" charset="-78"/>
                <a:cs typeface="Bahij TheSansArabic Bold" panose="02040503050201020203" charset="-78"/>
              </a:rPr>
              <a:t>الإجمالي حتى سبتمبر</a:t>
            </a:r>
            <a:endParaRPr lang="en-US" sz="1600" b="1">
              <a:solidFill>
                <a:srgbClr val="106946"/>
              </a:solidFill>
              <a:latin typeface="Bahij TheSansArabic Bold" panose="02040503050201020203" charset="-78"/>
              <a:cs typeface="Bahij TheSansArabic Bold" panose="02040503050201020203" charset="-78"/>
            </a:endParaRPr>
          </a:p>
        </p:txBody>
      </p:sp>
      <p:graphicFrame>
        <p:nvGraphicFramePr>
          <p:cNvPr id="7" name="Chart 6">
            <a:extLst>
              <a:ext uri="{FF2B5EF4-FFF2-40B4-BE49-F238E27FC236}">
                <a16:creationId xmlns:a16="http://schemas.microsoft.com/office/drawing/2014/main" id="{60C5CD0A-871F-F6D5-D164-840ADDB3F572}"/>
              </a:ext>
            </a:extLst>
          </p:cNvPr>
          <p:cNvGraphicFramePr>
            <a:graphicFrameLocks noChangeAspect="1"/>
          </p:cNvGraphicFramePr>
          <p:nvPr>
            <p:extLst>
              <p:ext uri="{D42A27DB-BD31-4B8C-83A1-F6EECF244321}">
                <p14:modId xmlns:p14="http://schemas.microsoft.com/office/powerpoint/2010/main" val="1097233928"/>
              </p:ext>
            </p:extLst>
          </p:nvPr>
        </p:nvGraphicFramePr>
        <p:xfrm>
          <a:off x="12087820" y="2443600"/>
          <a:ext cx="1634354" cy="10276941"/>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8" name="Chart 7">
            <a:extLst>
              <a:ext uri="{FF2B5EF4-FFF2-40B4-BE49-F238E27FC236}">
                <a16:creationId xmlns:a16="http://schemas.microsoft.com/office/drawing/2014/main" id="{B496822D-F93C-B60F-9EB9-2F51FEB0EE96}"/>
              </a:ext>
            </a:extLst>
          </p:cNvPr>
          <p:cNvGraphicFramePr>
            <a:graphicFrameLocks noChangeAspect="1"/>
          </p:cNvGraphicFramePr>
          <p:nvPr>
            <p:extLst>
              <p:ext uri="{D42A27DB-BD31-4B8C-83A1-F6EECF244321}">
                <p14:modId xmlns:p14="http://schemas.microsoft.com/office/powerpoint/2010/main" val="4189775684"/>
              </p:ext>
            </p:extLst>
          </p:nvPr>
        </p:nvGraphicFramePr>
        <p:xfrm>
          <a:off x="14157889" y="2443600"/>
          <a:ext cx="1634354" cy="10276941"/>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1" name="Chart 10">
            <a:extLst>
              <a:ext uri="{FF2B5EF4-FFF2-40B4-BE49-F238E27FC236}">
                <a16:creationId xmlns:a16="http://schemas.microsoft.com/office/drawing/2014/main" id="{2CCD6606-AB3E-F0A1-69F5-D5D56FB61C9C}"/>
              </a:ext>
            </a:extLst>
          </p:cNvPr>
          <p:cNvGraphicFramePr>
            <a:graphicFrameLocks noChangeAspect="1"/>
          </p:cNvGraphicFramePr>
          <p:nvPr>
            <p:extLst>
              <p:ext uri="{D42A27DB-BD31-4B8C-83A1-F6EECF244321}">
                <p14:modId xmlns:p14="http://schemas.microsoft.com/office/powerpoint/2010/main" val="3294649743"/>
              </p:ext>
            </p:extLst>
          </p:nvPr>
        </p:nvGraphicFramePr>
        <p:xfrm>
          <a:off x="16227958" y="2443600"/>
          <a:ext cx="1634354" cy="10276941"/>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12" name="Chart 11">
            <a:extLst>
              <a:ext uri="{FF2B5EF4-FFF2-40B4-BE49-F238E27FC236}">
                <a16:creationId xmlns:a16="http://schemas.microsoft.com/office/drawing/2014/main" id="{A50F971C-9886-21E3-0320-4A82CDCF7462}"/>
              </a:ext>
            </a:extLst>
          </p:cNvPr>
          <p:cNvGraphicFramePr>
            <a:graphicFrameLocks noChangeAspect="1"/>
          </p:cNvGraphicFramePr>
          <p:nvPr>
            <p:extLst>
              <p:ext uri="{D42A27DB-BD31-4B8C-83A1-F6EECF244321}">
                <p14:modId xmlns:p14="http://schemas.microsoft.com/office/powerpoint/2010/main" val="2442627521"/>
              </p:ext>
            </p:extLst>
          </p:nvPr>
        </p:nvGraphicFramePr>
        <p:xfrm>
          <a:off x="18252194" y="2425357"/>
          <a:ext cx="1634354" cy="10276941"/>
        </p:xfrm>
        <a:graphic>
          <a:graphicData uri="http://schemas.openxmlformats.org/drawingml/2006/chart">
            <c:chart xmlns:c="http://schemas.openxmlformats.org/drawingml/2006/chart" xmlns:r="http://schemas.openxmlformats.org/officeDocument/2006/relationships" r:id="rId7"/>
          </a:graphicData>
        </a:graphic>
      </p:graphicFrame>
      <p:grpSp>
        <p:nvGrpSpPr>
          <p:cNvPr id="613" name="Group 612">
            <a:extLst>
              <a:ext uri="{FF2B5EF4-FFF2-40B4-BE49-F238E27FC236}">
                <a16:creationId xmlns:a16="http://schemas.microsoft.com/office/drawing/2014/main" id="{5A5164F6-B597-7CBC-C817-6F7A89BFA009}"/>
              </a:ext>
            </a:extLst>
          </p:cNvPr>
          <p:cNvGrpSpPr/>
          <p:nvPr/>
        </p:nvGrpSpPr>
        <p:grpSpPr>
          <a:xfrm>
            <a:off x="18991259" y="3104190"/>
            <a:ext cx="847611" cy="316517"/>
            <a:chOff x="-6600343" y="3070054"/>
            <a:chExt cx="846866" cy="316517"/>
          </a:xfrm>
        </p:grpSpPr>
        <p:sp>
          <p:nvSpPr>
            <p:cNvPr id="630" name="Rectangle: Rounded Corners 629">
              <a:extLst>
                <a:ext uri="{FF2B5EF4-FFF2-40B4-BE49-F238E27FC236}">
                  <a16:creationId xmlns:a16="http://schemas.microsoft.com/office/drawing/2014/main" id="{4D851AA0-7F6B-0D43-C0E0-041ECED422E2}"/>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a:t>
              </a:r>
            </a:p>
          </p:txBody>
        </p:sp>
        <p:sp>
          <p:nvSpPr>
            <p:cNvPr id="631" name="Arrow: Down 630">
              <a:extLst>
                <a:ext uri="{FF2B5EF4-FFF2-40B4-BE49-F238E27FC236}">
                  <a16:creationId xmlns:a16="http://schemas.microsoft.com/office/drawing/2014/main" id="{8B482E05-9A37-2F9C-2596-172C589EE9B5}"/>
                </a:ext>
              </a:extLst>
            </p:cNvPr>
            <p:cNvSpPr/>
            <p:nvPr/>
          </p:nvSpPr>
          <p:spPr>
            <a:xfrm rot="10800000">
              <a:off x="-5996253" y="309429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4" name="Group 613">
            <a:extLst>
              <a:ext uri="{FF2B5EF4-FFF2-40B4-BE49-F238E27FC236}">
                <a16:creationId xmlns:a16="http://schemas.microsoft.com/office/drawing/2014/main" id="{F629106B-26DC-1D17-1396-DAE305D2D4E2}"/>
              </a:ext>
            </a:extLst>
          </p:cNvPr>
          <p:cNvGrpSpPr/>
          <p:nvPr/>
        </p:nvGrpSpPr>
        <p:grpSpPr>
          <a:xfrm>
            <a:off x="18991259" y="4979848"/>
            <a:ext cx="847611" cy="310752"/>
            <a:chOff x="-6600343" y="4603178"/>
            <a:chExt cx="846866" cy="310752"/>
          </a:xfrm>
        </p:grpSpPr>
        <p:sp>
          <p:nvSpPr>
            <p:cNvPr id="628" name="Rectangle: Rounded Corners 627">
              <a:extLst>
                <a:ext uri="{FF2B5EF4-FFF2-40B4-BE49-F238E27FC236}">
                  <a16:creationId xmlns:a16="http://schemas.microsoft.com/office/drawing/2014/main" id="{CD219C28-537E-2B05-F5F2-F5CDD95709E7}"/>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0%</a:t>
              </a:r>
            </a:p>
          </p:txBody>
        </p:sp>
        <p:sp>
          <p:nvSpPr>
            <p:cNvPr id="629" name="Arrow: Down 628">
              <a:extLst>
                <a:ext uri="{FF2B5EF4-FFF2-40B4-BE49-F238E27FC236}">
                  <a16:creationId xmlns:a16="http://schemas.microsoft.com/office/drawing/2014/main" id="{C1B5EF94-6E35-7158-066B-A7F0FA61A3E1}"/>
                </a:ext>
              </a:extLst>
            </p:cNvPr>
            <p:cNvSpPr/>
            <p:nvPr/>
          </p:nvSpPr>
          <p:spPr>
            <a:xfrm rot="10800000">
              <a:off x="-5996253" y="460932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5" name="Group 614">
            <a:extLst>
              <a:ext uri="{FF2B5EF4-FFF2-40B4-BE49-F238E27FC236}">
                <a16:creationId xmlns:a16="http://schemas.microsoft.com/office/drawing/2014/main" id="{8A8C96C5-BE3D-49C8-0E9F-9CA831498F0F}"/>
              </a:ext>
            </a:extLst>
          </p:cNvPr>
          <p:cNvGrpSpPr/>
          <p:nvPr/>
        </p:nvGrpSpPr>
        <p:grpSpPr>
          <a:xfrm>
            <a:off x="18991259" y="6849741"/>
            <a:ext cx="847611" cy="310752"/>
            <a:chOff x="-6600343" y="6171548"/>
            <a:chExt cx="846866" cy="310752"/>
          </a:xfrm>
        </p:grpSpPr>
        <p:sp>
          <p:nvSpPr>
            <p:cNvPr id="626" name="Rectangle: Rounded Corners 625">
              <a:extLst>
                <a:ext uri="{FF2B5EF4-FFF2-40B4-BE49-F238E27FC236}">
                  <a16:creationId xmlns:a16="http://schemas.microsoft.com/office/drawing/2014/main" id="{DF6DA10D-FAE5-3A92-7C46-B7C68BD58FDB}"/>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50%</a:t>
              </a:r>
            </a:p>
          </p:txBody>
        </p:sp>
        <p:sp>
          <p:nvSpPr>
            <p:cNvPr id="627" name="Arrow: Down 626">
              <a:extLst>
                <a:ext uri="{FF2B5EF4-FFF2-40B4-BE49-F238E27FC236}">
                  <a16:creationId xmlns:a16="http://schemas.microsoft.com/office/drawing/2014/main" id="{00B4C6B1-2D89-78C2-8C64-CBEAB6441F44}"/>
                </a:ext>
              </a:extLst>
            </p:cNvPr>
            <p:cNvSpPr/>
            <p:nvPr/>
          </p:nvSpPr>
          <p:spPr>
            <a:xfrm rot="10800000">
              <a:off x="-5996253" y="617769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6" name="Group 615">
            <a:extLst>
              <a:ext uri="{FF2B5EF4-FFF2-40B4-BE49-F238E27FC236}">
                <a16:creationId xmlns:a16="http://schemas.microsoft.com/office/drawing/2014/main" id="{F1CBA8E2-B38A-5F00-48CD-E749AE21CFA8}"/>
              </a:ext>
            </a:extLst>
          </p:cNvPr>
          <p:cNvGrpSpPr/>
          <p:nvPr/>
        </p:nvGrpSpPr>
        <p:grpSpPr>
          <a:xfrm>
            <a:off x="18991259" y="8719634"/>
            <a:ext cx="847611" cy="310752"/>
            <a:chOff x="-6600343" y="7739918"/>
            <a:chExt cx="846866" cy="310752"/>
          </a:xfrm>
        </p:grpSpPr>
        <p:sp>
          <p:nvSpPr>
            <p:cNvPr id="624" name="Rectangle: Rounded Corners 623">
              <a:extLst>
                <a:ext uri="{FF2B5EF4-FFF2-40B4-BE49-F238E27FC236}">
                  <a16:creationId xmlns:a16="http://schemas.microsoft.com/office/drawing/2014/main" id="{BDB0E986-B5F7-A8C4-BCF7-1CACFB6D72CE}"/>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-32%</a:t>
              </a:r>
            </a:p>
          </p:txBody>
        </p:sp>
        <p:sp>
          <p:nvSpPr>
            <p:cNvPr id="625" name="Arrow: Down 624">
              <a:extLst>
                <a:ext uri="{FF2B5EF4-FFF2-40B4-BE49-F238E27FC236}">
                  <a16:creationId xmlns:a16="http://schemas.microsoft.com/office/drawing/2014/main" id="{E73C869A-F621-1B1D-E6DC-368E6D849D29}"/>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2" name="Group 31">
            <a:extLst>
              <a:ext uri="{FF2B5EF4-FFF2-40B4-BE49-F238E27FC236}">
                <a16:creationId xmlns:a16="http://schemas.microsoft.com/office/drawing/2014/main" id="{8EC44929-308B-EF83-6E2B-0DF89C299172}"/>
              </a:ext>
            </a:extLst>
          </p:cNvPr>
          <p:cNvGrpSpPr/>
          <p:nvPr/>
        </p:nvGrpSpPr>
        <p:grpSpPr>
          <a:xfrm>
            <a:off x="18991259" y="10589527"/>
            <a:ext cx="847611" cy="310752"/>
            <a:chOff x="6117941" y="9303259"/>
            <a:chExt cx="847611" cy="310752"/>
          </a:xfrm>
        </p:grpSpPr>
        <p:sp>
          <p:nvSpPr>
            <p:cNvPr id="617" name="Rectangle: Rounded Corners 616">
              <a:extLst>
                <a:ext uri="{FF2B5EF4-FFF2-40B4-BE49-F238E27FC236}">
                  <a16:creationId xmlns:a16="http://schemas.microsoft.com/office/drawing/2014/main" id="{5AFF713B-1F6D-24A3-B23E-B1FB0EE28ACB}"/>
                </a:ext>
              </a:extLst>
            </p:cNvPr>
            <p:cNvSpPr/>
            <p:nvPr/>
          </p:nvSpPr>
          <p:spPr>
            <a:xfrm>
              <a:off x="6117941"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618" name="Arrow: Down 617">
              <a:extLst>
                <a:ext uri="{FF2B5EF4-FFF2-40B4-BE49-F238E27FC236}">
                  <a16:creationId xmlns:a16="http://schemas.microsoft.com/office/drawing/2014/main" id="{E768A28E-9B84-EFC0-29FA-99CB12409EAB}"/>
                </a:ext>
              </a:extLst>
            </p:cNvPr>
            <p:cNvSpPr/>
            <p:nvPr/>
          </p:nvSpPr>
          <p:spPr>
            <a:xfrm rot="10800000">
              <a:off x="6724596"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7" name="Group 586">
            <a:extLst>
              <a:ext uri="{FF2B5EF4-FFF2-40B4-BE49-F238E27FC236}">
                <a16:creationId xmlns:a16="http://schemas.microsoft.com/office/drawing/2014/main" id="{41E67761-9898-C290-D10F-5459C367A62A}"/>
              </a:ext>
            </a:extLst>
          </p:cNvPr>
          <p:cNvGrpSpPr/>
          <p:nvPr/>
        </p:nvGrpSpPr>
        <p:grpSpPr>
          <a:xfrm>
            <a:off x="16919332" y="3104190"/>
            <a:ext cx="847611" cy="316517"/>
            <a:chOff x="-6600343" y="3070054"/>
            <a:chExt cx="846866" cy="316517"/>
          </a:xfrm>
        </p:grpSpPr>
        <p:sp>
          <p:nvSpPr>
            <p:cNvPr id="604" name="Rectangle: Rounded Corners 603">
              <a:extLst>
                <a:ext uri="{FF2B5EF4-FFF2-40B4-BE49-F238E27FC236}">
                  <a16:creationId xmlns:a16="http://schemas.microsoft.com/office/drawing/2014/main" id="{E5E83A76-BF02-1BD8-8041-2B121C63EEEB}"/>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-56%</a:t>
              </a:r>
            </a:p>
          </p:txBody>
        </p:sp>
        <p:sp>
          <p:nvSpPr>
            <p:cNvPr id="605" name="Arrow: Down 604">
              <a:extLst>
                <a:ext uri="{FF2B5EF4-FFF2-40B4-BE49-F238E27FC236}">
                  <a16:creationId xmlns:a16="http://schemas.microsoft.com/office/drawing/2014/main" id="{BB1AF6D7-78ED-8476-CEFD-905221FFBC88}"/>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8" name="Group 587">
            <a:extLst>
              <a:ext uri="{FF2B5EF4-FFF2-40B4-BE49-F238E27FC236}">
                <a16:creationId xmlns:a16="http://schemas.microsoft.com/office/drawing/2014/main" id="{3E64E562-5A83-5E36-C354-96996EE0FDDC}"/>
              </a:ext>
            </a:extLst>
          </p:cNvPr>
          <p:cNvGrpSpPr/>
          <p:nvPr/>
        </p:nvGrpSpPr>
        <p:grpSpPr>
          <a:xfrm>
            <a:off x="16919332" y="4979848"/>
            <a:ext cx="847611" cy="310752"/>
            <a:chOff x="-6600343" y="4603178"/>
            <a:chExt cx="846866" cy="310752"/>
          </a:xfrm>
        </p:grpSpPr>
        <p:sp>
          <p:nvSpPr>
            <p:cNvPr id="602" name="Rectangle: Rounded Corners 601">
              <a:extLst>
                <a:ext uri="{FF2B5EF4-FFF2-40B4-BE49-F238E27FC236}">
                  <a16:creationId xmlns:a16="http://schemas.microsoft.com/office/drawing/2014/main" id="{B0F128A0-D15C-AED3-090E-0DE0136C0B05}"/>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-19%</a:t>
              </a:r>
            </a:p>
          </p:txBody>
        </p:sp>
        <p:sp>
          <p:nvSpPr>
            <p:cNvPr id="603" name="Arrow: Down 602">
              <a:extLst>
                <a:ext uri="{FF2B5EF4-FFF2-40B4-BE49-F238E27FC236}">
                  <a16:creationId xmlns:a16="http://schemas.microsoft.com/office/drawing/2014/main" id="{2CD18D91-2BF2-AD58-8212-19ED82169FDF}"/>
                </a:ext>
              </a:extLst>
            </p:cNvPr>
            <p:cNvSpPr/>
            <p:nvPr/>
          </p:nvSpPr>
          <p:spPr>
            <a:xfrm>
              <a:off x="-5996253" y="460932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9" name="Group 588">
            <a:extLst>
              <a:ext uri="{FF2B5EF4-FFF2-40B4-BE49-F238E27FC236}">
                <a16:creationId xmlns:a16="http://schemas.microsoft.com/office/drawing/2014/main" id="{56B5B7A3-5CA0-5639-B1D5-223C8BB4CE44}"/>
              </a:ext>
            </a:extLst>
          </p:cNvPr>
          <p:cNvGrpSpPr/>
          <p:nvPr/>
        </p:nvGrpSpPr>
        <p:grpSpPr>
          <a:xfrm>
            <a:off x="16919332" y="6849741"/>
            <a:ext cx="847611" cy="310752"/>
            <a:chOff x="-6600343" y="6171548"/>
            <a:chExt cx="846866" cy="310752"/>
          </a:xfrm>
        </p:grpSpPr>
        <p:sp>
          <p:nvSpPr>
            <p:cNvPr id="600" name="Rectangle: Rounded Corners 599">
              <a:extLst>
                <a:ext uri="{FF2B5EF4-FFF2-40B4-BE49-F238E27FC236}">
                  <a16:creationId xmlns:a16="http://schemas.microsoft.com/office/drawing/2014/main" id="{922E9FF1-F12E-1B35-067C-78F41B428550}"/>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-12%</a:t>
              </a:r>
            </a:p>
          </p:txBody>
        </p:sp>
        <p:sp>
          <p:nvSpPr>
            <p:cNvPr id="601" name="Arrow: Down 600">
              <a:extLst>
                <a:ext uri="{FF2B5EF4-FFF2-40B4-BE49-F238E27FC236}">
                  <a16:creationId xmlns:a16="http://schemas.microsoft.com/office/drawing/2014/main" id="{1EE15B28-F9E7-700E-DE17-5607CC85BE1E}"/>
                </a:ext>
              </a:extLst>
            </p:cNvPr>
            <p:cNvSpPr/>
            <p:nvPr/>
          </p:nvSpPr>
          <p:spPr>
            <a:xfrm>
              <a:off x="-5996253" y="61776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90" name="Group 589">
            <a:extLst>
              <a:ext uri="{FF2B5EF4-FFF2-40B4-BE49-F238E27FC236}">
                <a16:creationId xmlns:a16="http://schemas.microsoft.com/office/drawing/2014/main" id="{166E8A7A-D254-74B1-CCD5-71BE4C28DB6C}"/>
              </a:ext>
            </a:extLst>
          </p:cNvPr>
          <p:cNvGrpSpPr/>
          <p:nvPr/>
        </p:nvGrpSpPr>
        <p:grpSpPr>
          <a:xfrm>
            <a:off x="16919332" y="8719634"/>
            <a:ext cx="847611" cy="310752"/>
            <a:chOff x="-6600343" y="7739918"/>
            <a:chExt cx="846866" cy="310752"/>
          </a:xfrm>
        </p:grpSpPr>
        <p:sp>
          <p:nvSpPr>
            <p:cNvPr id="598" name="Rectangle: Rounded Corners 597">
              <a:extLst>
                <a:ext uri="{FF2B5EF4-FFF2-40B4-BE49-F238E27FC236}">
                  <a16:creationId xmlns:a16="http://schemas.microsoft.com/office/drawing/2014/main" id="{84873BCC-E288-9F4C-E343-405C526F2E6C}"/>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-22%</a:t>
              </a:r>
            </a:p>
          </p:txBody>
        </p:sp>
        <p:sp>
          <p:nvSpPr>
            <p:cNvPr id="599" name="Arrow: Down 598">
              <a:extLst>
                <a:ext uri="{FF2B5EF4-FFF2-40B4-BE49-F238E27FC236}">
                  <a16:creationId xmlns:a16="http://schemas.microsoft.com/office/drawing/2014/main" id="{492A501A-ABA5-8308-9BB3-B309FE2FD049}"/>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0" name="Group 29">
            <a:extLst>
              <a:ext uri="{FF2B5EF4-FFF2-40B4-BE49-F238E27FC236}">
                <a16:creationId xmlns:a16="http://schemas.microsoft.com/office/drawing/2014/main" id="{D7D03B8C-A242-EE17-6053-E559789E53FA}"/>
              </a:ext>
            </a:extLst>
          </p:cNvPr>
          <p:cNvGrpSpPr/>
          <p:nvPr/>
        </p:nvGrpSpPr>
        <p:grpSpPr>
          <a:xfrm>
            <a:off x="16919332" y="10589527"/>
            <a:ext cx="847611" cy="310752"/>
            <a:chOff x="4404594" y="9303259"/>
            <a:chExt cx="847611" cy="310752"/>
          </a:xfrm>
        </p:grpSpPr>
        <p:sp>
          <p:nvSpPr>
            <p:cNvPr id="591" name="Rectangle: Rounded Corners 590">
              <a:extLst>
                <a:ext uri="{FF2B5EF4-FFF2-40B4-BE49-F238E27FC236}">
                  <a16:creationId xmlns:a16="http://schemas.microsoft.com/office/drawing/2014/main" id="{4E24C855-5CD5-4FFD-3B53-BEDB4DB5BD67}"/>
                </a:ext>
              </a:extLst>
            </p:cNvPr>
            <p:cNvSpPr/>
            <p:nvPr/>
          </p:nvSpPr>
          <p:spPr>
            <a:xfrm>
              <a:off x="4404594"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11%</a:t>
              </a:r>
            </a:p>
          </p:txBody>
        </p:sp>
        <p:sp>
          <p:nvSpPr>
            <p:cNvPr id="592" name="Arrow: Down 591">
              <a:extLst>
                <a:ext uri="{FF2B5EF4-FFF2-40B4-BE49-F238E27FC236}">
                  <a16:creationId xmlns:a16="http://schemas.microsoft.com/office/drawing/2014/main" id="{BDC06B5E-ED23-0269-4163-E6BAED4BCB0D}"/>
                </a:ext>
              </a:extLst>
            </p:cNvPr>
            <p:cNvSpPr/>
            <p:nvPr/>
          </p:nvSpPr>
          <p:spPr>
            <a:xfrm rot="10800000">
              <a:off x="5011249"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1" name="Group 560">
            <a:extLst>
              <a:ext uri="{FF2B5EF4-FFF2-40B4-BE49-F238E27FC236}">
                <a16:creationId xmlns:a16="http://schemas.microsoft.com/office/drawing/2014/main" id="{F5AA3262-B859-4145-6581-FF7859C1C76C}"/>
              </a:ext>
            </a:extLst>
          </p:cNvPr>
          <p:cNvGrpSpPr/>
          <p:nvPr/>
        </p:nvGrpSpPr>
        <p:grpSpPr>
          <a:xfrm>
            <a:off x="14847405" y="3104190"/>
            <a:ext cx="847611" cy="316517"/>
            <a:chOff x="-6600343" y="3070054"/>
            <a:chExt cx="846866" cy="316517"/>
          </a:xfrm>
        </p:grpSpPr>
        <p:sp>
          <p:nvSpPr>
            <p:cNvPr id="578" name="Rectangle: Rounded Corners 577">
              <a:extLst>
                <a:ext uri="{FF2B5EF4-FFF2-40B4-BE49-F238E27FC236}">
                  <a16:creationId xmlns:a16="http://schemas.microsoft.com/office/drawing/2014/main" id="{258B8AC4-FC86-8C5F-EBEC-9B7A21399843}"/>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-4%</a:t>
              </a:r>
            </a:p>
          </p:txBody>
        </p:sp>
        <p:sp>
          <p:nvSpPr>
            <p:cNvPr id="579" name="Arrow: Down 578">
              <a:extLst>
                <a:ext uri="{FF2B5EF4-FFF2-40B4-BE49-F238E27FC236}">
                  <a16:creationId xmlns:a16="http://schemas.microsoft.com/office/drawing/2014/main" id="{2A34ED3C-A304-9A28-23F3-177C923B4024}"/>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2" name="Group 561">
            <a:extLst>
              <a:ext uri="{FF2B5EF4-FFF2-40B4-BE49-F238E27FC236}">
                <a16:creationId xmlns:a16="http://schemas.microsoft.com/office/drawing/2014/main" id="{E20F13BC-A37E-09F7-E3B5-B22727949529}"/>
              </a:ext>
            </a:extLst>
          </p:cNvPr>
          <p:cNvGrpSpPr/>
          <p:nvPr/>
        </p:nvGrpSpPr>
        <p:grpSpPr>
          <a:xfrm>
            <a:off x="14847405" y="4979848"/>
            <a:ext cx="847611" cy="310752"/>
            <a:chOff x="-6600343" y="4603178"/>
            <a:chExt cx="846866" cy="310752"/>
          </a:xfrm>
        </p:grpSpPr>
        <p:sp>
          <p:nvSpPr>
            <p:cNvPr id="576" name="Rectangle: Rounded Corners 575">
              <a:extLst>
                <a:ext uri="{FF2B5EF4-FFF2-40B4-BE49-F238E27FC236}">
                  <a16:creationId xmlns:a16="http://schemas.microsoft.com/office/drawing/2014/main" id="{20ED13F2-2347-DD96-6B78-B53502DAFC10}"/>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2%</a:t>
              </a:r>
            </a:p>
          </p:txBody>
        </p:sp>
        <p:sp>
          <p:nvSpPr>
            <p:cNvPr id="577" name="Arrow: Down 576">
              <a:extLst>
                <a:ext uri="{FF2B5EF4-FFF2-40B4-BE49-F238E27FC236}">
                  <a16:creationId xmlns:a16="http://schemas.microsoft.com/office/drawing/2014/main" id="{8CA931E2-1266-B138-3824-B047EF20F2A1}"/>
                </a:ext>
              </a:extLst>
            </p:cNvPr>
            <p:cNvSpPr/>
            <p:nvPr/>
          </p:nvSpPr>
          <p:spPr>
            <a:xfrm rot="10800000">
              <a:off x="-5996253" y="460932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3" name="Group 562">
            <a:extLst>
              <a:ext uri="{FF2B5EF4-FFF2-40B4-BE49-F238E27FC236}">
                <a16:creationId xmlns:a16="http://schemas.microsoft.com/office/drawing/2014/main" id="{E9C8E0FF-13D8-E516-E9FE-D63F013C8562}"/>
              </a:ext>
            </a:extLst>
          </p:cNvPr>
          <p:cNvGrpSpPr/>
          <p:nvPr/>
        </p:nvGrpSpPr>
        <p:grpSpPr>
          <a:xfrm>
            <a:off x="14847405" y="6849741"/>
            <a:ext cx="847611" cy="310752"/>
            <a:chOff x="-6600343" y="6171548"/>
            <a:chExt cx="846866" cy="310752"/>
          </a:xfrm>
        </p:grpSpPr>
        <p:sp>
          <p:nvSpPr>
            <p:cNvPr id="574" name="Rectangle: Rounded Corners 573">
              <a:extLst>
                <a:ext uri="{FF2B5EF4-FFF2-40B4-BE49-F238E27FC236}">
                  <a16:creationId xmlns:a16="http://schemas.microsoft.com/office/drawing/2014/main" id="{132A8D69-7CC1-134A-EFAB-B80FC5146EDB}"/>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-24%</a:t>
              </a:r>
            </a:p>
          </p:txBody>
        </p:sp>
        <p:sp>
          <p:nvSpPr>
            <p:cNvPr id="575" name="Arrow: Down 574">
              <a:extLst>
                <a:ext uri="{FF2B5EF4-FFF2-40B4-BE49-F238E27FC236}">
                  <a16:creationId xmlns:a16="http://schemas.microsoft.com/office/drawing/2014/main" id="{057775FD-30F3-79C0-82EF-AF48AA5FCBC6}"/>
                </a:ext>
              </a:extLst>
            </p:cNvPr>
            <p:cNvSpPr/>
            <p:nvPr/>
          </p:nvSpPr>
          <p:spPr>
            <a:xfrm>
              <a:off x="-5996253" y="61776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4" name="Group 563">
            <a:extLst>
              <a:ext uri="{FF2B5EF4-FFF2-40B4-BE49-F238E27FC236}">
                <a16:creationId xmlns:a16="http://schemas.microsoft.com/office/drawing/2014/main" id="{21AE2629-D31D-977E-74C7-67D26DAEEB18}"/>
              </a:ext>
            </a:extLst>
          </p:cNvPr>
          <p:cNvGrpSpPr/>
          <p:nvPr/>
        </p:nvGrpSpPr>
        <p:grpSpPr>
          <a:xfrm>
            <a:off x="14847405" y="8719634"/>
            <a:ext cx="847611" cy="310752"/>
            <a:chOff x="-6600343" y="7739918"/>
            <a:chExt cx="846866" cy="310752"/>
          </a:xfrm>
        </p:grpSpPr>
        <p:sp>
          <p:nvSpPr>
            <p:cNvPr id="572" name="Rectangle: Rounded Corners 571">
              <a:extLst>
                <a:ext uri="{FF2B5EF4-FFF2-40B4-BE49-F238E27FC236}">
                  <a16:creationId xmlns:a16="http://schemas.microsoft.com/office/drawing/2014/main" id="{34C26535-C529-5844-60E4-C2440BE3CA31}"/>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-35%</a:t>
              </a:r>
            </a:p>
          </p:txBody>
        </p:sp>
        <p:sp>
          <p:nvSpPr>
            <p:cNvPr id="573" name="Arrow: Down 572">
              <a:extLst>
                <a:ext uri="{FF2B5EF4-FFF2-40B4-BE49-F238E27FC236}">
                  <a16:creationId xmlns:a16="http://schemas.microsoft.com/office/drawing/2014/main" id="{0045825F-9ECE-31EF-7D54-E01AD6A64CD6}"/>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646E2B42-CC3F-2260-26A5-CC8C99449431}"/>
              </a:ext>
            </a:extLst>
          </p:cNvPr>
          <p:cNvGrpSpPr/>
          <p:nvPr/>
        </p:nvGrpSpPr>
        <p:grpSpPr>
          <a:xfrm>
            <a:off x="14847405" y="10589527"/>
            <a:ext cx="847611" cy="310752"/>
            <a:chOff x="2691247" y="9303259"/>
            <a:chExt cx="847611" cy="310752"/>
          </a:xfrm>
        </p:grpSpPr>
        <p:sp>
          <p:nvSpPr>
            <p:cNvPr id="565" name="Rectangle: Rounded Corners 564">
              <a:extLst>
                <a:ext uri="{FF2B5EF4-FFF2-40B4-BE49-F238E27FC236}">
                  <a16:creationId xmlns:a16="http://schemas.microsoft.com/office/drawing/2014/main" id="{A0B4BEA7-2EAD-DE5C-6497-9A7F1CD733FA}"/>
                </a:ext>
              </a:extLst>
            </p:cNvPr>
            <p:cNvSpPr/>
            <p:nvPr/>
          </p:nvSpPr>
          <p:spPr>
            <a:xfrm>
              <a:off x="2691247"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566" name="Arrow: Down 565">
              <a:extLst>
                <a:ext uri="{FF2B5EF4-FFF2-40B4-BE49-F238E27FC236}">
                  <a16:creationId xmlns:a16="http://schemas.microsoft.com/office/drawing/2014/main" id="{D87B631B-7293-F71D-8C73-9D26CB2599F1}"/>
                </a:ext>
              </a:extLst>
            </p:cNvPr>
            <p:cNvSpPr/>
            <p:nvPr/>
          </p:nvSpPr>
          <p:spPr>
            <a:xfrm rot="10800000">
              <a:off x="3297902"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1" name="Group 270">
            <a:extLst>
              <a:ext uri="{FF2B5EF4-FFF2-40B4-BE49-F238E27FC236}">
                <a16:creationId xmlns:a16="http://schemas.microsoft.com/office/drawing/2014/main" id="{6896D789-F1FF-D344-FFB2-4AD3EDA8D596}"/>
              </a:ext>
            </a:extLst>
          </p:cNvPr>
          <p:cNvGrpSpPr/>
          <p:nvPr/>
        </p:nvGrpSpPr>
        <p:grpSpPr>
          <a:xfrm>
            <a:off x="12775478" y="3104190"/>
            <a:ext cx="847611" cy="316517"/>
            <a:chOff x="-6600343" y="3070054"/>
            <a:chExt cx="846866" cy="316517"/>
          </a:xfrm>
        </p:grpSpPr>
        <p:sp>
          <p:nvSpPr>
            <p:cNvPr id="312" name="Rectangle: Rounded Corners 311">
              <a:extLst>
                <a:ext uri="{FF2B5EF4-FFF2-40B4-BE49-F238E27FC236}">
                  <a16:creationId xmlns:a16="http://schemas.microsoft.com/office/drawing/2014/main" id="{C6AF0CDC-08C3-6A03-4B95-2FE9AAFE6FF8}"/>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-39%</a:t>
              </a:r>
            </a:p>
          </p:txBody>
        </p:sp>
        <p:sp>
          <p:nvSpPr>
            <p:cNvPr id="313" name="Arrow: Down 312">
              <a:extLst>
                <a:ext uri="{FF2B5EF4-FFF2-40B4-BE49-F238E27FC236}">
                  <a16:creationId xmlns:a16="http://schemas.microsoft.com/office/drawing/2014/main" id="{47D3F187-C4D8-7CF8-648D-9945351A671C}"/>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2" name="Group 271">
            <a:extLst>
              <a:ext uri="{FF2B5EF4-FFF2-40B4-BE49-F238E27FC236}">
                <a16:creationId xmlns:a16="http://schemas.microsoft.com/office/drawing/2014/main" id="{41BE0D3F-7583-9FDD-3AE8-B15643E338AB}"/>
              </a:ext>
            </a:extLst>
          </p:cNvPr>
          <p:cNvGrpSpPr/>
          <p:nvPr/>
        </p:nvGrpSpPr>
        <p:grpSpPr>
          <a:xfrm>
            <a:off x="12775478" y="4979848"/>
            <a:ext cx="847611" cy="310752"/>
            <a:chOff x="-6600343" y="4603178"/>
            <a:chExt cx="846866" cy="310752"/>
          </a:xfrm>
        </p:grpSpPr>
        <p:sp>
          <p:nvSpPr>
            <p:cNvPr id="310" name="Rectangle: Rounded Corners 309">
              <a:extLst>
                <a:ext uri="{FF2B5EF4-FFF2-40B4-BE49-F238E27FC236}">
                  <a16:creationId xmlns:a16="http://schemas.microsoft.com/office/drawing/2014/main" id="{EBBEAA1A-0B06-E795-DCA0-62FBFEF89BD5}"/>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-19%</a:t>
              </a:r>
            </a:p>
          </p:txBody>
        </p:sp>
        <p:sp>
          <p:nvSpPr>
            <p:cNvPr id="311" name="Arrow: Down 310">
              <a:extLst>
                <a:ext uri="{FF2B5EF4-FFF2-40B4-BE49-F238E27FC236}">
                  <a16:creationId xmlns:a16="http://schemas.microsoft.com/office/drawing/2014/main" id="{0F326441-3DB2-7D0E-64AE-9FCBB8059F98}"/>
                </a:ext>
              </a:extLst>
            </p:cNvPr>
            <p:cNvSpPr/>
            <p:nvPr/>
          </p:nvSpPr>
          <p:spPr>
            <a:xfrm>
              <a:off x="-5996253" y="460932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3" name="Group 272">
            <a:extLst>
              <a:ext uri="{FF2B5EF4-FFF2-40B4-BE49-F238E27FC236}">
                <a16:creationId xmlns:a16="http://schemas.microsoft.com/office/drawing/2014/main" id="{437D9806-0725-AB44-26C5-12AFFFF13F94}"/>
              </a:ext>
            </a:extLst>
          </p:cNvPr>
          <p:cNvGrpSpPr/>
          <p:nvPr/>
        </p:nvGrpSpPr>
        <p:grpSpPr>
          <a:xfrm>
            <a:off x="12775478" y="6849741"/>
            <a:ext cx="847611" cy="310752"/>
            <a:chOff x="-6600343" y="6171548"/>
            <a:chExt cx="846866" cy="310752"/>
          </a:xfrm>
        </p:grpSpPr>
        <p:sp>
          <p:nvSpPr>
            <p:cNvPr id="308" name="Rectangle: Rounded Corners 307">
              <a:extLst>
                <a:ext uri="{FF2B5EF4-FFF2-40B4-BE49-F238E27FC236}">
                  <a16:creationId xmlns:a16="http://schemas.microsoft.com/office/drawing/2014/main" id="{C62E23B9-5A77-DBC8-8FF8-8EE176074112}"/>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-23%</a:t>
              </a:r>
            </a:p>
          </p:txBody>
        </p:sp>
        <p:sp>
          <p:nvSpPr>
            <p:cNvPr id="309" name="Arrow: Down 308">
              <a:extLst>
                <a:ext uri="{FF2B5EF4-FFF2-40B4-BE49-F238E27FC236}">
                  <a16:creationId xmlns:a16="http://schemas.microsoft.com/office/drawing/2014/main" id="{3BFA4FC9-EC23-5D68-101C-473056797668}"/>
                </a:ext>
              </a:extLst>
            </p:cNvPr>
            <p:cNvSpPr/>
            <p:nvPr/>
          </p:nvSpPr>
          <p:spPr>
            <a:xfrm>
              <a:off x="-5996253" y="61776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4" name="Group 273">
            <a:extLst>
              <a:ext uri="{FF2B5EF4-FFF2-40B4-BE49-F238E27FC236}">
                <a16:creationId xmlns:a16="http://schemas.microsoft.com/office/drawing/2014/main" id="{DD54FB3E-9954-4DAE-CE94-C5F2009A814B}"/>
              </a:ext>
            </a:extLst>
          </p:cNvPr>
          <p:cNvGrpSpPr/>
          <p:nvPr/>
        </p:nvGrpSpPr>
        <p:grpSpPr>
          <a:xfrm>
            <a:off x="12775478" y="8719634"/>
            <a:ext cx="847611" cy="310752"/>
            <a:chOff x="-6600343" y="7739918"/>
            <a:chExt cx="846866" cy="310752"/>
          </a:xfrm>
        </p:grpSpPr>
        <p:sp>
          <p:nvSpPr>
            <p:cNvPr id="306" name="Rectangle: Rounded Corners 305">
              <a:extLst>
                <a:ext uri="{FF2B5EF4-FFF2-40B4-BE49-F238E27FC236}">
                  <a16:creationId xmlns:a16="http://schemas.microsoft.com/office/drawing/2014/main" id="{2919D0AE-1780-6A01-2404-83FD56B7C8BB}"/>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-35%</a:t>
              </a:r>
            </a:p>
          </p:txBody>
        </p:sp>
        <p:sp>
          <p:nvSpPr>
            <p:cNvPr id="307" name="Arrow: Down 306">
              <a:extLst>
                <a:ext uri="{FF2B5EF4-FFF2-40B4-BE49-F238E27FC236}">
                  <a16:creationId xmlns:a16="http://schemas.microsoft.com/office/drawing/2014/main" id="{C72F4FCB-795F-5CC3-AE9F-23B5E29F608E}"/>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 name="Group 9">
            <a:extLst>
              <a:ext uri="{FF2B5EF4-FFF2-40B4-BE49-F238E27FC236}">
                <a16:creationId xmlns:a16="http://schemas.microsoft.com/office/drawing/2014/main" id="{547905BC-C28A-7DF6-B9DE-6952839508C1}"/>
              </a:ext>
            </a:extLst>
          </p:cNvPr>
          <p:cNvGrpSpPr/>
          <p:nvPr/>
        </p:nvGrpSpPr>
        <p:grpSpPr>
          <a:xfrm>
            <a:off x="12775478" y="10589527"/>
            <a:ext cx="847611" cy="310752"/>
            <a:chOff x="977900" y="9303259"/>
            <a:chExt cx="847611" cy="310752"/>
          </a:xfrm>
        </p:grpSpPr>
        <p:sp>
          <p:nvSpPr>
            <p:cNvPr id="275" name="Rectangle: Rounded Corners 274">
              <a:extLst>
                <a:ext uri="{FF2B5EF4-FFF2-40B4-BE49-F238E27FC236}">
                  <a16:creationId xmlns:a16="http://schemas.microsoft.com/office/drawing/2014/main" id="{E34C550E-C7E8-D8EF-05E2-C4986297A5EB}"/>
                </a:ext>
              </a:extLst>
            </p:cNvPr>
            <p:cNvSpPr/>
            <p:nvPr/>
          </p:nvSpPr>
          <p:spPr>
            <a:xfrm>
              <a:off x="977900"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276" name="Arrow: Down 275">
              <a:extLst>
                <a:ext uri="{FF2B5EF4-FFF2-40B4-BE49-F238E27FC236}">
                  <a16:creationId xmlns:a16="http://schemas.microsoft.com/office/drawing/2014/main" id="{60C83694-3056-077F-76A7-467C616E32BD}"/>
                </a:ext>
              </a:extLst>
            </p:cNvPr>
            <p:cNvSpPr/>
            <p:nvPr/>
          </p:nvSpPr>
          <p:spPr>
            <a:xfrm rot="10800000">
              <a:off x="1584555"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59" name="Rectangle: Rounded Corners 358">
            <a:extLst>
              <a:ext uri="{FF2B5EF4-FFF2-40B4-BE49-F238E27FC236}">
                <a16:creationId xmlns:a16="http://schemas.microsoft.com/office/drawing/2014/main" id="{5357C98F-9973-4BE5-A41D-354D293713EF}"/>
              </a:ext>
            </a:extLst>
          </p:cNvPr>
          <p:cNvSpPr/>
          <p:nvPr/>
        </p:nvSpPr>
        <p:spPr>
          <a:xfrm>
            <a:off x="9960436" y="30596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 name="Rectangle: Rounded Corners 360">
            <a:extLst>
              <a:ext uri="{FF2B5EF4-FFF2-40B4-BE49-F238E27FC236}">
                <a16:creationId xmlns:a16="http://schemas.microsoft.com/office/drawing/2014/main" id="{28FB5A69-B6E2-4026-BB41-8BACD2697AF0}"/>
              </a:ext>
            </a:extLst>
          </p:cNvPr>
          <p:cNvSpPr/>
          <p:nvPr/>
        </p:nvSpPr>
        <p:spPr>
          <a:xfrm>
            <a:off x="9960436" y="49305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 name="Rectangle: Rounded Corners 363">
            <a:extLst>
              <a:ext uri="{FF2B5EF4-FFF2-40B4-BE49-F238E27FC236}">
                <a16:creationId xmlns:a16="http://schemas.microsoft.com/office/drawing/2014/main" id="{5D7C9587-565E-4A55-ACE8-947245F33FD5}"/>
              </a:ext>
            </a:extLst>
          </p:cNvPr>
          <p:cNvSpPr/>
          <p:nvPr/>
        </p:nvSpPr>
        <p:spPr>
          <a:xfrm>
            <a:off x="9960436" y="68014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 name="Rectangle: Rounded Corners 364">
            <a:extLst>
              <a:ext uri="{FF2B5EF4-FFF2-40B4-BE49-F238E27FC236}">
                <a16:creationId xmlns:a16="http://schemas.microsoft.com/office/drawing/2014/main" id="{858837B3-6F58-437C-88DD-5B35F9E479BC}"/>
              </a:ext>
            </a:extLst>
          </p:cNvPr>
          <p:cNvSpPr/>
          <p:nvPr/>
        </p:nvSpPr>
        <p:spPr>
          <a:xfrm>
            <a:off x="9960436" y="867226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6" name="Rectangle: Rounded Corners 365">
            <a:extLst>
              <a:ext uri="{FF2B5EF4-FFF2-40B4-BE49-F238E27FC236}">
                <a16:creationId xmlns:a16="http://schemas.microsoft.com/office/drawing/2014/main" id="{7B5CC64E-7D3D-4DA4-970B-A43A287BD81C}"/>
              </a:ext>
            </a:extLst>
          </p:cNvPr>
          <p:cNvSpPr/>
          <p:nvPr/>
        </p:nvSpPr>
        <p:spPr>
          <a:xfrm>
            <a:off x="9960436" y="1054312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 name="TextBox 367">
            <a:extLst>
              <a:ext uri="{FF2B5EF4-FFF2-40B4-BE49-F238E27FC236}">
                <a16:creationId xmlns:a16="http://schemas.microsoft.com/office/drawing/2014/main" id="{559BD6A4-90AF-4214-A5D4-485CF5FF0F9E}"/>
              </a:ext>
            </a:extLst>
          </p:cNvPr>
          <p:cNvSpPr txBox="1"/>
          <p:nvPr/>
        </p:nvSpPr>
        <p:spPr>
          <a:xfrm>
            <a:off x="10166547" y="2503858"/>
            <a:ext cx="1211402" cy="338554"/>
          </a:xfrm>
          <a:prstGeom prst="rect">
            <a:avLst/>
          </a:prstGeom>
          <a:noFill/>
        </p:spPr>
        <p:txBody>
          <a:bodyPr wrap="square" rtlCol="0">
            <a:spAutoFit/>
          </a:bodyPr>
          <a:lstStyle/>
          <a:p>
            <a:pPr algn="ctr"/>
            <a:r>
              <a:rPr lang="ar-SA" sz="1600" b="1">
                <a:solidFill>
                  <a:srgbClr val="106946"/>
                </a:solidFill>
                <a:latin typeface="Bahij TheSansArabic Bold" panose="02040503050201020203" charset="-78"/>
                <a:cs typeface="Bahij TheSansArabic Bold" panose="02040503050201020203" charset="-78"/>
              </a:rPr>
              <a:t>الإجمالي</a:t>
            </a:r>
            <a:endParaRPr lang="en-US" sz="1600" b="1">
              <a:solidFill>
                <a:srgbClr val="106946"/>
              </a:solidFill>
              <a:latin typeface="Bahij TheSansArabic Bold" panose="02040503050201020203" charset="-78"/>
              <a:cs typeface="Bahij TheSansArabic Bold" panose="02040503050201020203" charset="-78"/>
            </a:endParaRPr>
          </a:p>
        </p:txBody>
      </p:sp>
      <p:graphicFrame>
        <p:nvGraphicFramePr>
          <p:cNvPr id="369" name="Chart 368">
            <a:extLst>
              <a:ext uri="{FF2B5EF4-FFF2-40B4-BE49-F238E27FC236}">
                <a16:creationId xmlns:a16="http://schemas.microsoft.com/office/drawing/2014/main" id="{22B26B92-0135-4FA1-A293-5785995289AC}"/>
              </a:ext>
            </a:extLst>
          </p:cNvPr>
          <p:cNvGraphicFramePr>
            <a:graphicFrameLocks noChangeAspect="1"/>
          </p:cNvGraphicFramePr>
          <p:nvPr>
            <p:extLst>
              <p:ext uri="{D42A27DB-BD31-4B8C-83A1-F6EECF244321}">
                <p14:modId xmlns:p14="http://schemas.microsoft.com/office/powerpoint/2010/main" val="3629052449"/>
              </p:ext>
            </p:extLst>
          </p:nvPr>
        </p:nvGraphicFramePr>
        <p:xfrm>
          <a:off x="9980223" y="2389010"/>
          <a:ext cx="1634354" cy="10276941"/>
        </p:xfrm>
        <a:graphic>
          <a:graphicData uri="http://schemas.openxmlformats.org/drawingml/2006/chart">
            <c:chart xmlns:c="http://schemas.openxmlformats.org/drawingml/2006/chart" xmlns:r="http://schemas.openxmlformats.org/officeDocument/2006/relationships" r:id="rId8"/>
          </a:graphicData>
        </a:graphic>
      </p:graphicFrame>
      <p:grpSp>
        <p:nvGrpSpPr>
          <p:cNvPr id="370" name="Group 369">
            <a:extLst>
              <a:ext uri="{FF2B5EF4-FFF2-40B4-BE49-F238E27FC236}">
                <a16:creationId xmlns:a16="http://schemas.microsoft.com/office/drawing/2014/main" id="{A0EAD65E-6E24-4619-BC4E-54D189F68667}"/>
              </a:ext>
            </a:extLst>
          </p:cNvPr>
          <p:cNvGrpSpPr/>
          <p:nvPr/>
        </p:nvGrpSpPr>
        <p:grpSpPr>
          <a:xfrm>
            <a:off x="10689996" y="3069014"/>
            <a:ext cx="847611" cy="316517"/>
            <a:chOff x="-6600343" y="3070054"/>
            <a:chExt cx="846866" cy="316517"/>
          </a:xfrm>
        </p:grpSpPr>
        <p:sp>
          <p:nvSpPr>
            <p:cNvPr id="371" name="Rectangle: Rounded Corners 370">
              <a:extLst>
                <a:ext uri="{FF2B5EF4-FFF2-40B4-BE49-F238E27FC236}">
                  <a16:creationId xmlns:a16="http://schemas.microsoft.com/office/drawing/2014/main" id="{1D1DAF71-750D-4036-90EF-BF98F8DDCCCE}"/>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a:t>
              </a:r>
            </a:p>
          </p:txBody>
        </p:sp>
        <p:sp>
          <p:nvSpPr>
            <p:cNvPr id="372" name="Arrow: Down 371">
              <a:extLst>
                <a:ext uri="{FF2B5EF4-FFF2-40B4-BE49-F238E27FC236}">
                  <a16:creationId xmlns:a16="http://schemas.microsoft.com/office/drawing/2014/main" id="{39DF7F4D-2904-4800-BCED-E88FF8CEB568}"/>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3" name="Group 372">
            <a:extLst>
              <a:ext uri="{FF2B5EF4-FFF2-40B4-BE49-F238E27FC236}">
                <a16:creationId xmlns:a16="http://schemas.microsoft.com/office/drawing/2014/main" id="{0DB391D6-C708-49E3-A023-6114FFDE62B6}"/>
              </a:ext>
            </a:extLst>
          </p:cNvPr>
          <p:cNvGrpSpPr/>
          <p:nvPr/>
        </p:nvGrpSpPr>
        <p:grpSpPr>
          <a:xfrm>
            <a:off x="10689996" y="4944672"/>
            <a:ext cx="847611" cy="310752"/>
            <a:chOff x="-6600343" y="4603178"/>
            <a:chExt cx="846866" cy="310752"/>
          </a:xfrm>
        </p:grpSpPr>
        <p:sp>
          <p:nvSpPr>
            <p:cNvPr id="374" name="Rectangle: Rounded Corners 373">
              <a:extLst>
                <a:ext uri="{FF2B5EF4-FFF2-40B4-BE49-F238E27FC236}">
                  <a16:creationId xmlns:a16="http://schemas.microsoft.com/office/drawing/2014/main" id="{8D67B281-074E-472B-ACBF-FBFF757BA7B4}"/>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a:t>
              </a:r>
            </a:p>
          </p:txBody>
        </p:sp>
        <p:sp>
          <p:nvSpPr>
            <p:cNvPr id="375" name="Arrow: Down 374">
              <a:extLst>
                <a:ext uri="{FF2B5EF4-FFF2-40B4-BE49-F238E27FC236}">
                  <a16:creationId xmlns:a16="http://schemas.microsoft.com/office/drawing/2014/main" id="{ED11C2BB-56AB-4DA7-BE2E-F7D33E02C343}"/>
                </a:ext>
              </a:extLst>
            </p:cNvPr>
            <p:cNvSpPr/>
            <p:nvPr/>
          </p:nvSpPr>
          <p:spPr>
            <a:xfrm>
              <a:off x="-5996253" y="460932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6" name="Group 375">
            <a:extLst>
              <a:ext uri="{FF2B5EF4-FFF2-40B4-BE49-F238E27FC236}">
                <a16:creationId xmlns:a16="http://schemas.microsoft.com/office/drawing/2014/main" id="{3D01D444-4F2E-4341-A7D1-280B58D88B2A}"/>
              </a:ext>
            </a:extLst>
          </p:cNvPr>
          <p:cNvGrpSpPr/>
          <p:nvPr/>
        </p:nvGrpSpPr>
        <p:grpSpPr>
          <a:xfrm>
            <a:off x="10689996" y="6814565"/>
            <a:ext cx="847611" cy="310752"/>
            <a:chOff x="-6600343" y="6171548"/>
            <a:chExt cx="846866" cy="310752"/>
          </a:xfrm>
        </p:grpSpPr>
        <p:sp>
          <p:nvSpPr>
            <p:cNvPr id="377" name="Rectangle: Rounded Corners 376">
              <a:extLst>
                <a:ext uri="{FF2B5EF4-FFF2-40B4-BE49-F238E27FC236}">
                  <a16:creationId xmlns:a16="http://schemas.microsoft.com/office/drawing/2014/main" id="{D784ED6F-7ED9-4C7B-896B-771A90FFC1B9}"/>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33%</a:t>
              </a:r>
            </a:p>
          </p:txBody>
        </p:sp>
        <p:sp>
          <p:nvSpPr>
            <p:cNvPr id="378" name="Arrow: Down 377">
              <a:extLst>
                <a:ext uri="{FF2B5EF4-FFF2-40B4-BE49-F238E27FC236}">
                  <a16:creationId xmlns:a16="http://schemas.microsoft.com/office/drawing/2014/main" id="{8AC8EE4C-A8CE-448D-AABE-0156D1DF70C4}"/>
                </a:ext>
              </a:extLst>
            </p:cNvPr>
            <p:cNvSpPr/>
            <p:nvPr/>
          </p:nvSpPr>
          <p:spPr>
            <a:xfrm rot="10800000">
              <a:off x="-5996253" y="617769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9" name="Group 378">
            <a:extLst>
              <a:ext uri="{FF2B5EF4-FFF2-40B4-BE49-F238E27FC236}">
                <a16:creationId xmlns:a16="http://schemas.microsoft.com/office/drawing/2014/main" id="{0825C538-C546-4170-B78B-1B3C77E77551}"/>
              </a:ext>
            </a:extLst>
          </p:cNvPr>
          <p:cNvGrpSpPr/>
          <p:nvPr/>
        </p:nvGrpSpPr>
        <p:grpSpPr>
          <a:xfrm>
            <a:off x="10689996" y="8684458"/>
            <a:ext cx="847611" cy="310752"/>
            <a:chOff x="-6600343" y="7739918"/>
            <a:chExt cx="846866" cy="310752"/>
          </a:xfrm>
        </p:grpSpPr>
        <p:sp>
          <p:nvSpPr>
            <p:cNvPr id="380" name="Rectangle: Rounded Corners 379">
              <a:extLst>
                <a:ext uri="{FF2B5EF4-FFF2-40B4-BE49-F238E27FC236}">
                  <a16:creationId xmlns:a16="http://schemas.microsoft.com/office/drawing/2014/main" id="{069EE34A-FC9F-438F-BEF2-22F19CE763D8}"/>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-32%</a:t>
              </a:r>
            </a:p>
          </p:txBody>
        </p:sp>
        <p:sp>
          <p:nvSpPr>
            <p:cNvPr id="381" name="Arrow: Down 380">
              <a:extLst>
                <a:ext uri="{FF2B5EF4-FFF2-40B4-BE49-F238E27FC236}">
                  <a16:creationId xmlns:a16="http://schemas.microsoft.com/office/drawing/2014/main" id="{46F1BE54-2764-42FB-B74F-02D378F072CF}"/>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82" name="Group 381">
            <a:extLst>
              <a:ext uri="{FF2B5EF4-FFF2-40B4-BE49-F238E27FC236}">
                <a16:creationId xmlns:a16="http://schemas.microsoft.com/office/drawing/2014/main" id="{ED6573FB-E162-4C2D-8C85-746491751D49}"/>
              </a:ext>
            </a:extLst>
          </p:cNvPr>
          <p:cNvGrpSpPr/>
          <p:nvPr/>
        </p:nvGrpSpPr>
        <p:grpSpPr>
          <a:xfrm>
            <a:off x="10689996" y="10554351"/>
            <a:ext cx="847611" cy="310752"/>
            <a:chOff x="6117941" y="9303259"/>
            <a:chExt cx="847611" cy="310752"/>
          </a:xfrm>
        </p:grpSpPr>
        <p:sp>
          <p:nvSpPr>
            <p:cNvPr id="383" name="Rectangle: Rounded Corners 382">
              <a:extLst>
                <a:ext uri="{FF2B5EF4-FFF2-40B4-BE49-F238E27FC236}">
                  <a16:creationId xmlns:a16="http://schemas.microsoft.com/office/drawing/2014/main" id="{2FE94F3D-002E-4E01-8EFB-D146F7AB4FE0}"/>
                </a:ext>
              </a:extLst>
            </p:cNvPr>
            <p:cNvSpPr/>
            <p:nvPr/>
          </p:nvSpPr>
          <p:spPr>
            <a:xfrm>
              <a:off x="6117941"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384" name="Arrow: Down 383">
              <a:extLst>
                <a:ext uri="{FF2B5EF4-FFF2-40B4-BE49-F238E27FC236}">
                  <a16:creationId xmlns:a16="http://schemas.microsoft.com/office/drawing/2014/main" id="{F7A67BC6-4250-4961-BCC1-704FDD8C7D14}"/>
                </a:ext>
              </a:extLst>
            </p:cNvPr>
            <p:cNvSpPr/>
            <p:nvPr/>
          </p:nvSpPr>
          <p:spPr>
            <a:xfrm rot="10800000">
              <a:off x="6724596"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16" name="Group 415">
            <a:extLst>
              <a:ext uri="{FF2B5EF4-FFF2-40B4-BE49-F238E27FC236}">
                <a16:creationId xmlns:a16="http://schemas.microsoft.com/office/drawing/2014/main" id="{3C7FC7B0-CF8C-4E96-A914-E031C4DD1E9C}"/>
              </a:ext>
            </a:extLst>
          </p:cNvPr>
          <p:cNvGrpSpPr/>
          <p:nvPr/>
        </p:nvGrpSpPr>
        <p:grpSpPr>
          <a:xfrm>
            <a:off x="6819703" y="12285043"/>
            <a:ext cx="7660771" cy="353539"/>
            <a:chOff x="8533072" y="12285043"/>
            <a:chExt cx="7660771" cy="353539"/>
          </a:xfrm>
        </p:grpSpPr>
        <p:sp>
          <p:nvSpPr>
            <p:cNvPr id="417" name="TextBox 416">
              <a:extLst>
                <a:ext uri="{FF2B5EF4-FFF2-40B4-BE49-F238E27FC236}">
                  <a16:creationId xmlns:a16="http://schemas.microsoft.com/office/drawing/2014/main" id="{87874986-0C7B-4E3C-B433-F4AC6385E293}"/>
                </a:ext>
              </a:extLst>
            </p:cNvPr>
            <p:cNvSpPr txBox="1"/>
            <p:nvPr/>
          </p:nvSpPr>
          <p:spPr>
            <a:xfrm>
              <a:off x="12647295" y="12300028"/>
              <a:ext cx="1472071" cy="338554"/>
            </a:xfrm>
            <a:prstGeom prst="rect">
              <a:avLst/>
            </a:prstGeom>
            <a:noFill/>
          </p:spPr>
          <p:txBody>
            <a:bodyPr wrap="square" rtlCol="0">
              <a:spAutoFit/>
            </a:bodyPr>
            <a:lstStyle>
              <a:defPPr marR="0" lvl="0" algn="l" rtl="0">
                <a:lnSpc>
                  <a:spcPct val="100000"/>
                </a:lnSpc>
                <a:spcBef>
                  <a:spcPts val="0"/>
                </a:spcBef>
                <a:spcAft>
                  <a:spcPts val="0"/>
                </a:spcAft>
                <a:defRPr/>
              </a:defPPr>
              <a:lvl1pPr algn="r">
                <a:defRPr>
                  <a:solidFill>
                    <a:schemeClr val="tx1"/>
                  </a:solidFill>
                  <a:latin typeface="Bahij TheSansArabic Bold" panose="02040503050201020203" charset="-78"/>
                  <a:cs typeface="Bahij TheSansArabic Bold" panose="02040503050201020203" charset="-78"/>
                </a:defRPr>
              </a:lvl1pPr>
            </a:lstStyle>
            <a:p>
              <a:pPr rtl="1"/>
              <a:r>
                <a:rPr lang="ar-JO" sz="1600"/>
                <a:t>م</a:t>
              </a:r>
              <a:r>
                <a:rPr lang="ar-SA" sz="1600"/>
                <a:t>حصل </a:t>
              </a:r>
              <a:r>
                <a:rPr lang="ar-JO" sz="1600"/>
                <a:t>2026م</a:t>
              </a:r>
              <a:endParaRPr lang="ar-SA" sz="1600"/>
            </a:p>
          </p:txBody>
        </p:sp>
        <p:sp>
          <p:nvSpPr>
            <p:cNvPr id="418" name="Rectangle 417">
              <a:extLst>
                <a:ext uri="{FF2B5EF4-FFF2-40B4-BE49-F238E27FC236}">
                  <a16:creationId xmlns:a16="http://schemas.microsoft.com/office/drawing/2014/main" id="{F8E4317B-75E1-4645-8BA8-B6EB8108EAC1}"/>
                </a:ext>
              </a:extLst>
            </p:cNvPr>
            <p:cNvSpPr/>
            <p:nvPr/>
          </p:nvSpPr>
          <p:spPr>
            <a:xfrm>
              <a:off x="14096210" y="12393577"/>
              <a:ext cx="137160" cy="137160"/>
            </a:xfrm>
            <a:prstGeom prst="rect">
              <a:avLst/>
            </a:prstGeom>
            <a:solidFill>
              <a:srgbClr val="C5E0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solidFill>
                  <a:schemeClr val="tx1"/>
                </a:solidFill>
              </a:endParaRPr>
            </a:p>
          </p:txBody>
        </p:sp>
        <p:sp>
          <p:nvSpPr>
            <p:cNvPr id="419" name="TextBox 418">
              <a:extLst>
                <a:ext uri="{FF2B5EF4-FFF2-40B4-BE49-F238E27FC236}">
                  <a16:creationId xmlns:a16="http://schemas.microsoft.com/office/drawing/2014/main" id="{9333048B-45DF-4EAC-B333-948AF627351A}"/>
                </a:ext>
              </a:extLst>
            </p:cNvPr>
            <p:cNvSpPr txBox="1"/>
            <p:nvPr/>
          </p:nvSpPr>
          <p:spPr>
            <a:xfrm>
              <a:off x="8533072" y="12285043"/>
              <a:ext cx="3955187" cy="338554"/>
            </a:xfrm>
            <a:prstGeom prst="rect">
              <a:avLst/>
            </a:prstGeom>
            <a:noFill/>
          </p:spPr>
          <p:txBody>
            <a:bodyPr wrap="square" rtlCol="0">
              <a:spAutoFit/>
            </a:bodyPr>
            <a:lstStyle>
              <a:defPPr marR="0" lvl="0" algn="l" rtl="0">
                <a:lnSpc>
                  <a:spcPct val="100000"/>
                </a:lnSpc>
                <a:spcBef>
                  <a:spcPts val="0"/>
                </a:spcBef>
                <a:spcAft>
                  <a:spcPts val="0"/>
                </a:spcAft>
                <a:defRPr/>
              </a:defPPr>
              <a:lvl1pPr algn="r">
                <a:defRPr>
                  <a:solidFill>
                    <a:schemeClr val="tx1"/>
                  </a:solidFill>
                  <a:latin typeface="Bahij TheSansArabic Bold" panose="02040503050201020203" charset="-78"/>
                  <a:cs typeface="Bahij TheSansArabic Bold" panose="02040503050201020203" charset="-78"/>
                </a:defRPr>
              </a:lvl1pPr>
            </a:lstStyle>
            <a:p>
              <a:pPr rtl="1"/>
              <a:r>
                <a:rPr lang="ar-JO" sz="1600"/>
                <a:t>نسبة</a:t>
              </a:r>
              <a:r>
                <a:rPr lang="ar-SA" sz="1600"/>
                <a:t> المحصل </a:t>
              </a:r>
              <a:r>
                <a:rPr lang="ar-JO" sz="1600"/>
                <a:t>من المستهدف</a:t>
              </a:r>
              <a:r>
                <a:rPr lang="ar-SA" sz="1600"/>
                <a:t> </a:t>
              </a:r>
              <a:r>
                <a:rPr lang="ar-JO" sz="1600"/>
                <a:t>لسنة 2026م</a:t>
              </a:r>
              <a:endParaRPr lang="ar-SA" sz="1600"/>
            </a:p>
          </p:txBody>
        </p:sp>
        <p:sp>
          <p:nvSpPr>
            <p:cNvPr id="420" name="Rectangle 419">
              <a:extLst>
                <a:ext uri="{FF2B5EF4-FFF2-40B4-BE49-F238E27FC236}">
                  <a16:creationId xmlns:a16="http://schemas.microsoft.com/office/drawing/2014/main" id="{E796A27E-7309-4916-96E0-40075F0943E7}"/>
                </a:ext>
              </a:extLst>
            </p:cNvPr>
            <p:cNvSpPr/>
            <p:nvPr/>
          </p:nvSpPr>
          <p:spPr>
            <a:xfrm>
              <a:off x="12478652" y="12378592"/>
              <a:ext cx="137160" cy="137160"/>
            </a:xfrm>
            <a:prstGeom prst="rect">
              <a:avLst/>
            </a:prstGeom>
            <a:solidFill>
              <a:srgbClr val="01686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solidFill>
                  <a:schemeClr val="tx1"/>
                </a:solidFill>
              </a:endParaRPr>
            </a:p>
          </p:txBody>
        </p:sp>
        <p:sp>
          <p:nvSpPr>
            <p:cNvPr id="421" name="TextBox 420">
              <a:extLst>
                <a:ext uri="{FF2B5EF4-FFF2-40B4-BE49-F238E27FC236}">
                  <a16:creationId xmlns:a16="http://schemas.microsoft.com/office/drawing/2014/main" id="{B3DCC269-5BCA-4EB8-B0BC-213964409F60}"/>
                </a:ext>
              </a:extLst>
            </p:cNvPr>
            <p:cNvSpPr txBox="1"/>
            <p:nvPr/>
          </p:nvSpPr>
          <p:spPr>
            <a:xfrm>
              <a:off x="14335133" y="12286167"/>
              <a:ext cx="1731158" cy="338554"/>
            </a:xfrm>
            <a:prstGeom prst="rect">
              <a:avLst/>
            </a:prstGeom>
            <a:noFill/>
          </p:spPr>
          <p:txBody>
            <a:bodyPr wrap="square" rtlCol="0">
              <a:spAutoFit/>
            </a:bodyPr>
            <a:lstStyle>
              <a:defPPr marR="0" lvl="0" algn="l" rtl="0">
                <a:lnSpc>
                  <a:spcPct val="100000"/>
                </a:lnSpc>
                <a:spcBef>
                  <a:spcPts val="0"/>
                </a:spcBef>
                <a:spcAft>
                  <a:spcPts val="0"/>
                </a:spcAft>
                <a:defRPr/>
              </a:defPPr>
              <a:lvl1pPr algn="r">
                <a:defRPr>
                  <a:solidFill>
                    <a:schemeClr val="tx1"/>
                  </a:solidFill>
                  <a:latin typeface="Bahij TheSansArabic Bold" panose="02040503050201020203" charset="-78"/>
                  <a:cs typeface="Bahij TheSansArabic Bold" panose="02040503050201020203" charset="-78"/>
                </a:defRPr>
              </a:lvl1pPr>
            </a:lstStyle>
            <a:p>
              <a:pPr rtl="1"/>
              <a:r>
                <a:rPr lang="ar-JO" sz="1600"/>
                <a:t>مستهدف</a:t>
              </a:r>
              <a:r>
                <a:rPr lang="ar-SA" sz="1600"/>
                <a:t> </a:t>
              </a:r>
              <a:r>
                <a:rPr lang="ar-JO" sz="1600"/>
                <a:t>2026م</a:t>
              </a:r>
              <a:endParaRPr lang="ar-SA" sz="1600"/>
            </a:p>
          </p:txBody>
        </p:sp>
        <p:sp>
          <p:nvSpPr>
            <p:cNvPr id="422" name="Rectangle 421">
              <a:extLst>
                <a:ext uri="{FF2B5EF4-FFF2-40B4-BE49-F238E27FC236}">
                  <a16:creationId xmlns:a16="http://schemas.microsoft.com/office/drawing/2014/main" id="{41D48E0D-200D-4C0C-91FB-826F46F59588}"/>
                </a:ext>
              </a:extLst>
            </p:cNvPr>
            <p:cNvSpPr/>
            <p:nvPr/>
          </p:nvSpPr>
          <p:spPr>
            <a:xfrm>
              <a:off x="16056683" y="12379716"/>
              <a:ext cx="137160" cy="13716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solidFill>
                  <a:schemeClr val="tx1"/>
                </a:solidFill>
              </a:endParaRPr>
            </a:p>
          </p:txBody>
        </p:sp>
      </p:grpSp>
      <p:sp>
        <p:nvSpPr>
          <p:cNvPr id="201" name="Rectangle: Rounded Corners 200">
            <a:extLst>
              <a:ext uri="{FF2B5EF4-FFF2-40B4-BE49-F238E27FC236}">
                <a16:creationId xmlns:a16="http://schemas.microsoft.com/office/drawing/2014/main" id="{CC441551-6BE9-449E-924D-075087731CFA}"/>
              </a:ext>
            </a:extLst>
          </p:cNvPr>
          <p:cNvSpPr/>
          <p:nvPr/>
        </p:nvSpPr>
        <p:spPr>
          <a:xfrm>
            <a:off x="371899" y="3079092"/>
            <a:ext cx="6948109" cy="1538675"/>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 name="TextBox 201">
            <a:extLst>
              <a:ext uri="{FF2B5EF4-FFF2-40B4-BE49-F238E27FC236}">
                <a16:creationId xmlns:a16="http://schemas.microsoft.com/office/drawing/2014/main" id="{D1386BBA-1F2E-43B1-A022-DB455A7EF5AD}"/>
              </a:ext>
            </a:extLst>
          </p:cNvPr>
          <p:cNvSpPr txBox="1"/>
          <p:nvPr/>
        </p:nvSpPr>
        <p:spPr>
          <a:xfrm>
            <a:off x="1005378" y="2651007"/>
            <a:ext cx="5338274" cy="461665"/>
          </a:xfrm>
          <a:prstGeom prst="rect">
            <a:avLst/>
          </a:prstGeom>
          <a:noFill/>
        </p:spPr>
        <p:txBody>
          <a:bodyPr wrap="square" rtlCol="0">
            <a:spAutoFit/>
          </a:bodyPr>
          <a:lstStyle/>
          <a:p>
            <a:pPr algn="ctr"/>
            <a:r>
              <a:rPr lang="ar-SA" sz="2400" b="1">
                <a:solidFill>
                  <a:srgbClr val="106946"/>
                </a:solidFill>
                <a:latin typeface="Bahij TheSansArabic Bold" panose="02040503050201020203" charset="-78"/>
                <a:cs typeface="Bahij TheSansArabic Bold" panose="02040503050201020203" charset="-78"/>
              </a:rPr>
              <a:t>الإجمالي الكلي</a:t>
            </a:r>
            <a:endParaRPr lang="en-US" sz="2400" b="1">
              <a:solidFill>
                <a:srgbClr val="106946"/>
              </a:solidFill>
              <a:latin typeface="Bahij TheSansArabic Bold" panose="02040503050201020203" charset="-78"/>
              <a:cs typeface="Bahij TheSansArabic Bold" panose="02040503050201020203" charset="-78"/>
            </a:endParaRPr>
          </a:p>
        </p:txBody>
      </p:sp>
      <p:grpSp>
        <p:nvGrpSpPr>
          <p:cNvPr id="203" name="Group 202">
            <a:extLst>
              <a:ext uri="{FF2B5EF4-FFF2-40B4-BE49-F238E27FC236}">
                <a16:creationId xmlns:a16="http://schemas.microsoft.com/office/drawing/2014/main" id="{3F34B63E-CF59-49CF-BCB8-5F600C89639C}"/>
              </a:ext>
            </a:extLst>
          </p:cNvPr>
          <p:cNvGrpSpPr/>
          <p:nvPr/>
        </p:nvGrpSpPr>
        <p:grpSpPr>
          <a:xfrm>
            <a:off x="5366842" y="3088428"/>
            <a:ext cx="1953620" cy="518336"/>
            <a:chOff x="-6600343" y="3070054"/>
            <a:chExt cx="846866" cy="326513"/>
          </a:xfrm>
        </p:grpSpPr>
        <p:sp>
          <p:nvSpPr>
            <p:cNvPr id="204" name="Rectangle: Rounded Corners 203">
              <a:extLst>
                <a:ext uri="{FF2B5EF4-FFF2-40B4-BE49-F238E27FC236}">
                  <a16:creationId xmlns:a16="http://schemas.microsoft.com/office/drawing/2014/main" id="{27335556-057E-4B96-89B4-552F701399C9}"/>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sz="2400">
                  <a:solidFill>
                    <a:schemeClr val="bg1"/>
                  </a:solidFill>
                  <a:latin typeface="Bahij TheSansArabic Bold" panose="02040503050201020203" charset="-78"/>
                  <a:cs typeface="Bahij TheSansArabic Bold" panose="02040503050201020203" charset="-78"/>
                </a:rPr>
                <a:t>0%</a:t>
              </a:r>
            </a:p>
          </p:txBody>
        </p:sp>
        <p:sp>
          <p:nvSpPr>
            <p:cNvPr id="205" name="Arrow: Down 204">
              <a:extLst>
                <a:ext uri="{FF2B5EF4-FFF2-40B4-BE49-F238E27FC236}">
                  <a16:creationId xmlns:a16="http://schemas.microsoft.com/office/drawing/2014/main" id="{E6AEA038-084A-474A-8407-230122B5F67A}"/>
                </a:ext>
              </a:extLst>
            </p:cNvPr>
            <p:cNvSpPr/>
            <p:nvPr/>
          </p:nvSpPr>
          <p:spPr>
            <a:xfrm rot="10800000">
              <a:off x="-5913236" y="3094297"/>
              <a:ext cx="151637" cy="302270"/>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206" name="Chart 205">
            <a:extLst>
              <a:ext uri="{FF2B5EF4-FFF2-40B4-BE49-F238E27FC236}">
                <a16:creationId xmlns:a16="http://schemas.microsoft.com/office/drawing/2014/main" id="{FC247DD4-CDB5-4627-AF24-A5A2E29E7B84}"/>
              </a:ext>
            </a:extLst>
          </p:cNvPr>
          <p:cNvGraphicFramePr>
            <a:graphicFrameLocks noChangeAspect="1"/>
          </p:cNvGraphicFramePr>
          <p:nvPr>
            <p:extLst>
              <p:ext uri="{D42A27DB-BD31-4B8C-83A1-F6EECF244321}">
                <p14:modId xmlns:p14="http://schemas.microsoft.com/office/powerpoint/2010/main" val="2406762207"/>
              </p:ext>
            </p:extLst>
          </p:nvPr>
        </p:nvGraphicFramePr>
        <p:xfrm>
          <a:off x="377249" y="3086776"/>
          <a:ext cx="7053703" cy="1985515"/>
        </p:xfrm>
        <a:graphic>
          <a:graphicData uri="http://schemas.openxmlformats.org/drawingml/2006/chart">
            <c:chart xmlns:c="http://schemas.openxmlformats.org/drawingml/2006/chart" xmlns:r="http://schemas.openxmlformats.org/officeDocument/2006/relationships" r:id="rId9"/>
          </a:graphicData>
        </a:graphic>
      </p:graphicFrame>
      <p:grpSp>
        <p:nvGrpSpPr>
          <p:cNvPr id="207" name="Group 206">
            <a:extLst>
              <a:ext uri="{FF2B5EF4-FFF2-40B4-BE49-F238E27FC236}">
                <a16:creationId xmlns:a16="http://schemas.microsoft.com/office/drawing/2014/main" id="{D8686071-66BC-4B62-B34E-0E54E082DC0E}"/>
              </a:ext>
            </a:extLst>
          </p:cNvPr>
          <p:cNvGrpSpPr/>
          <p:nvPr/>
        </p:nvGrpSpPr>
        <p:grpSpPr>
          <a:xfrm>
            <a:off x="436451" y="5836634"/>
            <a:ext cx="6809448" cy="6278855"/>
            <a:chOff x="12946824" y="9476819"/>
            <a:chExt cx="11234286" cy="3109028"/>
          </a:xfrm>
        </p:grpSpPr>
        <p:sp>
          <p:nvSpPr>
            <p:cNvPr id="208" name="Rectangle: Rounded Corners 207">
              <a:extLst>
                <a:ext uri="{FF2B5EF4-FFF2-40B4-BE49-F238E27FC236}">
                  <a16:creationId xmlns:a16="http://schemas.microsoft.com/office/drawing/2014/main" id="{9A9D702A-3797-4C14-8BB5-DCE53B905E92}"/>
                </a:ext>
              </a:extLst>
            </p:cNvPr>
            <p:cNvSpPr/>
            <p:nvPr/>
          </p:nvSpPr>
          <p:spPr>
            <a:xfrm>
              <a:off x="12946824" y="9476819"/>
              <a:ext cx="11234286" cy="2922951"/>
            </a:xfrm>
            <a:prstGeom prst="roundRect">
              <a:avLst>
                <a:gd name="adj" fmla="val 522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ar-SA"/>
            </a:p>
          </p:txBody>
        </p:sp>
        <p:sp>
          <p:nvSpPr>
            <p:cNvPr id="209" name="TextBox 208">
              <a:extLst>
                <a:ext uri="{FF2B5EF4-FFF2-40B4-BE49-F238E27FC236}">
                  <a16:creationId xmlns:a16="http://schemas.microsoft.com/office/drawing/2014/main" id="{69F278D7-66DD-43FE-8BA4-981E91B72351}"/>
                </a:ext>
              </a:extLst>
            </p:cNvPr>
            <p:cNvSpPr txBox="1"/>
            <p:nvPr/>
          </p:nvSpPr>
          <p:spPr>
            <a:xfrm>
              <a:off x="13111567" y="10071277"/>
              <a:ext cx="10827240" cy="2514570"/>
            </a:xfrm>
            <a:prstGeom prst="rect">
              <a:avLst/>
            </a:prstGeom>
            <a:noFill/>
          </p:spPr>
          <p:txBody>
            <a:bodyPr wrap="square" rtlCol="1">
              <a:spAutoFit/>
            </a:bodyPr>
            <a:lstStyle/>
            <a:p>
              <a:pPr marL="285750" indent="-285750" algn="justLow" rtl="1">
                <a:spcAft>
                  <a:spcPts val="400"/>
                </a:spcAft>
                <a:buFont typeface="Arial" panose="020B0604020202020204" pitchFamily="34" charset="0"/>
                <a:buChar char="•"/>
              </a:pPr>
              <a:r>
                <a:rPr lang="ar-SA" sz="1500" b="1">
                  <a:solidFill>
                    <a:srgbClr val="01686A"/>
                  </a:solidFill>
                  <a:latin typeface="Bahij TheSansArabic Plain" panose="02040503050201020203" pitchFamily="18" charset="-78"/>
                  <a:cs typeface="Bahij TheSansArabic Plain" panose="02040503050201020203" pitchFamily="18" charset="-78"/>
                </a:rPr>
                <a:t xml:space="preserve">أسباب الأداء:</a:t>
              </a:r>
            </a:p>
            <a:p>
              <a:pPr marL="285750" indent="-285750" algn="justLow" rtl="1">
                <a:spcAft>
                  <a:spcPts val="400"/>
                </a:spcAft>
                <a:buFont typeface="Arial" panose="020B0604020202020204" pitchFamily="34" charset="0"/>
                <a:buChar char="•"/>
              </a:pPr>
              <a:r>
                <a:rPr lang="ar-SA" sz="1500">
                  <a:latin typeface="Bahij TheSansArabic Plain" panose="02040503050201020203" pitchFamily="18" charset="-78"/>
                  <a:cs typeface="Bahij TheSansArabic Plain" panose="02040503050201020203" pitchFamily="18" charset="-78"/>
                </a:rPr>
                <a:t xml:space="preserve">التوقع مبني على نموذج </a:t>
              </a:r>
              <a:r>
                <a:rPr lang="ar-SA" sz="1500" b="1">
                  <a:latin typeface="Bahij TheSansArabic Plain" panose="02040503050201020203" pitchFamily="18" charset="-78"/>
                  <a:cs typeface="Bahij TheSansArabic Plain" panose="02040503050201020203" pitchFamily="18" charset="-78"/>
                </a:rPr>
                <a:t xml:space="preserve">هولت وينترز</a:t>
              </a:r>
              <a:r>
                <a:rPr lang="ar-SA" sz="1500">
                  <a:latin typeface="Bahij TheSansArabic Plain" panose="02040503050201020203" pitchFamily="18" charset="-78"/>
                  <a:cs typeface="Bahij TheSansArabic Plain" panose="02040503050201020203" pitchFamily="18" charset="-78"/>
                </a:rPr>
                <a:t xml:space="preserve"> هجين (اختبار الربع الأخير 2025: +7%). أسباب الأداء حسب التبويب مقارنة بنفس الفترة من العام الماضي:</a:t>
              </a:r>
            </a:p>
            <a:p>
              <a:pPr marL="285750" indent="-285750" algn="justLow" rtl="1">
                <a:spcAft>
                  <a:spcPts val="400"/>
                </a:spcAft>
                <a:buFont typeface="Arial" panose="020B0604020202020204" pitchFamily="34" charset="0"/>
                <a:buChar char="•"/>
              </a:pPr>
              <a:r>
                <a:rPr lang="ar-SA" sz="1500" b="1">
                  <a:latin typeface="Bahij TheSansArabic Plain" panose="02040503050201020203" pitchFamily="18" charset="-78"/>
                  <a:cs typeface="Bahij TheSansArabic Plain" panose="02040503050201020203" pitchFamily="18" charset="-78"/>
                </a:rPr>
                <a:t xml:space="preserve">إيرادات استثمارية: </a:t>
              </a:r>
              <a:r>
                <a:rPr lang="ar-SA" sz="1500">
                  <a:latin typeface="Bahij TheSansArabic Plain" panose="02040503050201020203" pitchFamily="18" charset="-78"/>
                  <a:cs typeface="Bahij TheSansArabic Plain" panose="02040503050201020203" pitchFamily="18" charset="-78"/>
                </a:rPr>
                <a:t xml:space="preserve">ريع الأراضي +29% (644م) وتأجير المرافق +40% (429م)، ويفترض هذا السيناريو وصول دفعة تأجير المرافق في نوفمبر.</a:t>
              </a:r>
            </a:p>
            <a:p>
              <a:pPr marL="285750" indent="-285750" algn="justLow" rtl="1">
                <a:spcAft>
                  <a:spcPts val="400"/>
                </a:spcAft>
                <a:buFont typeface="Arial" panose="020B0604020202020204" pitchFamily="34" charset="0"/>
                <a:buChar char="•"/>
              </a:pPr>
              <a:r>
                <a:rPr lang="ar-SA" sz="1500" b="1">
                  <a:latin typeface="Bahij TheSansArabic Plain" panose="02040503050201020203" pitchFamily="18" charset="-78"/>
                  <a:cs typeface="Bahij TheSansArabic Plain" panose="02040503050201020203" pitchFamily="18" charset="-78"/>
                </a:rPr>
                <a:t xml:space="preserve">الرسوم والتراخيص: </a:t>
              </a:r>
              <a:r>
                <a:rPr lang="ar-SA" sz="1500">
                  <a:latin typeface="Bahij TheSansArabic Plain" panose="02040503050201020203" pitchFamily="18" charset="-78"/>
                  <a:cs typeface="Bahij TheSansArabic Plain" panose="02040503050201020203" pitchFamily="18" charset="-78"/>
                </a:rPr>
                <a:t xml:space="preserve">عند المستهدف حتى سبتمبر؛ تراجع تراخيص المباني 19% يقابله ارتفاع القرارات المساحية 57% وجمع النفايات 12%.</a:t>
              </a:r>
            </a:p>
            <a:p>
              <a:pPr marL="285750" indent="-285750" algn="justLow" rtl="1">
                <a:spcAft>
                  <a:spcPts val="400"/>
                </a:spcAft>
                <a:buFont typeface="Arial" panose="020B0604020202020204" pitchFamily="34" charset="0"/>
                <a:buChar char="•"/>
              </a:pPr>
              <a:r>
                <a:rPr lang="ar-SA" sz="1500" b="1">
                  <a:latin typeface="Bahij TheSansArabic Plain" panose="02040503050201020203" pitchFamily="18" charset="-78"/>
                  <a:cs typeface="Bahij TheSansArabic Plain" panose="02040503050201020203" pitchFamily="18" charset="-78"/>
                </a:rPr>
                <a:t xml:space="preserve">جزاءات وغرامات: </a:t>
              </a:r>
              <a:r>
                <a:rPr lang="ar-SA" sz="1500">
                  <a:latin typeface="Bahij TheSansArabic Plain" panose="02040503050201020203" pitchFamily="18" charset="-78"/>
                  <a:cs typeface="Bahij TheSansArabic Plain" panose="02040503050201020203" pitchFamily="18" charset="-78"/>
                </a:rPr>
                <a:t xml:space="preserve">تجاوز المستهدف بتحصيل استثنائي عبر التوريد والتنفيذ (جزاءات غير مصنفة 179م، والجزاءات والغرامات 103م) وارتفاع جزاءات الأنظمة 63%.</a:t>
              </a:r>
            </a:p>
            <a:p>
              <a:pPr marL="285750" indent="-285750" algn="justLow" rtl="1">
                <a:spcAft>
                  <a:spcPts val="400"/>
                </a:spcAft>
                <a:buFont typeface="Arial" panose="020B0604020202020204" pitchFamily="34" charset="0"/>
                <a:buChar char="•"/>
              </a:pPr>
              <a:r>
                <a:rPr lang="ar-SA" sz="1500" b="1">
                  <a:latin typeface="Bahij TheSansArabic Plain" panose="02040503050201020203" pitchFamily="18" charset="-78"/>
                  <a:cs typeface="Bahij TheSansArabic Plain" panose="02040503050201020203" pitchFamily="18" charset="-78"/>
                </a:rPr>
                <a:t xml:space="preserve">التبغ والإيواء: </a:t>
              </a:r>
              <a:r>
                <a:rPr lang="ar-SA" sz="1500">
                  <a:latin typeface="Bahij TheSansArabic Plain" panose="02040503050201020203" pitchFamily="18" charset="-78"/>
                  <a:cs typeface="Bahij TheSansArabic Plain" panose="02040503050201020203" pitchFamily="18" charset="-78"/>
                </a:rPr>
                <a:t xml:space="preserve">انخفاض إشغال مرافق الإيواء 17% ورسوم مبيعات التبغ 9%، مع استقطاع 33م من إيرادات التبويب.</a:t>
              </a:r>
            </a:p>
            <a:p>
              <a:pPr marL="285750" indent="-285750" algn="justLow" rtl="1">
                <a:spcAft>
                  <a:spcPts val="400"/>
                </a:spcAft>
                <a:buFont typeface="Arial" panose="020B0604020202020204" pitchFamily="34" charset="0"/>
                <a:buChar char="•"/>
              </a:pPr>
              <a:r>
                <a:rPr lang="ar-SA" sz="1500" b="1">
                  <a:latin typeface="Bahij TheSansArabic Plain" panose="02040503050201020203" pitchFamily="18" charset="-78"/>
                  <a:cs typeface="Bahij TheSansArabic Plain" panose="02040503050201020203" pitchFamily="18" charset="-78"/>
                </a:rPr>
                <a:t xml:space="preserve">أخرى: </a:t>
              </a:r>
              <a:r>
                <a:rPr lang="ar-SA" sz="1500">
                  <a:latin typeface="Bahij TheSansArabic Plain" panose="02040503050201020203" pitchFamily="18" charset="-78"/>
                  <a:cs typeface="Bahij TheSansArabic Plain" panose="02040503050201020203" pitchFamily="18" charset="-78"/>
                </a:rPr>
                <a:t xml:space="preserve">ارتفاع المبيعات الأخرى 109% (138م) وتوريد إيرادات متنوعة 55م.</a:t>
              </a:r>
            </a:p>
          </p:txBody>
        </p:sp>
      </p:grpSp>
      <p:sp>
        <p:nvSpPr>
          <p:cNvPr id="210" name="TextBox 209">
            <a:extLst>
              <a:ext uri="{FF2B5EF4-FFF2-40B4-BE49-F238E27FC236}">
                <a16:creationId xmlns:a16="http://schemas.microsoft.com/office/drawing/2014/main" id="{8D7E748E-5507-45CC-B9AA-785F4CE4D635}"/>
              </a:ext>
            </a:extLst>
          </p:cNvPr>
          <p:cNvSpPr txBox="1"/>
          <p:nvPr/>
        </p:nvSpPr>
        <p:spPr>
          <a:xfrm>
            <a:off x="1106486" y="6269831"/>
            <a:ext cx="5268254" cy="461665"/>
          </a:xfrm>
          <a:prstGeom prst="rect">
            <a:avLst/>
          </a:prstGeom>
          <a:noFill/>
        </p:spPr>
        <p:txBody>
          <a:bodyPr wrap="square" rtlCol="0">
            <a:spAutoFit/>
          </a:bodyPr>
          <a:lstStyle>
            <a:defPPr marR="0" lvl="0" algn="l" rtl="0">
              <a:lnSpc>
                <a:spcPct val="100000"/>
              </a:lnSpc>
              <a:spcBef>
                <a:spcPts val="0"/>
              </a:spcBef>
              <a:spcAft>
                <a:spcPts val="0"/>
              </a:spcAft>
            </a:defPPr>
            <a:lvl1pPr algn="ctr">
              <a:defRPr sz="1600">
                <a:solidFill>
                  <a:srgbClr val="106946"/>
                </a:solidFill>
                <a:latin typeface="Bahij TheSansArabic Bold" panose="02040503050201020203" charset="-78"/>
                <a:cs typeface="Bahij TheSansArabic Bold" panose="02040503050201020203" charset="-78"/>
              </a:defRPr>
            </a:lvl1pPr>
          </a:lstStyle>
          <a:p>
            <a:pPr algn="r"/>
            <a:r>
              <a:rPr lang="ar-SA" sz="2400">
                <a:solidFill>
                  <a:srgbClr val="00B050"/>
                </a:solidFill>
                <a:latin typeface="Bahij TheSansArabic Bold" panose="02040503050201020203" pitchFamily="18" charset="-78"/>
                <a:cs typeface="Bahij TheSansArabic Bold" panose="02040503050201020203" pitchFamily="18" charset="-78"/>
              </a:rPr>
              <a:t>منهجية تنبؤ بالربع الأخير من عام 2026</a:t>
            </a:r>
          </a:p>
        </p:txBody>
      </p:sp>
    </p:spTree>
    <p:extLst>
      <p:ext uri="{BB962C8B-B14F-4D97-AF65-F5344CB8AC3E}">
        <p14:creationId xmlns:p14="http://schemas.microsoft.com/office/powerpoint/2010/main" val="6099647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8DBA1-EB05-F5A5-81C7-676B509E2F15}"/>
            </a:ext>
          </a:extLst>
        </p:cNvPr>
        <p:cNvGrpSpPr/>
        <p:nvPr/>
      </p:nvGrpSpPr>
      <p:grpSpPr>
        <a:xfrm>
          <a:off x="0" y="0"/>
          <a:ext cx="0" cy="0"/>
          <a:chOff x="0" y="0"/>
          <a:chExt cx="0" cy="0"/>
        </a:xfrm>
      </p:grpSpPr>
      <p:sp>
        <p:nvSpPr>
          <p:cNvPr id="28" name="Rectangle 27">
            <a:extLst>
              <a:ext uri="{FF2B5EF4-FFF2-40B4-BE49-F238E27FC236}">
                <a16:creationId xmlns:a16="http://schemas.microsoft.com/office/drawing/2014/main" id="{721FCA79-B689-3E5C-ED9B-34B1063C05B4}"/>
              </a:ext>
            </a:extLst>
          </p:cNvPr>
          <p:cNvSpPr/>
          <p:nvPr/>
        </p:nvSpPr>
        <p:spPr>
          <a:xfrm>
            <a:off x="115617" y="2279209"/>
            <a:ext cx="24020043" cy="10406156"/>
          </a:xfrm>
          <a:prstGeom prst="rect">
            <a:avLst/>
          </a:prstGeom>
          <a:solidFill>
            <a:srgbClr val="F5F5F5"/>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3">
            <a:extLst>
              <a:ext uri="{FF2B5EF4-FFF2-40B4-BE49-F238E27FC236}">
                <a16:creationId xmlns:a16="http://schemas.microsoft.com/office/drawing/2014/main" id="{B1AA1666-FA68-0FBD-24A5-DBD7AE6470F6}"/>
              </a:ext>
            </a:extLst>
          </p:cNvPr>
          <p:cNvGrpSpPr/>
          <p:nvPr/>
        </p:nvGrpSpPr>
        <p:grpSpPr>
          <a:xfrm>
            <a:off x="6688186" y="263023"/>
            <a:ext cx="17695824" cy="799889"/>
            <a:chOff x="6897658" y="1223860"/>
            <a:chExt cx="5473691" cy="430888"/>
          </a:xfrm>
        </p:grpSpPr>
        <p:grpSp>
          <p:nvGrpSpPr>
            <p:cNvPr id="13" name="Group 12">
              <a:extLst>
                <a:ext uri="{FF2B5EF4-FFF2-40B4-BE49-F238E27FC236}">
                  <a16:creationId xmlns:a16="http://schemas.microsoft.com/office/drawing/2014/main" id="{B077B9B0-E000-558F-4C96-FDDA0EC5B271}"/>
                </a:ext>
              </a:extLst>
            </p:cNvPr>
            <p:cNvGrpSpPr/>
            <p:nvPr/>
          </p:nvGrpSpPr>
          <p:grpSpPr>
            <a:xfrm>
              <a:off x="6897658" y="1223860"/>
              <a:ext cx="5473691" cy="430888"/>
              <a:chOff x="1533984" y="1062731"/>
              <a:chExt cx="10852794" cy="854330"/>
            </a:xfrm>
          </p:grpSpPr>
          <p:sp>
            <p:nvSpPr>
              <p:cNvPr id="14" name="Freeform 13">
                <a:extLst>
                  <a:ext uri="{FF2B5EF4-FFF2-40B4-BE49-F238E27FC236}">
                    <a16:creationId xmlns:a16="http://schemas.microsoft.com/office/drawing/2014/main" id="{43AEBF43-D85C-E14A-311F-917168516D90}"/>
                  </a:ext>
                </a:extLst>
              </p:cNvPr>
              <p:cNvSpPr/>
              <p:nvPr/>
            </p:nvSpPr>
            <p:spPr>
              <a:xfrm>
                <a:off x="4893052" y="1072296"/>
                <a:ext cx="7493726" cy="844765"/>
              </a:xfrm>
              <a:custGeom>
                <a:avLst/>
                <a:gdLst>
                  <a:gd name="connsiteX0" fmla="*/ 7493726 w 7493726"/>
                  <a:gd name="connsiteY0" fmla="*/ 0 h 844765"/>
                  <a:gd name="connsiteX1" fmla="*/ 7493726 w 7493726"/>
                  <a:gd name="connsiteY1" fmla="*/ 844765 h 844765"/>
                  <a:gd name="connsiteX2" fmla="*/ 0 w 7493726"/>
                  <a:gd name="connsiteY2" fmla="*/ 836298 h 844765"/>
                  <a:gd name="connsiteX3" fmla="*/ 508000 w 7493726"/>
                  <a:gd name="connsiteY3" fmla="*/ 16933 h 844765"/>
                  <a:gd name="connsiteX4" fmla="*/ 7493726 w 7493726"/>
                  <a:gd name="connsiteY4" fmla="*/ 0 h 844765"/>
                  <a:gd name="connsiteX5" fmla="*/ 690975 w 7493726"/>
                  <a:gd name="connsiteY5" fmla="*/ 105483 h 844765"/>
                  <a:gd name="connsiteX6" fmla="*/ 563975 w 7493726"/>
                  <a:gd name="connsiteY6" fmla="*/ 319779 h 844765"/>
                  <a:gd name="connsiteX7" fmla="*/ 817975 w 7493726"/>
                  <a:gd name="connsiteY7" fmla="*/ 319779 h 844765"/>
                  <a:gd name="connsiteX8" fmla="*/ 690975 w 7493726"/>
                  <a:gd name="connsiteY8" fmla="*/ 105483 h 844765"/>
                  <a:gd name="connsiteX9" fmla="*/ 256198 w 7493726"/>
                  <a:gd name="connsiteY9" fmla="*/ 515369 h 844765"/>
                  <a:gd name="connsiteX10" fmla="*/ 383198 w 7493726"/>
                  <a:gd name="connsiteY10" fmla="*/ 729665 h 844765"/>
                  <a:gd name="connsiteX11" fmla="*/ 510198 w 7493726"/>
                  <a:gd name="connsiteY11" fmla="*/ 515369 h 844765"/>
                  <a:gd name="connsiteX12" fmla="*/ 256198 w 7493726"/>
                  <a:gd name="connsiteY12" fmla="*/ 515369 h 844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7493726" h="844765">
                    <a:moveTo>
                      <a:pt x="7493726" y="0"/>
                    </a:moveTo>
                    <a:lnTo>
                      <a:pt x="7493726" y="844765"/>
                    </a:lnTo>
                    <a:lnTo>
                      <a:pt x="0" y="836298"/>
                    </a:lnTo>
                    <a:lnTo>
                      <a:pt x="508000" y="16933"/>
                    </a:lnTo>
                    <a:lnTo>
                      <a:pt x="7493726" y="0"/>
                    </a:lnTo>
                    <a:close/>
                    <a:moveTo>
                      <a:pt x="690975" y="105483"/>
                    </a:moveTo>
                    <a:lnTo>
                      <a:pt x="563975" y="319779"/>
                    </a:lnTo>
                    <a:lnTo>
                      <a:pt x="817975" y="319779"/>
                    </a:lnTo>
                    <a:lnTo>
                      <a:pt x="690975" y="105483"/>
                    </a:lnTo>
                    <a:close/>
                    <a:moveTo>
                      <a:pt x="256198" y="515369"/>
                    </a:moveTo>
                    <a:lnTo>
                      <a:pt x="383198" y="729665"/>
                    </a:lnTo>
                    <a:lnTo>
                      <a:pt x="510198" y="515369"/>
                    </a:lnTo>
                    <a:lnTo>
                      <a:pt x="256198" y="515369"/>
                    </a:lnTo>
                    <a:close/>
                  </a:path>
                </a:pathLst>
              </a:cu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LB" sz="3608"/>
              </a:p>
            </p:txBody>
          </p:sp>
          <p:sp>
            <p:nvSpPr>
              <p:cNvPr id="15" name="Triangle 14">
                <a:extLst>
                  <a:ext uri="{FF2B5EF4-FFF2-40B4-BE49-F238E27FC236}">
                    <a16:creationId xmlns:a16="http://schemas.microsoft.com/office/drawing/2014/main" id="{971A2D07-8145-90A5-B6CC-2651DCC71C78}"/>
                  </a:ext>
                </a:extLst>
              </p:cNvPr>
              <p:cNvSpPr/>
              <p:nvPr/>
            </p:nvSpPr>
            <p:spPr>
              <a:xfrm>
                <a:off x="4703493"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6" name="Triangle 15">
                <a:extLst>
                  <a:ext uri="{FF2B5EF4-FFF2-40B4-BE49-F238E27FC236}">
                    <a16:creationId xmlns:a16="http://schemas.microsoft.com/office/drawing/2014/main" id="{A3A0A86C-7A03-6BE9-10B4-6C131016B2A1}"/>
                  </a:ext>
                </a:extLst>
              </p:cNvPr>
              <p:cNvSpPr/>
              <p:nvPr/>
            </p:nvSpPr>
            <p:spPr>
              <a:xfrm>
                <a:off x="3535093"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7" name="Triangle 16">
                <a:extLst>
                  <a:ext uri="{FF2B5EF4-FFF2-40B4-BE49-F238E27FC236}">
                    <a16:creationId xmlns:a16="http://schemas.microsoft.com/office/drawing/2014/main" id="{60505BCC-68E6-C3E2-1E15-4B0D96BCFC05}"/>
                  </a:ext>
                </a:extLst>
              </p:cNvPr>
              <p:cNvSpPr/>
              <p:nvPr/>
            </p:nvSpPr>
            <p:spPr>
              <a:xfrm>
                <a:off x="2375160"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8" name="Triangle 17">
                <a:extLst>
                  <a:ext uri="{FF2B5EF4-FFF2-40B4-BE49-F238E27FC236}">
                    <a16:creationId xmlns:a16="http://schemas.microsoft.com/office/drawing/2014/main" id="{5F9BEA0D-604B-CEF5-3C7B-DBBB37AD871C}"/>
                  </a:ext>
                </a:extLst>
              </p:cNvPr>
              <p:cNvSpPr/>
              <p:nvPr/>
            </p:nvSpPr>
            <p:spPr>
              <a:xfrm rot="10800000">
                <a:off x="4404184"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9" name="Triangle 18">
                <a:extLst>
                  <a:ext uri="{FF2B5EF4-FFF2-40B4-BE49-F238E27FC236}">
                    <a16:creationId xmlns:a16="http://schemas.microsoft.com/office/drawing/2014/main" id="{5EA82A37-70C7-5527-5353-42652B1479D9}"/>
                  </a:ext>
                </a:extLst>
              </p:cNvPr>
              <p:cNvSpPr/>
              <p:nvPr/>
            </p:nvSpPr>
            <p:spPr>
              <a:xfrm rot="10800000">
                <a:off x="2660051"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0" name="Triangle 19">
                <a:extLst>
                  <a:ext uri="{FF2B5EF4-FFF2-40B4-BE49-F238E27FC236}">
                    <a16:creationId xmlns:a16="http://schemas.microsoft.com/office/drawing/2014/main" id="{F97C3E02-72F4-6D04-133C-A0DFEDBD3441}"/>
                  </a:ext>
                </a:extLst>
              </p:cNvPr>
              <p:cNvSpPr/>
              <p:nvPr/>
            </p:nvSpPr>
            <p:spPr>
              <a:xfrm rot="10800000">
                <a:off x="1533984"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1" name="Triangle 20">
                <a:extLst>
                  <a:ext uri="{FF2B5EF4-FFF2-40B4-BE49-F238E27FC236}">
                    <a16:creationId xmlns:a16="http://schemas.microsoft.com/office/drawing/2014/main" id="{6682F398-CA34-8C50-5EB0-7A89436F0811}"/>
                  </a:ext>
                </a:extLst>
              </p:cNvPr>
              <p:cNvSpPr/>
              <p:nvPr/>
            </p:nvSpPr>
            <p:spPr>
              <a:xfrm>
                <a:off x="2900093" y="1685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2" name="Triangle 21">
                <a:extLst>
                  <a:ext uri="{FF2B5EF4-FFF2-40B4-BE49-F238E27FC236}">
                    <a16:creationId xmlns:a16="http://schemas.microsoft.com/office/drawing/2014/main" id="{724B218E-B970-C895-FE75-CB461BB5BD59}"/>
                  </a:ext>
                </a:extLst>
              </p:cNvPr>
              <p:cNvSpPr/>
              <p:nvPr/>
            </p:nvSpPr>
            <p:spPr>
              <a:xfrm>
                <a:off x="4127759" y="1685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3" name="Triangle 22">
                <a:extLst>
                  <a:ext uri="{FF2B5EF4-FFF2-40B4-BE49-F238E27FC236}">
                    <a16:creationId xmlns:a16="http://schemas.microsoft.com/office/drawing/2014/main" id="{53D5A865-70C6-51F1-FB5E-CE3D00F567AB}"/>
                  </a:ext>
                </a:extLst>
              </p:cNvPr>
              <p:cNvSpPr/>
              <p:nvPr/>
            </p:nvSpPr>
            <p:spPr>
              <a:xfrm rot="10800000">
                <a:off x="4404184" y="1062731"/>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4" name="Triangle 23">
                <a:extLst>
                  <a:ext uri="{FF2B5EF4-FFF2-40B4-BE49-F238E27FC236}">
                    <a16:creationId xmlns:a16="http://schemas.microsoft.com/office/drawing/2014/main" id="{B5B815C1-5E26-6603-DED0-9459C7E19A83}"/>
                  </a:ext>
                </a:extLst>
              </p:cNvPr>
              <p:cNvSpPr/>
              <p:nvPr/>
            </p:nvSpPr>
            <p:spPr>
              <a:xfrm rot="10800000">
                <a:off x="4988384" y="1062731"/>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grpSp>
        <p:sp>
          <p:nvSpPr>
            <p:cNvPr id="3" name="TextBox 2">
              <a:extLst>
                <a:ext uri="{FF2B5EF4-FFF2-40B4-BE49-F238E27FC236}">
                  <a16:creationId xmlns:a16="http://schemas.microsoft.com/office/drawing/2014/main" id="{D390DDCD-CC36-5797-C43D-3229F88E660A}"/>
                </a:ext>
              </a:extLst>
            </p:cNvPr>
            <p:cNvSpPr txBox="1"/>
            <p:nvPr/>
          </p:nvSpPr>
          <p:spPr>
            <a:xfrm>
              <a:off x="9033163" y="1296547"/>
              <a:ext cx="3250365" cy="281851"/>
            </a:xfrm>
            <a:prstGeom prst="rect">
              <a:avLst/>
            </a:prstGeom>
            <a:noFill/>
          </p:spPr>
          <p:txBody>
            <a:bodyPr wrap="square">
              <a:spAutoFit/>
            </a:bodyPr>
            <a:lstStyle/>
            <a:p>
              <a:pPr algn="justLow" defTabSz="916000" rtl="1">
                <a:buClr>
                  <a:prstClr val="white"/>
                </a:buClr>
                <a:buSzPts val="3600"/>
              </a:pPr>
              <a:r>
                <a:rPr lang="ar-SA" sz="2800" kern="1200">
                  <a:solidFill>
                    <a:schemeClr val="bg1"/>
                  </a:solidFill>
                  <a:latin typeface="Bahij TheSansArabic ExtraBold" panose="02040503050201020203" pitchFamily="18" charset="-78"/>
                  <a:ea typeface="Cairo"/>
                  <a:cs typeface="Bahij TheSansArabic ExtraBold" panose="02040503050201020203" pitchFamily="18" charset="-78"/>
                  <a:sym typeface="Cairo"/>
                </a:rPr>
                <a:t>السيناريو الثاني لإقفال الإيرادات لعام 2026م</a:t>
              </a:r>
            </a:p>
          </p:txBody>
        </p:sp>
      </p:grpSp>
      <p:grpSp>
        <p:nvGrpSpPr>
          <p:cNvPr id="9" name="Group 8">
            <a:extLst>
              <a:ext uri="{FF2B5EF4-FFF2-40B4-BE49-F238E27FC236}">
                <a16:creationId xmlns:a16="http://schemas.microsoft.com/office/drawing/2014/main" id="{10C3D75E-B75F-7E68-E172-2AA3590F7A64}"/>
              </a:ext>
            </a:extLst>
          </p:cNvPr>
          <p:cNvGrpSpPr/>
          <p:nvPr/>
        </p:nvGrpSpPr>
        <p:grpSpPr>
          <a:xfrm>
            <a:off x="20831844" y="3059678"/>
            <a:ext cx="3276517" cy="9055808"/>
            <a:chOff x="9310448" y="3059678"/>
            <a:chExt cx="3276517" cy="9055808"/>
          </a:xfrm>
        </p:grpSpPr>
        <p:sp>
          <p:nvSpPr>
            <p:cNvPr id="37" name="Rectangle: Rounded Corners 36">
              <a:extLst>
                <a:ext uri="{FF2B5EF4-FFF2-40B4-BE49-F238E27FC236}">
                  <a16:creationId xmlns:a16="http://schemas.microsoft.com/office/drawing/2014/main" id="{C9077164-D877-8FDB-E22C-81488092DE7D}"/>
                </a:ext>
              </a:extLst>
            </p:cNvPr>
            <p:cNvSpPr/>
            <p:nvPr/>
          </p:nvSpPr>
          <p:spPr>
            <a:xfrm>
              <a:off x="9413204" y="3059678"/>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Rounded Corners 39">
              <a:extLst>
                <a:ext uri="{FF2B5EF4-FFF2-40B4-BE49-F238E27FC236}">
                  <a16:creationId xmlns:a16="http://schemas.microsoft.com/office/drawing/2014/main" id="{CA26CD73-124D-B2FC-A726-8FD0FFB4D885}"/>
                </a:ext>
              </a:extLst>
            </p:cNvPr>
            <p:cNvSpPr/>
            <p:nvPr/>
          </p:nvSpPr>
          <p:spPr>
            <a:xfrm>
              <a:off x="9413203" y="4930540"/>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Rounded Corners 43">
              <a:extLst>
                <a:ext uri="{FF2B5EF4-FFF2-40B4-BE49-F238E27FC236}">
                  <a16:creationId xmlns:a16="http://schemas.microsoft.com/office/drawing/2014/main" id="{CE78E71E-8675-B46C-0652-9A5146CB8A7D}"/>
                </a:ext>
              </a:extLst>
            </p:cNvPr>
            <p:cNvSpPr/>
            <p:nvPr/>
          </p:nvSpPr>
          <p:spPr>
            <a:xfrm>
              <a:off x="9413203" y="6801402"/>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Rounded Corners 44">
              <a:extLst>
                <a:ext uri="{FF2B5EF4-FFF2-40B4-BE49-F238E27FC236}">
                  <a16:creationId xmlns:a16="http://schemas.microsoft.com/office/drawing/2014/main" id="{D694A7A6-58C8-10DB-7E80-7EEEEEF97FCC}"/>
                </a:ext>
              </a:extLst>
            </p:cNvPr>
            <p:cNvSpPr/>
            <p:nvPr/>
          </p:nvSpPr>
          <p:spPr>
            <a:xfrm>
              <a:off x="9413203" y="8672264"/>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Rounded Corners 45">
              <a:extLst>
                <a:ext uri="{FF2B5EF4-FFF2-40B4-BE49-F238E27FC236}">
                  <a16:creationId xmlns:a16="http://schemas.microsoft.com/office/drawing/2014/main" id="{E5F7AEE4-F14C-4C23-5328-04089A68100B}"/>
                </a:ext>
              </a:extLst>
            </p:cNvPr>
            <p:cNvSpPr/>
            <p:nvPr/>
          </p:nvSpPr>
          <p:spPr>
            <a:xfrm>
              <a:off x="9413203" y="10543126"/>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FFF5B036-0976-8181-DCBB-D0249D97906F}"/>
                </a:ext>
              </a:extLst>
            </p:cNvPr>
            <p:cNvSpPr txBox="1"/>
            <p:nvPr/>
          </p:nvSpPr>
          <p:spPr>
            <a:xfrm>
              <a:off x="9326765" y="3627957"/>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إيرادات استثمارية </a:t>
              </a:r>
            </a:p>
          </p:txBody>
        </p:sp>
        <p:sp>
          <p:nvSpPr>
            <p:cNvPr id="49" name="TextBox 48">
              <a:extLst>
                <a:ext uri="{FF2B5EF4-FFF2-40B4-BE49-F238E27FC236}">
                  <a16:creationId xmlns:a16="http://schemas.microsoft.com/office/drawing/2014/main" id="{B1F8D3BE-006F-A3E9-D1FC-2FF7EA02DA6F}"/>
                </a:ext>
              </a:extLst>
            </p:cNvPr>
            <p:cNvSpPr txBox="1"/>
            <p:nvPr/>
          </p:nvSpPr>
          <p:spPr>
            <a:xfrm>
              <a:off x="9343918" y="5498819"/>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الرسوم والتراخيص </a:t>
              </a:r>
            </a:p>
          </p:txBody>
        </p:sp>
        <p:sp>
          <p:nvSpPr>
            <p:cNvPr id="85" name="TextBox 84">
              <a:extLst>
                <a:ext uri="{FF2B5EF4-FFF2-40B4-BE49-F238E27FC236}">
                  <a16:creationId xmlns:a16="http://schemas.microsoft.com/office/drawing/2014/main" id="{22172B6D-9C3F-DB5D-D94B-774BE93BD11C}"/>
                </a:ext>
              </a:extLst>
            </p:cNvPr>
            <p:cNvSpPr txBox="1"/>
            <p:nvPr/>
          </p:nvSpPr>
          <p:spPr>
            <a:xfrm>
              <a:off x="9370896" y="7369681"/>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جزاءات وغرامات </a:t>
              </a:r>
            </a:p>
          </p:txBody>
        </p:sp>
        <p:sp>
          <p:nvSpPr>
            <p:cNvPr id="95" name="TextBox 94">
              <a:extLst>
                <a:ext uri="{FF2B5EF4-FFF2-40B4-BE49-F238E27FC236}">
                  <a16:creationId xmlns:a16="http://schemas.microsoft.com/office/drawing/2014/main" id="{EB015575-BBB9-CBD4-819C-D56EE0108386}"/>
                </a:ext>
              </a:extLst>
            </p:cNvPr>
            <p:cNvSpPr txBox="1"/>
            <p:nvPr/>
          </p:nvSpPr>
          <p:spPr>
            <a:xfrm>
              <a:off x="9310448" y="9240543"/>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التبغ والإيواء </a:t>
              </a:r>
            </a:p>
          </p:txBody>
        </p:sp>
        <p:sp>
          <p:nvSpPr>
            <p:cNvPr id="101" name="TextBox 100">
              <a:extLst>
                <a:ext uri="{FF2B5EF4-FFF2-40B4-BE49-F238E27FC236}">
                  <a16:creationId xmlns:a16="http://schemas.microsoft.com/office/drawing/2014/main" id="{D2B458DE-0DB3-A0E8-252B-DD400ED8B607}"/>
                </a:ext>
              </a:extLst>
            </p:cNvPr>
            <p:cNvSpPr txBox="1"/>
            <p:nvPr/>
          </p:nvSpPr>
          <p:spPr>
            <a:xfrm>
              <a:off x="9364888" y="11111405"/>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أخرى</a:t>
              </a:r>
            </a:p>
          </p:txBody>
        </p:sp>
      </p:grpSp>
      <p:sp>
        <p:nvSpPr>
          <p:cNvPr id="261" name="Rectangle: Rounded Corners 260">
            <a:extLst>
              <a:ext uri="{FF2B5EF4-FFF2-40B4-BE49-F238E27FC236}">
                <a16:creationId xmlns:a16="http://schemas.microsoft.com/office/drawing/2014/main" id="{DAD97482-DCB9-B82E-756E-F2042308EA9D}"/>
              </a:ext>
            </a:extLst>
          </p:cNvPr>
          <p:cNvSpPr/>
          <p:nvPr/>
        </p:nvSpPr>
        <p:spPr>
          <a:xfrm>
            <a:off x="115617" y="1488435"/>
            <a:ext cx="24020043" cy="815152"/>
          </a:xfrm>
          <a:prstGeom prst="roundRect">
            <a:avLst>
              <a:gd name="adj" fmla="val 6592"/>
            </a:avLst>
          </a:prstGeom>
          <a:solidFill>
            <a:schemeClr val="bg1">
              <a:lumMod val="95000"/>
            </a:schemeClr>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 name="TextBox 261">
            <a:extLst>
              <a:ext uri="{FF2B5EF4-FFF2-40B4-BE49-F238E27FC236}">
                <a16:creationId xmlns:a16="http://schemas.microsoft.com/office/drawing/2014/main" id="{16500E24-021A-35C8-66DF-5AA0FD806ECC}"/>
              </a:ext>
            </a:extLst>
          </p:cNvPr>
          <p:cNvSpPr txBox="1"/>
          <p:nvPr/>
        </p:nvSpPr>
        <p:spPr>
          <a:xfrm>
            <a:off x="13682652" y="1628448"/>
            <a:ext cx="9192723" cy="523220"/>
          </a:xfrm>
          <a:prstGeom prst="rect">
            <a:avLst/>
          </a:prstGeom>
          <a:noFill/>
        </p:spPr>
        <p:txBody>
          <a:bodyPr wrap="square" rtlCol="0">
            <a:spAutoFit/>
          </a:bodyPr>
          <a:lstStyle/>
          <a:p>
            <a:pPr algn="r"/>
            <a:r>
              <a:rPr lang="ar-SA" sz="2800">
                <a:solidFill>
                  <a:srgbClr val="106946"/>
                </a:solidFill>
                <a:latin typeface="Bahij TheSansArabic Bold" panose="02040503050201020203" charset="-78"/>
                <a:cs typeface="Bahij TheSansArabic Bold" panose="02040503050201020203" charset="-78"/>
              </a:rPr>
              <a:t>مقارنة الاداء حسب التبويب </a:t>
            </a:r>
            <a:endParaRPr lang="en-US" sz="2800">
              <a:solidFill>
                <a:srgbClr val="106946"/>
              </a:solidFill>
              <a:latin typeface="Bahij TheSansArabic Bold" panose="02040503050201020203" charset="-78"/>
              <a:cs typeface="Bahij TheSansArabic Bold" panose="02040503050201020203" charset="-78"/>
            </a:endParaRPr>
          </a:p>
        </p:txBody>
      </p:sp>
      <p:sp>
        <p:nvSpPr>
          <p:cNvPr id="263" name="Rectangle 262">
            <a:extLst>
              <a:ext uri="{FF2B5EF4-FFF2-40B4-BE49-F238E27FC236}">
                <a16:creationId xmlns:a16="http://schemas.microsoft.com/office/drawing/2014/main" id="{3B200D8B-A145-970E-19BB-80D4C3F87E17}"/>
              </a:ext>
            </a:extLst>
          </p:cNvPr>
          <p:cNvSpPr/>
          <p:nvPr/>
        </p:nvSpPr>
        <p:spPr>
          <a:xfrm>
            <a:off x="22963694" y="1482075"/>
            <a:ext cx="1171966" cy="846429"/>
          </a:xfrm>
          <a:prstGeom prst="rect">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4" name="Graphic 263" descr="Upward trend with solid fill">
            <a:extLst>
              <a:ext uri="{FF2B5EF4-FFF2-40B4-BE49-F238E27FC236}">
                <a16:creationId xmlns:a16="http://schemas.microsoft.com/office/drawing/2014/main" id="{96CA829E-BCA4-2340-484B-01D0B7EA25F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3145423" y="1521744"/>
            <a:ext cx="757465" cy="757465"/>
          </a:xfrm>
          <a:prstGeom prst="rect">
            <a:avLst/>
          </a:prstGeom>
        </p:spPr>
      </p:pic>
      <p:sp>
        <p:nvSpPr>
          <p:cNvPr id="185" name="Rectangle: Rounded Corners 184">
            <a:extLst>
              <a:ext uri="{FF2B5EF4-FFF2-40B4-BE49-F238E27FC236}">
                <a16:creationId xmlns:a16="http://schemas.microsoft.com/office/drawing/2014/main" id="{9F5BAD9D-1CD9-A084-5A8E-BFCB4F94C95B}"/>
              </a:ext>
            </a:extLst>
          </p:cNvPr>
          <p:cNvSpPr/>
          <p:nvPr/>
        </p:nvSpPr>
        <p:spPr>
          <a:xfrm>
            <a:off x="12045918"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ectangle: Rounded Corners 185">
            <a:extLst>
              <a:ext uri="{FF2B5EF4-FFF2-40B4-BE49-F238E27FC236}">
                <a16:creationId xmlns:a16="http://schemas.microsoft.com/office/drawing/2014/main" id="{3FD1587E-B4C9-113E-1600-17472C403025}"/>
              </a:ext>
            </a:extLst>
          </p:cNvPr>
          <p:cNvSpPr/>
          <p:nvPr/>
        </p:nvSpPr>
        <p:spPr>
          <a:xfrm>
            <a:off x="12045918"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 name="Rectangle: Rounded Corners 187">
            <a:extLst>
              <a:ext uri="{FF2B5EF4-FFF2-40B4-BE49-F238E27FC236}">
                <a16:creationId xmlns:a16="http://schemas.microsoft.com/office/drawing/2014/main" id="{2CAFECCD-CB9F-6773-F67B-1BB5A4EF3353}"/>
              </a:ext>
            </a:extLst>
          </p:cNvPr>
          <p:cNvSpPr/>
          <p:nvPr/>
        </p:nvSpPr>
        <p:spPr>
          <a:xfrm>
            <a:off x="12045918"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 name="Rectangle: Rounded Corners 188">
            <a:extLst>
              <a:ext uri="{FF2B5EF4-FFF2-40B4-BE49-F238E27FC236}">
                <a16:creationId xmlns:a16="http://schemas.microsoft.com/office/drawing/2014/main" id="{5B4A7DAC-D57B-4CCE-AE2E-89B6F91C55F7}"/>
              </a:ext>
            </a:extLst>
          </p:cNvPr>
          <p:cNvSpPr/>
          <p:nvPr/>
        </p:nvSpPr>
        <p:spPr>
          <a:xfrm>
            <a:off x="12045918"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 name="Rectangle: Rounded Corners 189">
            <a:extLst>
              <a:ext uri="{FF2B5EF4-FFF2-40B4-BE49-F238E27FC236}">
                <a16:creationId xmlns:a16="http://schemas.microsoft.com/office/drawing/2014/main" id="{008847C2-5957-9DE0-E07D-857190A38A4C}"/>
              </a:ext>
            </a:extLst>
          </p:cNvPr>
          <p:cNvSpPr/>
          <p:nvPr/>
        </p:nvSpPr>
        <p:spPr>
          <a:xfrm>
            <a:off x="12045918"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 name="TextBox 258">
            <a:extLst>
              <a:ext uri="{FF2B5EF4-FFF2-40B4-BE49-F238E27FC236}">
                <a16:creationId xmlns:a16="http://schemas.microsoft.com/office/drawing/2014/main" id="{6664AB38-7251-F57B-D707-385F6971AAA8}"/>
              </a:ext>
            </a:extLst>
          </p:cNvPr>
          <p:cNvSpPr txBox="1"/>
          <p:nvPr/>
        </p:nvSpPr>
        <p:spPr>
          <a:xfrm>
            <a:off x="12252029" y="2539034"/>
            <a:ext cx="1211402" cy="338554"/>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ديسمبر</a:t>
            </a:r>
            <a:endParaRPr lang="en-US" sz="1600" b="1">
              <a:solidFill>
                <a:srgbClr val="106946"/>
              </a:solidFill>
              <a:latin typeface="Bahij TheSansArabic Bold" panose="02040503050201020203" charset="-78"/>
              <a:cs typeface="Bahij TheSansArabic Bold" panose="02040503050201020203" charset="-78"/>
            </a:endParaRPr>
          </a:p>
        </p:txBody>
      </p:sp>
      <p:sp>
        <p:nvSpPr>
          <p:cNvPr id="555" name="Rectangle: Rounded Corners 554">
            <a:extLst>
              <a:ext uri="{FF2B5EF4-FFF2-40B4-BE49-F238E27FC236}">
                <a16:creationId xmlns:a16="http://schemas.microsoft.com/office/drawing/2014/main" id="{8BE8F478-A2DD-3841-5211-C49B5B138876}"/>
              </a:ext>
            </a:extLst>
          </p:cNvPr>
          <p:cNvSpPr/>
          <p:nvPr/>
        </p:nvSpPr>
        <p:spPr>
          <a:xfrm>
            <a:off x="14117845"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6" name="Rectangle: Rounded Corners 555">
            <a:extLst>
              <a:ext uri="{FF2B5EF4-FFF2-40B4-BE49-F238E27FC236}">
                <a16:creationId xmlns:a16="http://schemas.microsoft.com/office/drawing/2014/main" id="{0C7C0BC2-2872-3ED8-D48D-5A2692DA6C29}"/>
              </a:ext>
            </a:extLst>
          </p:cNvPr>
          <p:cNvSpPr/>
          <p:nvPr/>
        </p:nvSpPr>
        <p:spPr>
          <a:xfrm>
            <a:off x="14117845"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7" name="Rectangle: Rounded Corners 556">
            <a:extLst>
              <a:ext uri="{FF2B5EF4-FFF2-40B4-BE49-F238E27FC236}">
                <a16:creationId xmlns:a16="http://schemas.microsoft.com/office/drawing/2014/main" id="{F435CCDA-05CF-03D3-9B51-5B99B97975CC}"/>
              </a:ext>
            </a:extLst>
          </p:cNvPr>
          <p:cNvSpPr/>
          <p:nvPr/>
        </p:nvSpPr>
        <p:spPr>
          <a:xfrm>
            <a:off x="14117845"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8" name="Rectangle: Rounded Corners 557">
            <a:extLst>
              <a:ext uri="{FF2B5EF4-FFF2-40B4-BE49-F238E27FC236}">
                <a16:creationId xmlns:a16="http://schemas.microsoft.com/office/drawing/2014/main" id="{2ECDC854-8390-737D-0965-8CCDA545BADC}"/>
              </a:ext>
            </a:extLst>
          </p:cNvPr>
          <p:cNvSpPr/>
          <p:nvPr/>
        </p:nvSpPr>
        <p:spPr>
          <a:xfrm>
            <a:off x="14117845"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9" name="Rectangle: Rounded Corners 558">
            <a:extLst>
              <a:ext uri="{FF2B5EF4-FFF2-40B4-BE49-F238E27FC236}">
                <a16:creationId xmlns:a16="http://schemas.microsoft.com/office/drawing/2014/main" id="{B6D58D51-5543-9AD9-1838-2072A638B3D9}"/>
              </a:ext>
            </a:extLst>
          </p:cNvPr>
          <p:cNvSpPr/>
          <p:nvPr/>
        </p:nvSpPr>
        <p:spPr>
          <a:xfrm>
            <a:off x="14117845"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9" name="TextBox 568">
            <a:extLst>
              <a:ext uri="{FF2B5EF4-FFF2-40B4-BE49-F238E27FC236}">
                <a16:creationId xmlns:a16="http://schemas.microsoft.com/office/drawing/2014/main" id="{09B57377-DAC8-C17A-9891-A40E1EF053B1}"/>
              </a:ext>
            </a:extLst>
          </p:cNvPr>
          <p:cNvSpPr txBox="1"/>
          <p:nvPr/>
        </p:nvSpPr>
        <p:spPr>
          <a:xfrm>
            <a:off x="14323956" y="2539034"/>
            <a:ext cx="1211402" cy="338554"/>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نوفمبر</a:t>
            </a:r>
            <a:endParaRPr lang="en-US" sz="1600" b="1">
              <a:solidFill>
                <a:srgbClr val="106946"/>
              </a:solidFill>
              <a:latin typeface="Bahij TheSansArabic Bold" panose="02040503050201020203" charset="-78"/>
              <a:cs typeface="Bahij TheSansArabic Bold" panose="02040503050201020203" charset="-78"/>
            </a:endParaRPr>
          </a:p>
        </p:txBody>
      </p:sp>
      <p:sp>
        <p:nvSpPr>
          <p:cNvPr id="581" name="Rectangle: Rounded Corners 580">
            <a:extLst>
              <a:ext uri="{FF2B5EF4-FFF2-40B4-BE49-F238E27FC236}">
                <a16:creationId xmlns:a16="http://schemas.microsoft.com/office/drawing/2014/main" id="{F0FB292A-7C12-9913-ACF5-52DD96DD7421}"/>
              </a:ext>
            </a:extLst>
          </p:cNvPr>
          <p:cNvSpPr/>
          <p:nvPr/>
        </p:nvSpPr>
        <p:spPr>
          <a:xfrm>
            <a:off x="16189772"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2" name="Rectangle: Rounded Corners 581">
            <a:extLst>
              <a:ext uri="{FF2B5EF4-FFF2-40B4-BE49-F238E27FC236}">
                <a16:creationId xmlns:a16="http://schemas.microsoft.com/office/drawing/2014/main" id="{C0A207CB-99D5-DECF-E08C-722822CD2FE1}"/>
              </a:ext>
            </a:extLst>
          </p:cNvPr>
          <p:cNvSpPr/>
          <p:nvPr/>
        </p:nvSpPr>
        <p:spPr>
          <a:xfrm>
            <a:off x="16189772"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3" name="Rectangle: Rounded Corners 582">
            <a:extLst>
              <a:ext uri="{FF2B5EF4-FFF2-40B4-BE49-F238E27FC236}">
                <a16:creationId xmlns:a16="http://schemas.microsoft.com/office/drawing/2014/main" id="{EE384784-C729-6849-97B5-21C56A815A7B}"/>
              </a:ext>
            </a:extLst>
          </p:cNvPr>
          <p:cNvSpPr/>
          <p:nvPr/>
        </p:nvSpPr>
        <p:spPr>
          <a:xfrm>
            <a:off x="16189772"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4" name="Rectangle: Rounded Corners 583">
            <a:extLst>
              <a:ext uri="{FF2B5EF4-FFF2-40B4-BE49-F238E27FC236}">
                <a16:creationId xmlns:a16="http://schemas.microsoft.com/office/drawing/2014/main" id="{02E00411-6D89-948B-96CA-60F6F20EF6F8}"/>
              </a:ext>
            </a:extLst>
          </p:cNvPr>
          <p:cNvSpPr/>
          <p:nvPr/>
        </p:nvSpPr>
        <p:spPr>
          <a:xfrm>
            <a:off x="16189772"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5" name="Rectangle: Rounded Corners 584">
            <a:extLst>
              <a:ext uri="{FF2B5EF4-FFF2-40B4-BE49-F238E27FC236}">
                <a16:creationId xmlns:a16="http://schemas.microsoft.com/office/drawing/2014/main" id="{F40CC1D8-F511-0A85-3A2D-641FCE40BC69}"/>
              </a:ext>
            </a:extLst>
          </p:cNvPr>
          <p:cNvSpPr/>
          <p:nvPr/>
        </p:nvSpPr>
        <p:spPr>
          <a:xfrm>
            <a:off x="16189772"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5" name="TextBox 594">
            <a:extLst>
              <a:ext uri="{FF2B5EF4-FFF2-40B4-BE49-F238E27FC236}">
                <a16:creationId xmlns:a16="http://schemas.microsoft.com/office/drawing/2014/main" id="{C522025B-41E7-6BF3-A34B-F4F02107BDC7}"/>
              </a:ext>
            </a:extLst>
          </p:cNvPr>
          <p:cNvSpPr txBox="1"/>
          <p:nvPr/>
        </p:nvSpPr>
        <p:spPr>
          <a:xfrm>
            <a:off x="16395883" y="2539034"/>
            <a:ext cx="1211402" cy="338554"/>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أكتوبر</a:t>
            </a:r>
            <a:endParaRPr lang="en-US" sz="1600" b="1">
              <a:solidFill>
                <a:srgbClr val="106946"/>
              </a:solidFill>
              <a:latin typeface="Bahij TheSansArabic Bold" panose="02040503050201020203" charset="-78"/>
              <a:cs typeface="Bahij TheSansArabic Bold" panose="02040503050201020203" charset="-78"/>
            </a:endParaRPr>
          </a:p>
        </p:txBody>
      </p:sp>
      <p:sp>
        <p:nvSpPr>
          <p:cNvPr id="607" name="Rectangle: Rounded Corners 606">
            <a:extLst>
              <a:ext uri="{FF2B5EF4-FFF2-40B4-BE49-F238E27FC236}">
                <a16:creationId xmlns:a16="http://schemas.microsoft.com/office/drawing/2014/main" id="{07D660BC-696C-A32D-7F92-DB72B7A05D4B}"/>
              </a:ext>
            </a:extLst>
          </p:cNvPr>
          <p:cNvSpPr/>
          <p:nvPr/>
        </p:nvSpPr>
        <p:spPr>
          <a:xfrm>
            <a:off x="18261699"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8" name="Rectangle: Rounded Corners 607">
            <a:extLst>
              <a:ext uri="{FF2B5EF4-FFF2-40B4-BE49-F238E27FC236}">
                <a16:creationId xmlns:a16="http://schemas.microsoft.com/office/drawing/2014/main" id="{21B6961D-FCF8-DB41-8182-2102A426A0D3}"/>
              </a:ext>
            </a:extLst>
          </p:cNvPr>
          <p:cNvSpPr/>
          <p:nvPr/>
        </p:nvSpPr>
        <p:spPr>
          <a:xfrm>
            <a:off x="18261699"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9" name="Rectangle: Rounded Corners 608">
            <a:extLst>
              <a:ext uri="{FF2B5EF4-FFF2-40B4-BE49-F238E27FC236}">
                <a16:creationId xmlns:a16="http://schemas.microsoft.com/office/drawing/2014/main" id="{10FB0F9F-4876-A921-9EAC-5AE1DA621EC1}"/>
              </a:ext>
            </a:extLst>
          </p:cNvPr>
          <p:cNvSpPr/>
          <p:nvPr/>
        </p:nvSpPr>
        <p:spPr>
          <a:xfrm>
            <a:off x="18261699"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0" name="Rectangle: Rounded Corners 609">
            <a:extLst>
              <a:ext uri="{FF2B5EF4-FFF2-40B4-BE49-F238E27FC236}">
                <a16:creationId xmlns:a16="http://schemas.microsoft.com/office/drawing/2014/main" id="{E133F170-E6C7-E876-3AF5-42F632DB9F14}"/>
              </a:ext>
            </a:extLst>
          </p:cNvPr>
          <p:cNvSpPr/>
          <p:nvPr/>
        </p:nvSpPr>
        <p:spPr>
          <a:xfrm>
            <a:off x="18261699"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1" name="Rectangle: Rounded Corners 610">
            <a:extLst>
              <a:ext uri="{FF2B5EF4-FFF2-40B4-BE49-F238E27FC236}">
                <a16:creationId xmlns:a16="http://schemas.microsoft.com/office/drawing/2014/main" id="{76700576-FC71-7FD2-6166-AB467262C5C1}"/>
              </a:ext>
            </a:extLst>
          </p:cNvPr>
          <p:cNvSpPr/>
          <p:nvPr/>
        </p:nvSpPr>
        <p:spPr>
          <a:xfrm>
            <a:off x="18261699"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1" name="TextBox 620">
            <a:extLst>
              <a:ext uri="{FF2B5EF4-FFF2-40B4-BE49-F238E27FC236}">
                <a16:creationId xmlns:a16="http://schemas.microsoft.com/office/drawing/2014/main" id="{120D9499-AF51-141F-24F6-F8B87F7C3615}"/>
              </a:ext>
            </a:extLst>
          </p:cNvPr>
          <p:cNvSpPr txBox="1"/>
          <p:nvPr/>
        </p:nvSpPr>
        <p:spPr>
          <a:xfrm>
            <a:off x="18317631" y="2539034"/>
            <a:ext cx="1513335" cy="584775"/>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الإجمالي حتى سبتمبر</a:t>
            </a:r>
            <a:endParaRPr lang="en-US" sz="1600" b="1">
              <a:solidFill>
                <a:srgbClr val="106946"/>
              </a:solidFill>
              <a:latin typeface="Bahij TheSansArabic Bold" panose="02040503050201020203" charset="-78"/>
              <a:cs typeface="Bahij TheSansArabic Bold" panose="02040503050201020203" charset="-78"/>
            </a:endParaRPr>
          </a:p>
        </p:txBody>
      </p:sp>
      <p:graphicFrame>
        <p:nvGraphicFramePr>
          <p:cNvPr id="7" name="Chart 6">
            <a:extLst>
              <a:ext uri="{FF2B5EF4-FFF2-40B4-BE49-F238E27FC236}">
                <a16:creationId xmlns:a16="http://schemas.microsoft.com/office/drawing/2014/main" id="{60C5CD0A-871F-F6D5-D164-840ADDB3F572}"/>
              </a:ext>
            </a:extLst>
          </p:cNvPr>
          <p:cNvGraphicFramePr>
            <a:graphicFrameLocks noChangeAspect="1"/>
          </p:cNvGraphicFramePr>
          <p:nvPr>
            <p:extLst>
              <p:ext uri="{D42A27DB-BD31-4B8C-83A1-F6EECF244321}">
                <p14:modId xmlns:p14="http://schemas.microsoft.com/office/powerpoint/2010/main" val="3542228987"/>
              </p:ext>
            </p:extLst>
          </p:nvPr>
        </p:nvGraphicFramePr>
        <p:xfrm>
          <a:off x="12087820" y="2443600"/>
          <a:ext cx="1634354" cy="10276941"/>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8" name="Chart 7">
            <a:extLst>
              <a:ext uri="{FF2B5EF4-FFF2-40B4-BE49-F238E27FC236}">
                <a16:creationId xmlns:a16="http://schemas.microsoft.com/office/drawing/2014/main" id="{B496822D-F93C-B60F-9EB9-2F51FEB0EE96}"/>
              </a:ext>
            </a:extLst>
          </p:cNvPr>
          <p:cNvGraphicFramePr>
            <a:graphicFrameLocks noChangeAspect="1"/>
          </p:cNvGraphicFramePr>
          <p:nvPr>
            <p:extLst>
              <p:ext uri="{D42A27DB-BD31-4B8C-83A1-F6EECF244321}">
                <p14:modId xmlns:p14="http://schemas.microsoft.com/office/powerpoint/2010/main" val="2095440567"/>
              </p:ext>
            </p:extLst>
          </p:nvPr>
        </p:nvGraphicFramePr>
        <p:xfrm>
          <a:off x="14157889" y="2443600"/>
          <a:ext cx="1634354" cy="10276941"/>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1" name="Chart 10">
            <a:extLst>
              <a:ext uri="{FF2B5EF4-FFF2-40B4-BE49-F238E27FC236}">
                <a16:creationId xmlns:a16="http://schemas.microsoft.com/office/drawing/2014/main" id="{2CCD6606-AB3E-F0A1-69F5-D5D56FB61C9C}"/>
              </a:ext>
            </a:extLst>
          </p:cNvPr>
          <p:cNvGraphicFramePr>
            <a:graphicFrameLocks noChangeAspect="1"/>
          </p:cNvGraphicFramePr>
          <p:nvPr>
            <p:extLst>
              <p:ext uri="{D42A27DB-BD31-4B8C-83A1-F6EECF244321}">
                <p14:modId xmlns:p14="http://schemas.microsoft.com/office/powerpoint/2010/main" val="255261979"/>
              </p:ext>
            </p:extLst>
          </p:nvPr>
        </p:nvGraphicFramePr>
        <p:xfrm>
          <a:off x="16227958" y="2443600"/>
          <a:ext cx="1634354" cy="10276941"/>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12" name="Chart 11">
            <a:extLst>
              <a:ext uri="{FF2B5EF4-FFF2-40B4-BE49-F238E27FC236}">
                <a16:creationId xmlns:a16="http://schemas.microsoft.com/office/drawing/2014/main" id="{A50F971C-9886-21E3-0320-4A82CDCF7462}"/>
              </a:ext>
            </a:extLst>
          </p:cNvPr>
          <p:cNvGraphicFramePr>
            <a:graphicFrameLocks noChangeAspect="1"/>
          </p:cNvGraphicFramePr>
          <p:nvPr>
            <p:extLst>
              <p:ext uri="{D42A27DB-BD31-4B8C-83A1-F6EECF244321}">
                <p14:modId xmlns:p14="http://schemas.microsoft.com/office/powerpoint/2010/main" val="4249297210"/>
              </p:ext>
            </p:extLst>
          </p:nvPr>
        </p:nvGraphicFramePr>
        <p:xfrm>
          <a:off x="18298027" y="2443600"/>
          <a:ext cx="1634354" cy="10276941"/>
        </p:xfrm>
        <a:graphic>
          <a:graphicData uri="http://schemas.openxmlformats.org/drawingml/2006/chart">
            <c:chart xmlns:c="http://schemas.openxmlformats.org/drawingml/2006/chart" xmlns:r="http://schemas.openxmlformats.org/officeDocument/2006/relationships" r:id="rId7"/>
          </a:graphicData>
        </a:graphic>
      </p:graphicFrame>
      <p:grpSp>
        <p:nvGrpSpPr>
          <p:cNvPr id="613" name="Group 612">
            <a:extLst>
              <a:ext uri="{FF2B5EF4-FFF2-40B4-BE49-F238E27FC236}">
                <a16:creationId xmlns:a16="http://schemas.microsoft.com/office/drawing/2014/main" id="{5A5164F6-B597-7CBC-C817-6F7A89BFA009}"/>
              </a:ext>
            </a:extLst>
          </p:cNvPr>
          <p:cNvGrpSpPr/>
          <p:nvPr/>
        </p:nvGrpSpPr>
        <p:grpSpPr>
          <a:xfrm>
            <a:off x="18991259" y="3104190"/>
            <a:ext cx="847611" cy="316517"/>
            <a:chOff x="-6600343" y="3070054"/>
            <a:chExt cx="846866" cy="316517"/>
          </a:xfrm>
        </p:grpSpPr>
        <p:sp>
          <p:nvSpPr>
            <p:cNvPr id="630" name="Rectangle: Rounded Corners 629">
              <a:extLst>
                <a:ext uri="{FF2B5EF4-FFF2-40B4-BE49-F238E27FC236}">
                  <a16:creationId xmlns:a16="http://schemas.microsoft.com/office/drawing/2014/main" id="{4D851AA0-7F6B-0D43-C0E0-041ECED422E2}"/>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a:t>
              </a:r>
            </a:p>
          </p:txBody>
        </p:sp>
        <p:sp>
          <p:nvSpPr>
            <p:cNvPr id="631" name="Arrow: Down 630">
              <a:extLst>
                <a:ext uri="{FF2B5EF4-FFF2-40B4-BE49-F238E27FC236}">
                  <a16:creationId xmlns:a16="http://schemas.microsoft.com/office/drawing/2014/main" id="{8B482E05-9A37-2F9C-2596-172C589EE9B5}"/>
                </a:ext>
              </a:extLst>
            </p:cNvPr>
            <p:cNvSpPr/>
            <p:nvPr/>
          </p:nvSpPr>
          <p:spPr>
            <a:xfrm rot="10800000">
              <a:off x="-5996253" y="309429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4" name="Group 613">
            <a:extLst>
              <a:ext uri="{FF2B5EF4-FFF2-40B4-BE49-F238E27FC236}">
                <a16:creationId xmlns:a16="http://schemas.microsoft.com/office/drawing/2014/main" id="{F629106B-26DC-1D17-1396-DAE305D2D4E2}"/>
              </a:ext>
            </a:extLst>
          </p:cNvPr>
          <p:cNvGrpSpPr/>
          <p:nvPr/>
        </p:nvGrpSpPr>
        <p:grpSpPr>
          <a:xfrm>
            <a:off x="18991259" y="4979848"/>
            <a:ext cx="847611" cy="310752"/>
            <a:chOff x="-6600343" y="4603178"/>
            <a:chExt cx="846866" cy="310752"/>
          </a:xfrm>
        </p:grpSpPr>
        <p:sp>
          <p:nvSpPr>
            <p:cNvPr id="628" name="Rectangle: Rounded Corners 627">
              <a:extLst>
                <a:ext uri="{FF2B5EF4-FFF2-40B4-BE49-F238E27FC236}">
                  <a16:creationId xmlns:a16="http://schemas.microsoft.com/office/drawing/2014/main" id="{CD219C28-537E-2B05-F5F2-F5CDD95709E7}"/>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0%</a:t>
              </a:r>
            </a:p>
          </p:txBody>
        </p:sp>
        <p:sp>
          <p:nvSpPr>
            <p:cNvPr id="629" name="Arrow: Down 628">
              <a:extLst>
                <a:ext uri="{FF2B5EF4-FFF2-40B4-BE49-F238E27FC236}">
                  <a16:creationId xmlns:a16="http://schemas.microsoft.com/office/drawing/2014/main" id="{C1B5EF94-6E35-7158-066B-A7F0FA61A3E1}"/>
                </a:ext>
              </a:extLst>
            </p:cNvPr>
            <p:cNvSpPr/>
            <p:nvPr/>
          </p:nvSpPr>
          <p:spPr>
            <a:xfrm rot="10800000">
              <a:off x="-5996253" y="460932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5" name="Group 614">
            <a:extLst>
              <a:ext uri="{FF2B5EF4-FFF2-40B4-BE49-F238E27FC236}">
                <a16:creationId xmlns:a16="http://schemas.microsoft.com/office/drawing/2014/main" id="{8A8C96C5-BE3D-49C8-0E9F-9CA831498F0F}"/>
              </a:ext>
            </a:extLst>
          </p:cNvPr>
          <p:cNvGrpSpPr/>
          <p:nvPr/>
        </p:nvGrpSpPr>
        <p:grpSpPr>
          <a:xfrm>
            <a:off x="18991259" y="6849741"/>
            <a:ext cx="847611" cy="310752"/>
            <a:chOff x="-6600343" y="6171548"/>
            <a:chExt cx="846866" cy="310752"/>
          </a:xfrm>
        </p:grpSpPr>
        <p:sp>
          <p:nvSpPr>
            <p:cNvPr id="626" name="Rectangle: Rounded Corners 625">
              <a:extLst>
                <a:ext uri="{FF2B5EF4-FFF2-40B4-BE49-F238E27FC236}">
                  <a16:creationId xmlns:a16="http://schemas.microsoft.com/office/drawing/2014/main" id="{DF6DA10D-FAE5-3A92-7C46-B7C68BD58FDB}"/>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50%</a:t>
              </a:r>
            </a:p>
          </p:txBody>
        </p:sp>
        <p:sp>
          <p:nvSpPr>
            <p:cNvPr id="627" name="Arrow: Down 626">
              <a:extLst>
                <a:ext uri="{FF2B5EF4-FFF2-40B4-BE49-F238E27FC236}">
                  <a16:creationId xmlns:a16="http://schemas.microsoft.com/office/drawing/2014/main" id="{00B4C6B1-2D89-78C2-8C64-CBEAB6441F44}"/>
                </a:ext>
              </a:extLst>
            </p:cNvPr>
            <p:cNvSpPr/>
            <p:nvPr/>
          </p:nvSpPr>
          <p:spPr>
            <a:xfrm rot="10800000">
              <a:off x="-5996253" y="617769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6" name="Group 615">
            <a:extLst>
              <a:ext uri="{FF2B5EF4-FFF2-40B4-BE49-F238E27FC236}">
                <a16:creationId xmlns:a16="http://schemas.microsoft.com/office/drawing/2014/main" id="{F1CBA8E2-B38A-5F00-48CD-E749AE21CFA8}"/>
              </a:ext>
            </a:extLst>
          </p:cNvPr>
          <p:cNvGrpSpPr/>
          <p:nvPr/>
        </p:nvGrpSpPr>
        <p:grpSpPr>
          <a:xfrm>
            <a:off x="18991259" y="8719634"/>
            <a:ext cx="847611" cy="310752"/>
            <a:chOff x="-6600343" y="7739918"/>
            <a:chExt cx="846866" cy="310752"/>
          </a:xfrm>
        </p:grpSpPr>
        <p:sp>
          <p:nvSpPr>
            <p:cNvPr id="624" name="Rectangle: Rounded Corners 623">
              <a:extLst>
                <a:ext uri="{FF2B5EF4-FFF2-40B4-BE49-F238E27FC236}">
                  <a16:creationId xmlns:a16="http://schemas.microsoft.com/office/drawing/2014/main" id="{BDB0E986-B5F7-A8C4-BCF7-1CACFB6D72CE}"/>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-32%</a:t>
              </a:r>
            </a:p>
          </p:txBody>
        </p:sp>
        <p:sp>
          <p:nvSpPr>
            <p:cNvPr id="625" name="Arrow: Down 624">
              <a:extLst>
                <a:ext uri="{FF2B5EF4-FFF2-40B4-BE49-F238E27FC236}">
                  <a16:creationId xmlns:a16="http://schemas.microsoft.com/office/drawing/2014/main" id="{E73C869A-F621-1B1D-E6DC-368E6D849D29}"/>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2" name="Group 31">
            <a:extLst>
              <a:ext uri="{FF2B5EF4-FFF2-40B4-BE49-F238E27FC236}">
                <a16:creationId xmlns:a16="http://schemas.microsoft.com/office/drawing/2014/main" id="{8EC44929-308B-EF83-6E2B-0DF89C299172}"/>
              </a:ext>
            </a:extLst>
          </p:cNvPr>
          <p:cNvGrpSpPr/>
          <p:nvPr/>
        </p:nvGrpSpPr>
        <p:grpSpPr>
          <a:xfrm>
            <a:off x="18991259" y="10589527"/>
            <a:ext cx="847611" cy="310752"/>
            <a:chOff x="6117941" y="9303259"/>
            <a:chExt cx="847611" cy="310752"/>
          </a:xfrm>
        </p:grpSpPr>
        <p:sp>
          <p:nvSpPr>
            <p:cNvPr id="617" name="Rectangle: Rounded Corners 616">
              <a:extLst>
                <a:ext uri="{FF2B5EF4-FFF2-40B4-BE49-F238E27FC236}">
                  <a16:creationId xmlns:a16="http://schemas.microsoft.com/office/drawing/2014/main" id="{5AFF713B-1F6D-24A3-B23E-B1FB0EE28ACB}"/>
                </a:ext>
              </a:extLst>
            </p:cNvPr>
            <p:cNvSpPr/>
            <p:nvPr/>
          </p:nvSpPr>
          <p:spPr>
            <a:xfrm>
              <a:off x="6117941"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618" name="Arrow: Down 617">
              <a:extLst>
                <a:ext uri="{FF2B5EF4-FFF2-40B4-BE49-F238E27FC236}">
                  <a16:creationId xmlns:a16="http://schemas.microsoft.com/office/drawing/2014/main" id="{E768A28E-9B84-EFC0-29FA-99CB12409EAB}"/>
                </a:ext>
              </a:extLst>
            </p:cNvPr>
            <p:cNvSpPr/>
            <p:nvPr/>
          </p:nvSpPr>
          <p:spPr>
            <a:xfrm rot="10800000">
              <a:off x="6724596"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7" name="Group 586">
            <a:extLst>
              <a:ext uri="{FF2B5EF4-FFF2-40B4-BE49-F238E27FC236}">
                <a16:creationId xmlns:a16="http://schemas.microsoft.com/office/drawing/2014/main" id="{41E67761-9898-C290-D10F-5459C367A62A}"/>
              </a:ext>
            </a:extLst>
          </p:cNvPr>
          <p:cNvGrpSpPr/>
          <p:nvPr/>
        </p:nvGrpSpPr>
        <p:grpSpPr>
          <a:xfrm>
            <a:off x="16919332" y="3104190"/>
            <a:ext cx="847611" cy="316517"/>
            <a:chOff x="-6600343" y="3070054"/>
            <a:chExt cx="846866" cy="316517"/>
          </a:xfrm>
        </p:grpSpPr>
        <p:sp>
          <p:nvSpPr>
            <p:cNvPr id="604" name="Rectangle: Rounded Corners 603">
              <a:extLst>
                <a:ext uri="{FF2B5EF4-FFF2-40B4-BE49-F238E27FC236}">
                  <a16:creationId xmlns:a16="http://schemas.microsoft.com/office/drawing/2014/main" id="{E5E83A76-BF02-1BD8-8041-2B121C63EEEB}"/>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-80%</a:t>
              </a:r>
            </a:p>
          </p:txBody>
        </p:sp>
        <p:sp>
          <p:nvSpPr>
            <p:cNvPr id="605" name="Arrow: Down 604">
              <a:extLst>
                <a:ext uri="{FF2B5EF4-FFF2-40B4-BE49-F238E27FC236}">
                  <a16:creationId xmlns:a16="http://schemas.microsoft.com/office/drawing/2014/main" id="{BB1AF6D7-78ED-8476-CEFD-905221FFBC88}"/>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8" name="Group 587">
            <a:extLst>
              <a:ext uri="{FF2B5EF4-FFF2-40B4-BE49-F238E27FC236}">
                <a16:creationId xmlns:a16="http://schemas.microsoft.com/office/drawing/2014/main" id="{3E64E562-5A83-5E36-C354-96996EE0FDDC}"/>
              </a:ext>
            </a:extLst>
          </p:cNvPr>
          <p:cNvGrpSpPr/>
          <p:nvPr/>
        </p:nvGrpSpPr>
        <p:grpSpPr>
          <a:xfrm>
            <a:off x="16919332" y="4979848"/>
            <a:ext cx="847611" cy="310752"/>
            <a:chOff x="-6600343" y="4603178"/>
            <a:chExt cx="846866" cy="310752"/>
          </a:xfrm>
        </p:grpSpPr>
        <p:sp>
          <p:nvSpPr>
            <p:cNvPr id="602" name="Rectangle: Rounded Corners 601">
              <a:extLst>
                <a:ext uri="{FF2B5EF4-FFF2-40B4-BE49-F238E27FC236}">
                  <a16:creationId xmlns:a16="http://schemas.microsoft.com/office/drawing/2014/main" id="{B0F128A0-D15C-AED3-090E-0DE0136C0B05}"/>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-19%</a:t>
              </a:r>
            </a:p>
          </p:txBody>
        </p:sp>
        <p:sp>
          <p:nvSpPr>
            <p:cNvPr id="603" name="Arrow: Down 602">
              <a:extLst>
                <a:ext uri="{FF2B5EF4-FFF2-40B4-BE49-F238E27FC236}">
                  <a16:creationId xmlns:a16="http://schemas.microsoft.com/office/drawing/2014/main" id="{2CD18D91-2BF2-AD58-8212-19ED82169FDF}"/>
                </a:ext>
              </a:extLst>
            </p:cNvPr>
            <p:cNvSpPr/>
            <p:nvPr/>
          </p:nvSpPr>
          <p:spPr>
            <a:xfrm>
              <a:off x="-5996253" y="460932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9" name="Group 588">
            <a:extLst>
              <a:ext uri="{FF2B5EF4-FFF2-40B4-BE49-F238E27FC236}">
                <a16:creationId xmlns:a16="http://schemas.microsoft.com/office/drawing/2014/main" id="{56B5B7A3-5CA0-5639-B1D5-223C8BB4CE44}"/>
              </a:ext>
            </a:extLst>
          </p:cNvPr>
          <p:cNvGrpSpPr/>
          <p:nvPr/>
        </p:nvGrpSpPr>
        <p:grpSpPr>
          <a:xfrm>
            <a:off x="16919332" y="6849741"/>
            <a:ext cx="847611" cy="310752"/>
            <a:chOff x="-6600343" y="6171548"/>
            <a:chExt cx="846866" cy="310752"/>
          </a:xfrm>
        </p:grpSpPr>
        <p:sp>
          <p:nvSpPr>
            <p:cNvPr id="600" name="Rectangle: Rounded Corners 599">
              <a:extLst>
                <a:ext uri="{FF2B5EF4-FFF2-40B4-BE49-F238E27FC236}">
                  <a16:creationId xmlns:a16="http://schemas.microsoft.com/office/drawing/2014/main" id="{922E9FF1-F12E-1B35-067C-78F41B428550}"/>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-34%</a:t>
              </a:r>
            </a:p>
          </p:txBody>
        </p:sp>
        <p:sp>
          <p:nvSpPr>
            <p:cNvPr id="601" name="Arrow: Down 600">
              <a:extLst>
                <a:ext uri="{FF2B5EF4-FFF2-40B4-BE49-F238E27FC236}">
                  <a16:creationId xmlns:a16="http://schemas.microsoft.com/office/drawing/2014/main" id="{1EE15B28-F9E7-700E-DE17-5607CC85BE1E}"/>
                </a:ext>
              </a:extLst>
            </p:cNvPr>
            <p:cNvSpPr/>
            <p:nvPr/>
          </p:nvSpPr>
          <p:spPr>
            <a:xfrm>
              <a:off x="-5996253" y="61776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90" name="Group 589">
            <a:extLst>
              <a:ext uri="{FF2B5EF4-FFF2-40B4-BE49-F238E27FC236}">
                <a16:creationId xmlns:a16="http://schemas.microsoft.com/office/drawing/2014/main" id="{166E8A7A-D254-74B1-CCD5-71BE4C28DB6C}"/>
              </a:ext>
            </a:extLst>
          </p:cNvPr>
          <p:cNvGrpSpPr/>
          <p:nvPr/>
        </p:nvGrpSpPr>
        <p:grpSpPr>
          <a:xfrm>
            <a:off x="16919332" y="8719634"/>
            <a:ext cx="847611" cy="310752"/>
            <a:chOff x="-6600343" y="7739918"/>
            <a:chExt cx="846866" cy="310752"/>
          </a:xfrm>
        </p:grpSpPr>
        <p:sp>
          <p:nvSpPr>
            <p:cNvPr id="598" name="Rectangle: Rounded Corners 597">
              <a:extLst>
                <a:ext uri="{FF2B5EF4-FFF2-40B4-BE49-F238E27FC236}">
                  <a16:creationId xmlns:a16="http://schemas.microsoft.com/office/drawing/2014/main" id="{84873BCC-E288-9F4C-E343-405C526F2E6C}"/>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-33%</a:t>
              </a:r>
            </a:p>
          </p:txBody>
        </p:sp>
        <p:sp>
          <p:nvSpPr>
            <p:cNvPr id="599" name="Arrow: Down 598">
              <a:extLst>
                <a:ext uri="{FF2B5EF4-FFF2-40B4-BE49-F238E27FC236}">
                  <a16:creationId xmlns:a16="http://schemas.microsoft.com/office/drawing/2014/main" id="{492A501A-ABA5-8308-9BB3-B309FE2FD049}"/>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0" name="Group 29">
            <a:extLst>
              <a:ext uri="{FF2B5EF4-FFF2-40B4-BE49-F238E27FC236}">
                <a16:creationId xmlns:a16="http://schemas.microsoft.com/office/drawing/2014/main" id="{D7D03B8C-A242-EE17-6053-E559789E53FA}"/>
              </a:ext>
            </a:extLst>
          </p:cNvPr>
          <p:cNvGrpSpPr/>
          <p:nvPr/>
        </p:nvGrpSpPr>
        <p:grpSpPr>
          <a:xfrm>
            <a:off x="16919332" y="10589527"/>
            <a:ext cx="847611" cy="310752"/>
            <a:chOff x="4404594" y="9303259"/>
            <a:chExt cx="847611" cy="310752"/>
          </a:xfrm>
        </p:grpSpPr>
        <p:sp>
          <p:nvSpPr>
            <p:cNvPr id="591" name="Rectangle: Rounded Corners 590">
              <a:extLst>
                <a:ext uri="{FF2B5EF4-FFF2-40B4-BE49-F238E27FC236}">
                  <a16:creationId xmlns:a16="http://schemas.microsoft.com/office/drawing/2014/main" id="{4E24C855-5CD5-4FFD-3B53-BEDB4DB5BD67}"/>
                </a:ext>
              </a:extLst>
            </p:cNvPr>
            <p:cNvSpPr/>
            <p:nvPr/>
          </p:nvSpPr>
          <p:spPr>
            <a:xfrm>
              <a:off x="4404594"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2%</a:t>
              </a:r>
            </a:p>
          </p:txBody>
        </p:sp>
        <p:sp>
          <p:nvSpPr>
            <p:cNvPr id="592" name="Arrow: Down 591">
              <a:extLst>
                <a:ext uri="{FF2B5EF4-FFF2-40B4-BE49-F238E27FC236}">
                  <a16:creationId xmlns:a16="http://schemas.microsoft.com/office/drawing/2014/main" id="{BDC06B5E-ED23-0269-4163-E6BAED4BCB0D}"/>
                </a:ext>
              </a:extLst>
            </p:cNvPr>
            <p:cNvSpPr/>
            <p:nvPr/>
          </p:nvSpPr>
          <p:spPr>
            <a:xfrm rot="10800000">
              <a:off x="5011249"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1" name="Group 560">
            <a:extLst>
              <a:ext uri="{FF2B5EF4-FFF2-40B4-BE49-F238E27FC236}">
                <a16:creationId xmlns:a16="http://schemas.microsoft.com/office/drawing/2014/main" id="{F5AA3262-B859-4145-6581-FF7859C1C76C}"/>
              </a:ext>
            </a:extLst>
          </p:cNvPr>
          <p:cNvGrpSpPr/>
          <p:nvPr/>
        </p:nvGrpSpPr>
        <p:grpSpPr>
          <a:xfrm>
            <a:off x="14847405" y="3104190"/>
            <a:ext cx="847611" cy="316517"/>
            <a:chOff x="-6600343" y="3070054"/>
            <a:chExt cx="846866" cy="316517"/>
          </a:xfrm>
        </p:grpSpPr>
        <p:sp>
          <p:nvSpPr>
            <p:cNvPr id="578" name="Rectangle: Rounded Corners 577">
              <a:extLst>
                <a:ext uri="{FF2B5EF4-FFF2-40B4-BE49-F238E27FC236}">
                  <a16:creationId xmlns:a16="http://schemas.microsoft.com/office/drawing/2014/main" id="{258B8AC4-FC86-8C5F-EBEC-9B7A21399843}"/>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-84%</a:t>
              </a:r>
            </a:p>
          </p:txBody>
        </p:sp>
        <p:sp>
          <p:nvSpPr>
            <p:cNvPr id="579" name="Arrow: Down 578">
              <a:extLst>
                <a:ext uri="{FF2B5EF4-FFF2-40B4-BE49-F238E27FC236}">
                  <a16:creationId xmlns:a16="http://schemas.microsoft.com/office/drawing/2014/main" id="{2A34ED3C-A304-9A28-23F3-177C923B4024}"/>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76" name="Rectangle: Rounded Corners 575">
            <a:extLst>
              <a:ext uri="{FF2B5EF4-FFF2-40B4-BE49-F238E27FC236}">
                <a16:creationId xmlns:a16="http://schemas.microsoft.com/office/drawing/2014/main" id="{20ED13F2-2347-DD96-6B78-B53502DAFC10}"/>
              </a:ext>
            </a:extLst>
          </p:cNvPr>
          <p:cNvSpPr/>
          <p:nvPr/>
        </p:nvSpPr>
        <p:spPr>
          <a:xfrm>
            <a:off x="14847405" y="4979848"/>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-12%</a:t>
            </a:r>
          </a:p>
        </p:txBody>
      </p:sp>
      <p:grpSp>
        <p:nvGrpSpPr>
          <p:cNvPr id="563" name="Group 562">
            <a:extLst>
              <a:ext uri="{FF2B5EF4-FFF2-40B4-BE49-F238E27FC236}">
                <a16:creationId xmlns:a16="http://schemas.microsoft.com/office/drawing/2014/main" id="{E9C8E0FF-13D8-E516-E9FE-D63F013C8562}"/>
              </a:ext>
            </a:extLst>
          </p:cNvPr>
          <p:cNvGrpSpPr/>
          <p:nvPr/>
        </p:nvGrpSpPr>
        <p:grpSpPr>
          <a:xfrm>
            <a:off x="14847405" y="6849741"/>
            <a:ext cx="847611" cy="310752"/>
            <a:chOff x="-6600343" y="6171548"/>
            <a:chExt cx="846866" cy="310752"/>
          </a:xfrm>
        </p:grpSpPr>
        <p:sp>
          <p:nvSpPr>
            <p:cNvPr id="574" name="Rectangle: Rounded Corners 573">
              <a:extLst>
                <a:ext uri="{FF2B5EF4-FFF2-40B4-BE49-F238E27FC236}">
                  <a16:creationId xmlns:a16="http://schemas.microsoft.com/office/drawing/2014/main" id="{132A8D69-7CC1-134A-EFAB-B80FC5146EDB}"/>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-42%</a:t>
              </a:r>
            </a:p>
          </p:txBody>
        </p:sp>
        <p:sp>
          <p:nvSpPr>
            <p:cNvPr id="575" name="Arrow: Down 574">
              <a:extLst>
                <a:ext uri="{FF2B5EF4-FFF2-40B4-BE49-F238E27FC236}">
                  <a16:creationId xmlns:a16="http://schemas.microsoft.com/office/drawing/2014/main" id="{057775FD-30F3-79C0-82EF-AF48AA5FCBC6}"/>
                </a:ext>
              </a:extLst>
            </p:cNvPr>
            <p:cNvSpPr/>
            <p:nvPr/>
          </p:nvSpPr>
          <p:spPr>
            <a:xfrm>
              <a:off x="-5996253" y="61776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4" name="Group 563">
            <a:extLst>
              <a:ext uri="{FF2B5EF4-FFF2-40B4-BE49-F238E27FC236}">
                <a16:creationId xmlns:a16="http://schemas.microsoft.com/office/drawing/2014/main" id="{21AE2629-D31D-977E-74C7-67D26DAEEB18}"/>
              </a:ext>
            </a:extLst>
          </p:cNvPr>
          <p:cNvGrpSpPr/>
          <p:nvPr/>
        </p:nvGrpSpPr>
        <p:grpSpPr>
          <a:xfrm>
            <a:off x="14847405" y="8719634"/>
            <a:ext cx="847611" cy="310752"/>
            <a:chOff x="-6600343" y="7739918"/>
            <a:chExt cx="846866" cy="310752"/>
          </a:xfrm>
        </p:grpSpPr>
        <p:sp>
          <p:nvSpPr>
            <p:cNvPr id="572" name="Rectangle: Rounded Corners 571">
              <a:extLst>
                <a:ext uri="{FF2B5EF4-FFF2-40B4-BE49-F238E27FC236}">
                  <a16:creationId xmlns:a16="http://schemas.microsoft.com/office/drawing/2014/main" id="{34C26535-C529-5844-60E4-C2440BE3CA31}"/>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-67%</a:t>
              </a:r>
            </a:p>
          </p:txBody>
        </p:sp>
        <p:sp>
          <p:nvSpPr>
            <p:cNvPr id="573" name="Arrow: Down 572">
              <a:extLst>
                <a:ext uri="{FF2B5EF4-FFF2-40B4-BE49-F238E27FC236}">
                  <a16:creationId xmlns:a16="http://schemas.microsoft.com/office/drawing/2014/main" id="{0045825F-9ECE-31EF-7D54-E01AD6A64CD6}"/>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646E2B42-CC3F-2260-26A5-CC8C99449431}"/>
              </a:ext>
            </a:extLst>
          </p:cNvPr>
          <p:cNvGrpSpPr/>
          <p:nvPr/>
        </p:nvGrpSpPr>
        <p:grpSpPr>
          <a:xfrm>
            <a:off x="14847405" y="10589527"/>
            <a:ext cx="847611" cy="310752"/>
            <a:chOff x="2691247" y="9303259"/>
            <a:chExt cx="847611" cy="310752"/>
          </a:xfrm>
        </p:grpSpPr>
        <p:sp>
          <p:nvSpPr>
            <p:cNvPr id="565" name="Rectangle: Rounded Corners 564">
              <a:extLst>
                <a:ext uri="{FF2B5EF4-FFF2-40B4-BE49-F238E27FC236}">
                  <a16:creationId xmlns:a16="http://schemas.microsoft.com/office/drawing/2014/main" id="{A0B4BEA7-2EAD-DE5C-6497-9A7F1CD733FA}"/>
                </a:ext>
              </a:extLst>
            </p:cNvPr>
            <p:cNvSpPr/>
            <p:nvPr/>
          </p:nvSpPr>
          <p:spPr>
            <a:xfrm>
              <a:off x="2691247"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566" name="Arrow: Down 565">
              <a:extLst>
                <a:ext uri="{FF2B5EF4-FFF2-40B4-BE49-F238E27FC236}">
                  <a16:creationId xmlns:a16="http://schemas.microsoft.com/office/drawing/2014/main" id="{D87B631B-7293-F71D-8C73-9D26CB2599F1}"/>
                </a:ext>
              </a:extLst>
            </p:cNvPr>
            <p:cNvSpPr/>
            <p:nvPr/>
          </p:nvSpPr>
          <p:spPr>
            <a:xfrm rot="10800000">
              <a:off x="3297902"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1" name="Group 270">
            <a:extLst>
              <a:ext uri="{FF2B5EF4-FFF2-40B4-BE49-F238E27FC236}">
                <a16:creationId xmlns:a16="http://schemas.microsoft.com/office/drawing/2014/main" id="{6896D789-F1FF-D344-FFB2-4AD3EDA8D596}"/>
              </a:ext>
            </a:extLst>
          </p:cNvPr>
          <p:cNvGrpSpPr/>
          <p:nvPr/>
        </p:nvGrpSpPr>
        <p:grpSpPr>
          <a:xfrm>
            <a:off x="12775478" y="3104190"/>
            <a:ext cx="847611" cy="316517"/>
            <a:chOff x="-6600343" y="3070054"/>
            <a:chExt cx="846866" cy="316517"/>
          </a:xfrm>
        </p:grpSpPr>
        <p:sp>
          <p:nvSpPr>
            <p:cNvPr id="312" name="Rectangle: Rounded Corners 311">
              <a:extLst>
                <a:ext uri="{FF2B5EF4-FFF2-40B4-BE49-F238E27FC236}">
                  <a16:creationId xmlns:a16="http://schemas.microsoft.com/office/drawing/2014/main" id="{C6AF0CDC-08C3-6A03-4B95-2FE9AAFE6FF8}"/>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-34%</a:t>
              </a:r>
            </a:p>
          </p:txBody>
        </p:sp>
        <p:sp>
          <p:nvSpPr>
            <p:cNvPr id="313" name="Arrow: Down 312">
              <a:extLst>
                <a:ext uri="{FF2B5EF4-FFF2-40B4-BE49-F238E27FC236}">
                  <a16:creationId xmlns:a16="http://schemas.microsoft.com/office/drawing/2014/main" id="{47D3F187-C4D8-7CF8-648D-9945351A671C}"/>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2" name="Group 271">
            <a:extLst>
              <a:ext uri="{FF2B5EF4-FFF2-40B4-BE49-F238E27FC236}">
                <a16:creationId xmlns:a16="http://schemas.microsoft.com/office/drawing/2014/main" id="{41BE0D3F-7583-9FDD-3AE8-B15643E338AB}"/>
              </a:ext>
            </a:extLst>
          </p:cNvPr>
          <p:cNvGrpSpPr/>
          <p:nvPr/>
        </p:nvGrpSpPr>
        <p:grpSpPr>
          <a:xfrm>
            <a:off x="12775478" y="4979848"/>
            <a:ext cx="847611" cy="310752"/>
            <a:chOff x="-6600343" y="4603178"/>
            <a:chExt cx="846866" cy="310752"/>
          </a:xfrm>
        </p:grpSpPr>
        <p:sp>
          <p:nvSpPr>
            <p:cNvPr id="310" name="Rectangle: Rounded Corners 309">
              <a:extLst>
                <a:ext uri="{FF2B5EF4-FFF2-40B4-BE49-F238E27FC236}">
                  <a16:creationId xmlns:a16="http://schemas.microsoft.com/office/drawing/2014/main" id="{EBBEAA1A-0B06-E795-DCA0-62FBFEF89BD5}"/>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a:t>
              </a:r>
            </a:p>
          </p:txBody>
        </p:sp>
        <p:sp>
          <p:nvSpPr>
            <p:cNvPr id="311" name="Arrow: Down 310">
              <a:extLst>
                <a:ext uri="{FF2B5EF4-FFF2-40B4-BE49-F238E27FC236}">
                  <a16:creationId xmlns:a16="http://schemas.microsoft.com/office/drawing/2014/main" id="{0F326441-3DB2-7D0E-64AE-9FCBB8059F98}"/>
                </a:ext>
              </a:extLst>
            </p:cNvPr>
            <p:cNvSpPr/>
            <p:nvPr/>
          </p:nvSpPr>
          <p:spPr>
            <a:xfrm>
              <a:off x="-5996253" y="460932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3" name="Group 272">
            <a:extLst>
              <a:ext uri="{FF2B5EF4-FFF2-40B4-BE49-F238E27FC236}">
                <a16:creationId xmlns:a16="http://schemas.microsoft.com/office/drawing/2014/main" id="{437D9806-0725-AB44-26C5-12AFFFF13F94}"/>
              </a:ext>
            </a:extLst>
          </p:cNvPr>
          <p:cNvGrpSpPr/>
          <p:nvPr/>
        </p:nvGrpSpPr>
        <p:grpSpPr>
          <a:xfrm>
            <a:off x="12775478" y="6849741"/>
            <a:ext cx="847611" cy="310752"/>
            <a:chOff x="-6600343" y="6171548"/>
            <a:chExt cx="846866" cy="310752"/>
          </a:xfrm>
        </p:grpSpPr>
        <p:sp>
          <p:nvSpPr>
            <p:cNvPr id="308" name="Rectangle: Rounded Corners 307">
              <a:extLst>
                <a:ext uri="{FF2B5EF4-FFF2-40B4-BE49-F238E27FC236}">
                  <a16:creationId xmlns:a16="http://schemas.microsoft.com/office/drawing/2014/main" id="{C62E23B9-5A77-DBC8-8FF8-8EE176074112}"/>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-43%</a:t>
              </a:r>
            </a:p>
          </p:txBody>
        </p:sp>
        <p:sp>
          <p:nvSpPr>
            <p:cNvPr id="309" name="Arrow: Down 308">
              <a:extLst>
                <a:ext uri="{FF2B5EF4-FFF2-40B4-BE49-F238E27FC236}">
                  <a16:creationId xmlns:a16="http://schemas.microsoft.com/office/drawing/2014/main" id="{3BFA4FC9-EC23-5D68-101C-473056797668}"/>
                </a:ext>
              </a:extLst>
            </p:cNvPr>
            <p:cNvSpPr/>
            <p:nvPr/>
          </p:nvSpPr>
          <p:spPr>
            <a:xfrm>
              <a:off x="-5996253" y="61776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4" name="Group 273">
            <a:extLst>
              <a:ext uri="{FF2B5EF4-FFF2-40B4-BE49-F238E27FC236}">
                <a16:creationId xmlns:a16="http://schemas.microsoft.com/office/drawing/2014/main" id="{DD54FB3E-9954-4DAE-CE94-C5F2009A814B}"/>
              </a:ext>
            </a:extLst>
          </p:cNvPr>
          <p:cNvGrpSpPr/>
          <p:nvPr/>
        </p:nvGrpSpPr>
        <p:grpSpPr>
          <a:xfrm>
            <a:off x="12775478" y="8719634"/>
            <a:ext cx="847611" cy="310752"/>
            <a:chOff x="-6600343" y="7739918"/>
            <a:chExt cx="846866" cy="310752"/>
          </a:xfrm>
        </p:grpSpPr>
        <p:sp>
          <p:nvSpPr>
            <p:cNvPr id="306" name="Rectangle: Rounded Corners 305">
              <a:extLst>
                <a:ext uri="{FF2B5EF4-FFF2-40B4-BE49-F238E27FC236}">
                  <a16:creationId xmlns:a16="http://schemas.microsoft.com/office/drawing/2014/main" id="{2919D0AE-1780-6A01-2404-83FD56B7C8BB}"/>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-67%</a:t>
              </a:r>
            </a:p>
          </p:txBody>
        </p:sp>
        <p:sp>
          <p:nvSpPr>
            <p:cNvPr id="307" name="Arrow: Down 306">
              <a:extLst>
                <a:ext uri="{FF2B5EF4-FFF2-40B4-BE49-F238E27FC236}">
                  <a16:creationId xmlns:a16="http://schemas.microsoft.com/office/drawing/2014/main" id="{C72F4FCB-795F-5CC3-AE9F-23B5E29F608E}"/>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 name="Group 9">
            <a:extLst>
              <a:ext uri="{FF2B5EF4-FFF2-40B4-BE49-F238E27FC236}">
                <a16:creationId xmlns:a16="http://schemas.microsoft.com/office/drawing/2014/main" id="{547905BC-C28A-7DF6-B9DE-6952839508C1}"/>
              </a:ext>
            </a:extLst>
          </p:cNvPr>
          <p:cNvGrpSpPr/>
          <p:nvPr/>
        </p:nvGrpSpPr>
        <p:grpSpPr>
          <a:xfrm>
            <a:off x="12775478" y="10589527"/>
            <a:ext cx="847611" cy="310752"/>
            <a:chOff x="977900" y="9303259"/>
            <a:chExt cx="847611" cy="310752"/>
          </a:xfrm>
        </p:grpSpPr>
        <p:sp>
          <p:nvSpPr>
            <p:cNvPr id="275" name="Rectangle: Rounded Corners 274">
              <a:extLst>
                <a:ext uri="{FF2B5EF4-FFF2-40B4-BE49-F238E27FC236}">
                  <a16:creationId xmlns:a16="http://schemas.microsoft.com/office/drawing/2014/main" id="{E34C550E-C7E8-D8EF-05E2-C4986297A5EB}"/>
                </a:ext>
              </a:extLst>
            </p:cNvPr>
            <p:cNvSpPr/>
            <p:nvPr/>
          </p:nvSpPr>
          <p:spPr>
            <a:xfrm>
              <a:off x="977900"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276" name="Arrow: Down 275">
              <a:extLst>
                <a:ext uri="{FF2B5EF4-FFF2-40B4-BE49-F238E27FC236}">
                  <a16:creationId xmlns:a16="http://schemas.microsoft.com/office/drawing/2014/main" id="{60C83694-3056-077F-76A7-467C616E32BD}"/>
                </a:ext>
              </a:extLst>
            </p:cNvPr>
            <p:cNvSpPr/>
            <p:nvPr/>
          </p:nvSpPr>
          <p:spPr>
            <a:xfrm rot="10800000">
              <a:off x="1584555"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59" name="Rectangle: Rounded Corners 358">
            <a:extLst>
              <a:ext uri="{FF2B5EF4-FFF2-40B4-BE49-F238E27FC236}">
                <a16:creationId xmlns:a16="http://schemas.microsoft.com/office/drawing/2014/main" id="{5357C98F-9973-4BE5-A41D-354D293713EF}"/>
              </a:ext>
            </a:extLst>
          </p:cNvPr>
          <p:cNvSpPr/>
          <p:nvPr/>
        </p:nvSpPr>
        <p:spPr>
          <a:xfrm>
            <a:off x="9960436" y="30596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 name="Rectangle: Rounded Corners 360">
            <a:extLst>
              <a:ext uri="{FF2B5EF4-FFF2-40B4-BE49-F238E27FC236}">
                <a16:creationId xmlns:a16="http://schemas.microsoft.com/office/drawing/2014/main" id="{28FB5A69-B6E2-4026-BB41-8BACD2697AF0}"/>
              </a:ext>
            </a:extLst>
          </p:cNvPr>
          <p:cNvSpPr/>
          <p:nvPr/>
        </p:nvSpPr>
        <p:spPr>
          <a:xfrm>
            <a:off x="9960436" y="49305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 name="Rectangle: Rounded Corners 363">
            <a:extLst>
              <a:ext uri="{FF2B5EF4-FFF2-40B4-BE49-F238E27FC236}">
                <a16:creationId xmlns:a16="http://schemas.microsoft.com/office/drawing/2014/main" id="{5D7C9587-565E-4A55-ACE8-947245F33FD5}"/>
              </a:ext>
            </a:extLst>
          </p:cNvPr>
          <p:cNvSpPr/>
          <p:nvPr/>
        </p:nvSpPr>
        <p:spPr>
          <a:xfrm>
            <a:off x="9960436" y="68014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 name="Rectangle: Rounded Corners 364">
            <a:extLst>
              <a:ext uri="{FF2B5EF4-FFF2-40B4-BE49-F238E27FC236}">
                <a16:creationId xmlns:a16="http://schemas.microsoft.com/office/drawing/2014/main" id="{858837B3-6F58-437C-88DD-5B35F9E479BC}"/>
              </a:ext>
            </a:extLst>
          </p:cNvPr>
          <p:cNvSpPr/>
          <p:nvPr/>
        </p:nvSpPr>
        <p:spPr>
          <a:xfrm>
            <a:off x="9960436" y="867226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6" name="Rectangle: Rounded Corners 365">
            <a:extLst>
              <a:ext uri="{FF2B5EF4-FFF2-40B4-BE49-F238E27FC236}">
                <a16:creationId xmlns:a16="http://schemas.microsoft.com/office/drawing/2014/main" id="{7B5CC64E-7D3D-4DA4-970B-A43A287BD81C}"/>
              </a:ext>
            </a:extLst>
          </p:cNvPr>
          <p:cNvSpPr/>
          <p:nvPr/>
        </p:nvSpPr>
        <p:spPr>
          <a:xfrm>
            <a:off x="9960436" y="1054312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 name="TextBox 367">
            <a:extLst>
              <a:ext uri="{FF2B5EF4-FFF2-40B4-BE49-F238E27FC236}">
                <a16:creationId xmlns:a16="http://schemas.microsoft.com/office/drawing/2014/main" id="{559BD6A4-90AF-4214-A5D4-485CF5FF0F9E}"/>
              </a:ext>
            </a:extLst>
          </p:cNvPr>
          <p:cNvSpPr txBox="1"/>
          <p:nvPr/>
        </p:nvSpPr>
        <p:spPr>
          <a:xfrm>
            <a:off x="10166547" y="2503858"/>
            <a:ext cx="1211402" cy="338554"/>
          </a:xfrm>
          <a:prstGeom prst="rect">
            <a:avLst/>
          </a:prstGeom>
          <a:noFill/>
        </p:spPr>
        <p:txBody>
          <a:bodyPr wrap="square" rtlCol="0">
            <a:spAutoFit/>
          </a:bodyPr>
          <a:lstStyle/>
          <a:p>
            <a:pPr algn="ctr"/>
            <a:r>
              <a:rPr lang="ar-SA" sz="1600" b="1">
                <a:solidFill>
                  <a:srgbClr val="106946"/>
                </a:solidFill>
                <a:latin typeface="Bahij TheSansArabic Bold" panose="02040503050201020203" charset="-78"/>
                <a:cs typeface="Bahij TheSansArabic Bold" panose="02040503050201020203" charset="-78"/>
              </a:rPr>
              <a:t>الإجمالي</a:t>
            </a:r>
            <a:endParaRPr lang="en-US" sz="1600" b="1">
              <a:solidFill>
                <a:srgbClr val="106946"/>
              </a:solidFill>
              <a:latin typeface="Bahij TheSansArabic Bold" panose="02040503050201020203" charset="-78"/>
              <a:cs typeface="Bahij TheSansArabic Bold" panose="02040503050201020203" charset="-78"/>
            </a:endParaRPr>
          </a:p>
        </p:txBody>
      </p:sp>
      <p:graphicFrame>
        <p:nvGraphicFramePr>
          <p:cNvPr id="369" name="Chart 368">
            <a:extLst>
              <a:ext uri="{FF2B5EF4-FFF2-40B4-BE49-F238E27FC236}">
                <a16:creationId xmlns:a16="http://schemas.microsoft.com/office/drawing/2014/main" id="{22B26B92-0135-4FA1-A293-5785995289AC}"/>
              </a:ext>
            </a:extLst>
          </p:cNvPr>
          <p:cNvGraphicFramePr>
            <a:graphicFrameLocks noChangeAspect="1"/>
          </p:cNvGraphicFramePr>
          <p:nvPr>
            <p:extLst>
              <p:ext uri="{D42A27DB-BD31-4B8C-83A1-F6EECF244321}">
                <p14:modId xmlns:p14="http://schemas.microsoft.com/office/powerpoint/2010/main" val="310669922"/>
              </p:ext>
            </p:extLst>
          </p:nvPr>
        </p:nvGraphicFramePr>
        <p:xfrm>
          <a:off x="9980223" y="2389010"/>
          <a:ext cx="1634354" cy="10276941"/>
        </p:xfrm>
        <a:graphic>
          <a:graphicData uri="http://schemas.openxmlformats.org/drawingml/2006/chart">
            <c:chart xmlns:c="http://schemas.openxmlformats.org/drawingml/2006/chart" xmlns:r="http://schemas.openxmlformats.org/officeDocument/2006/relationships" r:id="rId8"/>
          </a:graphicData>
        </a:graphic>
      </p:graphicFrame>
      <p:grpSp>
        <p:nvGrpSpPr>
          <p:cNvPr id="370" name="Group 369">
            <a:extLst>
              <a:ext uri="{FF2B5EF4-FFF2-40B4-BE49-F238E27FC236}">
                <a16:creationId xmlns:a16="http://schemas.microsoft.com/office/drawing/2014/main" id="{A0EAD65E-6E24-4619-BC4E-54D189F68667}"/>
              </a:ext>
            </a:extLst>
          </p:cNvPr>
          <p:cNvGrpSpPr/>
          <p:nvPr/>
        </p:nvGrpSpPr>
        <p:grpSpPr>
          <a:xfrm>
            <a:off x="10689996" y="3069014"/>
            <a:ext cx="847611" cy="316517"/>
            <a:chOff x="-6600343" y="3070054"/>
            <a:chExt cx="846866" cy="316517"/>
          </a:xfrm>
        </p:grpSpPr>
        <p:sp>
          <p:nvSpPr>
            <p:cNvPr id="371" name="Rectangle: Rounded Corners 370">
              <a:extLst>
                <a:ext uri="{FF2B5EF4-FFF2-40B4-BE49-F238E27FC236}">
                  <a16:creationId xmlns:a16="http://schemas.microsoft.com/office/drawing/2014/main" id="{1D1DAF71-750D-4036-90EF-BF98F8DDCCCE}"/>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-33%</a:t>
              </a:r>
            </a:p>
          </p:txBody>
        </p:sp>
        <p:sp>
          <p:nvSpPr>
            <p:cNvPr id="372" name="Arrow: Down 371">
              <a:extLst>
                <a:ext uri="{FF2B5EF4-FFF2-40B4-BE49-F238E27FC236}">
                  <a16:creationId xmlns:a16="http://schemas.microsoft.com/office/drawing/2014/main" id="{39DF7F4D-2904-4800-BCED-E88FF8CEB568}"/>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3" name="Group 372">
            <a:extLst>
              <a:ext uri="{FF2B5EF4-FFF2-40B4-BE49-F238E27FC236}">
                <a16:creationId xmlns:a16="http://schemas.microsoft.com/office/drawing/2014/main" id="{0DB391D6-C708-49E3-A023-6114FFDE62B6}"/>
              </a:ext>
            </a:extLst>
          </p:cNvPr>
          <p:cNvGrpSpPr/>
          <p:nvPr/>
        </p:nvGrpSpPr>
        <p:grpSpPr>
          <a:xfrm>
            <a:off x="10689996" y="4944672"/>
            <a:ext cx="847611" cy="310752"/>
            <a:chOff x="-6600343" y="4603178"/>
            <a:chExt cx="846866" cy="310752"/>
          </a:xfrm>
        </p:grpSpPr>
        <p:sp>
          <p:nvSpPr>
            <p:cNvPr id="374" name="Rectangle: Rounded Corners 373">
              <a:extLst>
                <a:ext uri="{FF2B5EF4-FFF2-40B4-BE49-F238E27FC236}">
                  <a16:creationId xmlns:a16="http://schemas.microsoft.com/office/drawing/2014/main" id="{8D67B281-074E-472B-ACBF-FBFF757BA7B4}"/>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a:t>
              </a:r>
            </a:p>
          </p:txBody>
        </p:sp>
        <p:sp>
          <p:nvSpPr>
            <p:cNvPr id="375" name="Arrow: Down 374">
              <a:extLst>
                <a:ext uri="{FF2B5EF4-FFF2-40B4-BE49-F238E27FC236}">
                  <a16:creationId xmlns:a16="http://schemas.microsoft.com/office/drawing/2014/main" id="{ED11C2BB-56AB-4DA7-BE2E-F7D33E02C343}"/>
                </a:ext>
              </a:extLst>
            </p:cNvPr>
            <p:cNvSpPr/>
            <p:nvPr/>
          </p:nvSpPr>
          <p:spPr>
            <a:xfrm>
              <a:off x="-5996253" y="460932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6" name="Group 375">
            <a:extLst>
              <a:ext uri="{FF2B5EF4-FFF2-40B4-BE49-F238E27FC236}">
                <a16:creationId xmlns:a16="http://schemas.microsoft.com/office/drawing/2014/main" id="{3D01D444-4F2E-4341-A7D1-280B58D88B2A}"/>
              </a:ext>
            </a:extLst>
          </p:cNvPr>
          <p:cNvGrpSpPr/>
          <p:nvPr/>
        </p:nvGrpSpPr>
        <p:grpSpPr>
          <a:xfrm>
            <a:off x="10689996" y="6814565"/>
            <a:ext cx="847611" cy="310752"/>
            <a:chOff x="-6600343" y="6171548"/>
            <a:chExt cx="846866" cy="310752"/>
          </a:xfrm>
        </p:grpSpPr>
        <p:sp>
          <p:nvSpPr>
            <p:cNvPr id="377" name="Rectangle: Rounded Corners 376">
              <a:extLst>
                <a:ext uri="{FF2B5EF4-FFF2-40B4-BE49-F238E27FC236}">
                  <a16:creationId xmlns:a16="http://schemas.microsoft.com/office/drawing/2014/main" id="{D784ED6F-7ED9-4C7B-896B-771A90FFC1B9}"/>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28%</a:t>
              </a:r>
            </a:p>
          </p:txBody>
        </p:sp>
        <p:sp>
          <p:nvSpPr>
            <p:cNvPr id="378" name="Arrow: Down 377">
              <a:extLst>
                <a:ext uri="{FF2B5EF4-FFF2-40B4-BE49-F238E27FC236}">
                  <a16:creationId xmlns:a16="http://schemas.microsoft.com/office/drawing/2014/main" id="{8AC8EE4C-A8CE-448D-AABE-0156D1DF70C4}"/>
                </a:ext>
              </a:extLst>
            </p:cNvPr>
            <p:cNvSpPr/>
            <p:nvPr/>
          </p:nvSpPr>
          <p:spPr>
            <a:xfrm rot="10800000">
              <a:off x="-5996253" y="617769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9" name="Group 378">
            <a:extLst>
              <a:ext uri="{FF2B5EF4-FFF2-40B4-BE49-F238E27FC236}">
                <a16:creationId xmlns:a16="http://schemas.microsoft.com/office/drawing/2014/main" id="{0825C538-C546-4170-B78B-1B3C77E77551}"/>
              </a:ext>
            </a:extLst>
          </p:cNvPr>
          <p:cNvGrpSpPr/>
          <p:nvPr/>
        </p:nvGrpSpPr>
        <p:grpSpPr>
          <a:xfrm>
            <a:off x="10689996" y="8684458"/>
            <a:ext cx="847611" cy="310752"/>
            <a:chOff x="-6600343" y="7739918"/>
            <a:chExt cx="846866" cy="310752"/>
          </a:xfrm>
        </p:grpSpPr>
        <p:sp>
          <p:nvSpPr>
            <p:cNvPr id="380" name="Rectangle: Rounded Corners 379">
              <a:extLst>
                <a:ext uri="{FF2B5EF4-FFF2-40B4-BE49-F238E27FC236}">
                  <a16:creationId xmlns:a16="http://schemas.microsoft.com/office/drawing/2014/main" id="{069EE34A-FC9F-438F-BEF2-22F19CE763D8}"/>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-37%</a:t>
              </a:r>
            </a:p>
          </p:txBody>
        </p:sp>
        <p:sp>
          <p:nvSpPr>
            <p:cNvPr id="381" name="Arrow: Down 380">
              <a:extLst>
                <a:ext uri="{FF2B5EF4-FFF2-40B4-BE49-F238E27FC236}">
                  <a16:creationId xmlns:a16="http://schemas.microsoft.com/office/drawing/2014/main" id="{46F1BE54-2764-42FB-B74F-02D378F072CF}"/>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82" name="Group 381">
            <a:extLst>
              <a:ext uri="{FF2B5EF4-FFF2-40B4-BE49-F238E27FC236}">
                <a16:creationId xmlns:a16="http://schemas.microsoft.com/office/drawing/2014/main" id="{ED6573FB-E162-4C2D-8C85-746491751D49}"/>
              </a:ext>
            </a:extLst>
          </p:cNvPr>
          <p:cNvGrpSpPr/>
          <p:nvPr/>
        </p:nvGrpSpPr>
        <p:grpSpPr>
          <a:xfrm>
            <a:off x="10689996" y="10554351"/>
            <a:ext cx="847611" cy="310752"/>
            <a:chOff x="6117941" y="9303259"/>
            <a:chExt cx="847611" cy="310752"/>
          </a:xfrm>
        </p:grpSpPr>
        <p:sp>
          <p:nvSpPr>
            <p:cNvPr id="383" name="Rectangle: Rounded Corners 382">
              <a:extLst>
                <a:ext uri="{FF2B5EF4-FFF2-40B4-BE49-F238E27FC236}">
                  <a16:creationId xmlns:a16="http://schemas.microsoft.com/office/drawing/2014/main" id="{2FE94F3D-002E-4E01-8EFB-D146F7AB4FE0}"/>
                </a:ext>
              </a:extLst>
            </p:cNvPr>
            <p:cNvSpPr/>
            <p:nvPr/>
          </p:nvSpPr>
          <p:spPr>
            <a:xfrm>
              <a:off x="6117941"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384" name="Arrow: Down 383">
              <a:extLst>
                <a:ext uri="{FF2B5EF4-FFF2-40B4-BE49-F238E27FC236}">
                  <a16:creationId xmlns:a16="http://schemas.microsoft.com/office/drawing/2014/main" id="{F7A67BC6-4250-4961-BCC1-704FDD8C7D14}"/>
                </a:ext>
              </a:extLst>
            </p:cNvPr>
            <p:cNvSpPr/>
            <p:nvPr/>
          </p:nvSpPr>
          <p:spPr>
            <a:xfrm rot="10800000">
              <a:off x="6724596"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16" name="Group 415">
            <a:extLst>
              <a:ext uri="{FF2B5EF4-FFF2-40B4-BE49-F238E27FC236}">
                <a16:creationId xmlns:a16="http://schemas.microsoft.com/office/drawing/2014/main" id="{3C7FC7B0-CF8C-4E96-A914-E031C4DD1E9C}"/>
              </a:ext>
            </a:extLst>
          </p:cNvPr>
          <p:cNvGrpSpPr/>
          <p:nvPr/>
        </p:nvGrpSpPr>
        <p:grpSpPr>
          <a:xfrm>
            <a:off x="6819703" y="12285043"/>
            <a:ext cx="7660771" cy="353539"/>
            <a:chOff x="8533072" y="12285043"/>
            <a:chExt cx="7660771" cy="353539"/>
          </a:xfrm>
        </p:grpSpPr>
        <p:sp>
          <p:nvSpPr>
            <p:cNvPr id="417" name="TextBox 416">
              <a:extLst>
                <a:ext uri="{FF2B5EF4-FFF2-40B4-BE49-F238E27FC236}">
                  <a16:creationId xmlns:a16="http://schemas.microsoft.com/office/drawing/2014/main" id="{87874986-0C7B-4E3C-B433-F4AC6385E293}"/>
                </a:ext>
              </a:extLst>
            </p:cNvPr>
            <p:cNvSpPr txBox="1"/>
            <p:nvPr/>
          </p:nvSpPr>
          <p:spPr>
            <a:xfrm>
              <a:off x="12647295" y="12300028"/>
              <a:ext cx="1472071" cy="338554"/>
            </a:xfrm>
            <a:prstGeom prst="rect">
              <a:avLst/>
            </a:prstGeom>
            <a:noFill/>
          </p:spPr>
          <p:txBody>
            <a:bodyPr wrap="square" rtlCol="0">
              <a:spAutoFit/>
            </a:bodyPr>
            <a:lstStyle>
              <a:defPPr marR="0" lvl="0" algn="l" rtl="0">
                <a:lnSpc>
                  <a:spcPct val="100000"/>
                </a:lnSpc>
                <a:spcBef>
                  <a:spcPts val="0"/>
                </a:spcBef>
                <a:spcAft>
                  <a:spcPts val="0"/>
                </a:spcAft>
                <a:defRPr/>
              </a:defPPr>
              <a:lvl1pPr algn="r">
                <a:defRPr>
                  <a:solidFill>
                    <a:schemeClr val="tx1"/>
                  </a:solidFill>
                  <a:latin typeface="Bahij TheSansArabic Bold" panose="02040503050201020203" charset="-78"/>
                  <a:cs typeface="Bahij TheSansArabic Bold" panose="02040503050201020203" charset="-78"/>
                </a:defRPr>
              </a:lvl1pPr>
            </a:lstStyle>
            <a:p>
              <a:pPr rtl="1"/>
              <a:r>
                <a:rPr lang="ar-JO" sz="1600"/>
                <a:t>م</a:t>
              </a:r>
              <a:r>
                <a:rPr lang="ar-SA" sz="1600"/>
                <a:t>حصل </a:t>
              </a:r>
              <a:r>
                <a:rPr lang="ar-JO" sz="1600"/>
                <a:t>2026م</a:t>
              </a:r>
              <a:endParaRPr lang="ar-SA" sz="1600"/>
            </a:p>
          </p:txBody>
        </p:sp>
        <p:sp>
          <p:nvSpPr>
            <p:cNvPr id="418" name="Rectangle 417">
              <a:extLst>
                <a:ext uri="{FF2B5EF4-FFF2-40B4-BE49-F238E27FC236}">
                  <a16:creationId xmlns:a16="http://schemas.microsoft.com/office/drawing/2014/main" id="{F8E4317B-75E1-4645-8BA8-B6EB8108EAC1}"/>
                </a:ext>
              </a:extLst>
            </p:cNvPr>
            <p:cNvSpPr/>
            <p:nvPr/>
          </p:nvSpPr>
          <p:spPr>
            <a:xfrm>
              <a:off x="14096210" y="12393577"/>
              <a:ext cx="137160" cy="137160"/>
            </a:xfrm>
            <a:prstGeom prst="rect">
              <a:avLst/>
            </a:prstGeom>
            <a:solidFill>
              <a:srgbClr val="C5E0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solidFill>
                  <a:schemeClr val="tx1"/>
                </a:solidFill>
              </a:endParaRPr>
            </a:p>
          </p:txBody>
        </p:sp>
        <p:sp>
          <p:nvSpPr>
            <p:cNvPr id="419" name="TextBox 418">
              <a:extLst>
                <a:ext uri="{FF2B5EF4-FFF2-40B4-BE49-F238E27FC236}">
                  <a16:creationId xmlns:a16="http://schemas.microsoft.com/office/drawing/2014/main" id="{9333048B-45DF-4EAC-B333-948AF627351A}"/>
                </a:ext>
              </a:extLst>
            </p:cNvPr>
            <p:cNvSpPr txBox="1"/>
            <p:nvPr/>
          </p:nvSpPr>
          <p:spPr>
            <a:xfrm>
              <a:off x="8533072" y="12285043"/>
              <a:ext cx="3955187" cy="338554"/>
            </a:xfrm>
            <a:prstGeom prst="rect">
              <a:avLst/>
            </a:prstGeom>
            <a:noFill/>
          </p:spPr>
          <p:txBody>
            <a:bodyPr wrap="square" rtlCol="0">
              <a:spAutoFit/>
            </a:bodyPr>
            <a:lstStyle>
              <a:defPPr marR="0" lvl="0" algn="l" rtl="0">
                <a:lnSpc>
                  <a:spcPct val="100000"/>
                </a:lnSpc>
                <a:spcBef>
                  <a:spcPts val="0"/>
                </a:spcBef>
                <a:spcAft>
                  <a:spcPts val="0"/>
                </a:spcAft>
                <a:defRPr/>
              </a:defPPr>
              <a:lvl1pPr algn="r">
                <a:defRPr>
                  <a:solidFill>
                    <a:schemeClr val="tx1"/>
                  </a:solidFill>
                  <a:latin typeface="Bahij TheSansArabic Bold" panose="02040503050201020203" charset="-78"/>
                  <a:cs typeface="Bahij TheSansArabic Bold" panose="02040503050201020203" charset="-78"/>
                </a:defRPr>
              </a:lvl1pPr>
            </a:lstStyle>
            <a:p>
              <a:pPr rtl="1"/>
              <a:r>
                <a:rPr lang="ar-JO" sz="1600"/>
                <a:t>نسبة</a:t>
              </a:r>
              <a:r>
                <a:rPr lang="ar-SA" sz="1600"/>
                <a:t> المحصل </a:t>
              </a:r>
              <a:r>
                <a:rPr lang="ar-JO" sz="1600"/>
                <a:t>من المستهدف</a:t>
              </a:r>
              <a:r>
                <a:rPr lang="ar-SA" sz="1600"/>
                <a:t> </a:t>
              </a:r>
              <a:r>
                <a:rPr lang="ar-JO" sz="1600"/>
                <a:t>لسنة 2026م</a:t>
              </a:r>
              <a:endParaRPr lang="ar-SA" sz="1600"/>
            </a:p>
          </p:txBody>
        </p:sp>
        <p:sp>
          <p:nvSpPr>
            <p:cNvPr id="420" name="Rectangle 419">
              <a:extLst>
                <a:ext uri="{FF2B5EF4-FFF2-40B4-BE49-F238E27FC236}">
                  <a16:creationId xmlns:a16="http://schemas.microsoft.com/office/drawing/2014/main" id="{E796A27E-7309-4916-96E0-40075F0943E7}"/>
                </a:ext>
              </a:extLst>
            </p:cNvPr>
            <p:cNvSpPr/>
            <p:nvPr/>
          </p:nvSpPr>
          <p:spPr>
            <a:xfrm>
              <a:off x="12478652" y="12378592"/>
              <a:ext cx="137160" cy="137160"/>
            </a:xfrm>
            <a:prstGeom prst="rect">
              <a:avLst/>
            </a:prstGeom>
            <a:solidFill>
              <a:srgbClr val="01686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solidFill>
                  <a:schemeClr val="tx1"/>
                </a:solidFill>
              </a:endParaRPr>
            </a:p>
          </p:txBody>
        </p:sp>
        <p:sp>
          <p:nvSpPr>
            <p:cNvPr id="421" name="TextBox 420">
              <a:extLst>
                <a:ext uri="{FF2B5EF4-FFF2-40B4-BE49-F238E27FC236}">
                  <a16:creationId xmlns:a16="http://schemas.microsoft.com/office/drawing/2014/main" id="{B3DCC269-5BCA-4EB8-B0BC-213964409F60}"/>
                </a:ext>
              </a:extLst>
            </p:cNvPr>
            <p:cNvSpPr txBox="1"/>
            <p:nvPr/>
          </p:nvSpPr>
          <p:spPr>
            <a:xfrm>
              <a:off x="14335133" y="12286167"/>
              <a:ext cx="1731158" cy="338554"/>
            </a:xfrm>
            <a:prstGeom prst="rect">
              <a:avLst/>
            </a:prstGeom>
            <a:noFill/>
          </p:spPr>
          <p:txBody>
            <a:bodyPr wrap="square" rtlCol="0">
              <a:spAutoFit/>
            </a:bodyPr>
            <a:lstStyle>
              <a:defPPr marR="0" lvl="0" algn="l" rtl="0">
                <a:lnSpc>
                  <a:spcPct val="100000"/>
                </a:lnSpc>
                <a:spcBef>
                  <a:spcPts val="0"/>
                </a:spcBef>
                <a:spcAft>
                  <a:spcPts val="0"/>
                </a:spcAft>
                <a:defRPr/>
              </a:defPPr>
              <a:lvl1pPr algn="r">
                <a:defRPr>
                  <a:solidFill>
                    <a:schemeClr val="tx1"/>
                  </a:solidFill>
                  <a:latin typeface="Bahij TheSansArabic Bold" panose="02040503050201020203" charset="-78"/>
                  <a:cs typeface="Bahij TheSansArabic Bold" panose="02040503050201020203" charset="-78"/>
                </a:defRPr>
              </a:lvl1pPr>
            </a:lstStyle>
            <a:p>
              <a:pPr rtl="1"/>
              <a:r>
                <a:rPr lang="ar-JO" sz="1600"/>
                <a:t>مستهدف</a:t>
              </a:r>
              <a:r>
                <a:rPr lang="ar-SA" sz="1600"/>
                <a:t> </a:t>
              </a:r>
              <a:r>
                <a:rPr lang="ar-JO" sz="1600"/>
                <a:t>2026م</a:t>
              </a:r>
              <a:endParaRPr lang="ar-SA" sz="1600"/>
            </a:p>
          </p:txBody>
        </p:sp>
        <p:sp>
          <p:nvSpPr>
            <p:cNvPr id="422" name="Rectangle 421">
              <a:extLst>
                <a:ext uri="{FF2B5EF4-FFF2-40B4-BE49-F238E27FC236}">
                  <a16:creationId xmlns:a16="http://schemas.microsoft.com/office/drawing/2014/main" id="{41D48E0D-200D-4C0C-91FB-826F46F59588}"/>
                </a:ext>
              </a:extLst>
            </p:cNvPr>
            <p:cNvSpPr/>
            <p:nvPr/>
          </p:nvSpPr>
          <p:spPr>
            <a:xfrm>
              <a:off x="16056683" y="12379716"/>
              <a:ext cx="137160" cy="13716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solidFill>
                  <a:schemeClr val="tx1"/>
                </a:solidFill>
              </a:endParaRPr>
            </a:p>
          </p:txBody>
        </p:sp>
      </p:grpSp>
      <p:sp>
        <p:nvSpPr>
          <p:cNvPr id="201" name="Rectangle: Rounded Corners 200">
            <a:extLst>
              <a:ext uri="{FF2B5EF4-FFF2-40B4-BE49-F238E27FC236}">
                <a16:creationId xmlns:a16="http://schemas.microsoft.com/office/drawing/2014/main" id="{CC441551-6BE9-449E-924D-075087731CFA}"/>
              </a:ext>
            </a:extLst>
          </p:cNvPr>
          <p:cNvSpPr/>
          <p:nvPr/>
        </p:nvSpPr>
        <p:spPr>
          <a:xfrm>
            <a:off x="371899" y="3079092"/>
            <a:ext cx="6948109" cy="1538675"/>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 name="TextBox 201">
            <a:extLst>
              <a:ext uri="{FF2B5EF4-FFF2-40B4-BE49-F238E27FC236}">
                <a16:creationId xmlns:a16="http://schemas.microsoft.com/office/drawing/2014/main" id="{D1386BBA-1F2E-43B1-A022-DB455A7EF5AD}"/>
              </a:ext>
            </a:extLst>
          </p:cNvPr>
          <p:cNvSpPr txBox="1"/>
          <p:nvPr/>
        </p:nvSpPr>
        <p:spPr>
          <a:xfrm>
            <a:off x="1005378" y="2651007"/>
            <a:ext cx="5338274" cy="461665"/>
          </a:xfrm>
          <a:prstGeom prst="rect">
            <a:avLst/>
          </a:prstGeom>
          <a:noFill/>
        </p:spPr>
        <p:txBody>
          <a:bodyPr wrap="square" rtlCol="0">
            <a:spAutoFit/>
          </a:bodyPr>
          <a:lstStyle/>
          <a:p>
            <a:pPr algn="ctr"/>
            <a:r>
              <a:rPr lang="ar-SA" sz="2400" b="1">
                <a:solidFill>
                  <a:srgbClr val="106946"/>
                </a:solidFill>
                <a:latin typeface="Bahij TheSansArabic Bold" panose="02040503050201020203" charset="-78"/>
                <a:cs typeface="Bahij TheSansArabic Bold" panose="02040503050201020203" charset="-78"/>
              </a:rPr>
              <a:t>الإجمالي الكلي</a:t>
            </a:r>
            <a:endParaRPr lang="en-US" sz="2400" b="1">
              <a:solidFill>
                <a:srgbClr val="106946"/>
              </a:solidFill>
              <a:latin typeface="Bahij TheSansArabic Bold" panose="02040503050201020203" charset="-78"/>
              <a:cs typeface="Bahij TheSansArabic Bold" panose="02040503050201020203" charset="-78"/>
            </a:endParaRPr>
          </a:p>
        </p:txBody>
      </p:sp>
      <p:grpSp>
        <p:nvGrpSpPr>
          <p:cNvPr id="203" name="Group 202">
            <a:extLst>
              <a:ext uri="{FF2B5EF4-FFF2-40B4-BE49-F238E27FC236}">
                <a16:creationId xmlns:a16="http://schemas.microsoft.com/office/drawing/2014/main" id="{3F34B63E-CF59-49CF-BCB8-5F600C89639C}"/>
              </a:ext>
            </a:extLst>
          </p:cNvPr>
          <p:cNvGrpSpPr/>
          <p:nvPr/>
        </p:nvGrpSpPr>
        <p:grpSpPr>
          <a:xfrm>
            <a:off x="5366842" y="3088428"/>
            <a:ext cx="1953620" cy="518336"/>
            <a:chOff x="-6600343" y="3070054"/>
            <a:chExt cx="846866" cy="326513"/>
          </a:xfrm>
        </p:grpSpPr>
        <p:sp>
          <p:nvSpPr>
            <p:cNvPr id="204" name="Rectangle: Rounded Corners 203">
              <a:extLst>
                <a:ext uri="{FF2B5EF4-FFF2-40B4-BE49-F238E27FC236}">
                  <a16:creationId xmlns:a16="http://schemas.microsoft.com/office/drawing/2014/main" id="{27335556-057E-4B96-89B4-552F701399C9}"/>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sz="2400">
                  <a:solidFill>
                    <a:schemeClr val="bg1"/>
                  </a:solidFill>
                  <a:latin typeface="Bahij TheSansArabic Bold" panose="02040503050201020203" charset="-78"/>
                  <a:cs typeface="Bahij TheSansArabic Bold" panose="02040503050201020203" charset="-78"/>
                </a:rPr>
                <a:t>-12%</a:t>
              </a:r>
            </a:p>
          </p:txBody>
        </p:sp>
        <p:sp>
          <p:nvSpPr>
            <p:cNvPr id="205" name="Arrow: Down 204">
              <a:extLst>
                <a:ext uri="{FF2B5EF4-FFF2-40B4-BE49-F238E27FC236}">
                  <a16:creationId xmlns:a16="http://schemas.microsoft.com/office/drawing/2014/main" id="{E6AEA038-084A-474A-8407-230122B5F67A}"/>
                </a:ext>
              </a:extLst>
            </p:cNvPr>
            <p:cNvSpPr/>
            <p:nvPr/>
          </p:nvSpPr>
          <p:spPr>
            <a:xfrm>
              <a:off x="-5913236" y="3094297"/>
              <a:ext cx="151637" cy="302270"/>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206" name="Chart 205">
            <a:extLst>
              <a:ext uri="{FF2B5EF4-FFF2-40B4-BE49-F238E27FC236}">
                <a16:creationId xmlns:a16="http://schemas.microsoft.com/office/drawing/2014/main" id="{FC247DD4-CDB5-4627-AF24-A5A2E29E7B84}"/>
              </a:ext>
            </a:extLst>
          </p:cNvPr>
          <p:cNvGraphicFramePr>
            <a:graphicFrameLocks noChangeAspect="1"/>
          </p:cNvGraphicFramePr>
          <p:nvPr>
            <p:extLst>
              <p:ext uri="{D42A27DB-BD31-4B8C-83A1-F6EECF244321}">
                <p14:modId xmlns:p14="http://schemas.microsoft.com/office/powerpoint/2010/main" val="2079791373"/>
              </p:ext>
            </p:extLst>
          </p:nvPr>
        </p:nvGraphicFramePr>
        <p:xfrm>
          <a:off x="411752" y="3083654"/>
          <a:ext cx="7053703" cy="1985515"/>
        </p:xfrm>
        <a:graphic>
          <a:graphicData uri="http://schemas.openxmlformats.org/drawingml/2006/chart">
            <c:chart xmlns:c="http://schemas.openxmlformats.org/drawingml/2006/chart" xmlns:r="http://schemas.openxmlformats.org/officeDocument/2006/relationships" r:id="rId9"/>
          </a:graphicData>
        </a:graphic>
      </p:graphicFrame>
      <p:grpSp>
        <p:nvGrpSpPr>
          <p:cNvPr id="207" name="Group 206">
            <a:extLst>
              <a:ext uri="{FF2B5EF4-FFF2-40B4-BE49-F238E27FC236}">
                <a16:creationId xmlns:a16="http://schemas.microsoft.com/office/drawing/2014/main" id="{D8686071-66BC-4B62-B34E-0E54E082DC0E}"/>
              </a:ext>
            </a:extLst>
          </p:cNvPr>
          <p:cNvGrpSpPr/>
          <p:nvPr/>
        </p:nvGrpSpPr>
        <p:grpSpPr>
          <a:xfrm>
            <a:off x="436451" y="5836634"/>
            <a:ext cx="6809448" cy="6278855"/>
            <a:chOff x="12946824" y="9476819"/>
            <a:chExt cx="11234286" cy="3109028"/>
          </a:xfrm>
        </p:grpSpPr>
        <p:sp>
          <p:nvSpPr>
            <p:cNvPr id="208" name="Rectangle: Rounded Corners 207">
              <a:extLst>
                <a:ext uri="{FF2B5EF4-FFF2-40B4-BE49-F238E27FC236}">
                  <a16:creationId xmlns:a16="http://schemas.microsoft.com/office/drawing/2014/main" id="{9A9D702A-3797-4C14-8BB5-DCE53B905E92}"/>
                </a:ext>
              </a:extLst>
            </p:cNvPr>
            <p:cNvSpPr/>
            <p:nvPr/>
          </p:nvSpPr>
          <p:spPr>
            <a:xfrm>
              <a:off x="12946824" y="9476819"/>
              <a:ext cx="11234286" cy="2922951"/>
            </a:xfrm>
            <a:prstGeom prst="roundRect">
              <a:avLst>
                <a:gd name="adj" fmla="val 522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ar-SA"/>
            </a:p>
          </p:txBody>
        </p:sp>
        <p:sp>
          <p:nvSpPr>
            <p:cNvPr id="209" name="TextBox 208">
              <a:extLst>
                <a:ext uri="{FF2B5EF4-FFF2-40B4-BE49-F238E27FC236}">
                  <a16:creationId xmlns:a16="http://schemas.microsoft.com/office/drawing/2014/main" id="{69F278D7-66DD-43FE-8BA4-981E91B72351}"/>
                </a:ext>
              </a:extLst>
            </p:cNvPr>
            <p:cNvSpPr txBox="1"/>
            <p:nvPr/>
          </p:nvSpPr>
          <p:spPr>
            <a:xfrm>
              <a:off x="13111567" y="10071277"/>
              <a:ext cx="10827240" cy="2514570"/>
            </a:xfrm>
            <a:prstGeom prst="rect">
              <a:avLst/>
            </a:prstGeom>
            <a:noFill/>
          </p:spPr>
          <p:txBody>
            <a:bodyPr wrap="square" rtlCol="1">
              <a:spAutoFit/>
            </a:bodyPr>
            <a:lstStyle/>
            <a:p>
              <a:pPr marL="285750" indent="-285750" algn="justLow" rtl="1">
                <a:spcAft>
                  <a:spcPts val="400"/>
                </a:spcAft>
                <a:buFont typeface="Arial" panose="020B0604020202020204" pitchFamily="34" charset="0"/>
                <a:buChar char="•"/>
              </a:pPr>
              <a:r>
                <a:rPr lang="ar-SA" sz="1500" b="1">
                  <a:solidFill>
                    <a:srgbClr val="01686A"/>
                  </a:solidFill>
                  <a:latin typeface="Bahij TheSansArabic Plain" panose="02040503050201020203" pitchFamily="18" charset="-78"/>
                  <a:cs typeface="Bahij TheSansArabic Plain" panose="02040503050201020203" pitchFamily="18" charset="-78"/>
                </a:rPr>
                <a:t xml:space="preserve">أسباب الأداء:</a:t>
              </a:r>
            </a:p>
            <a:p>
              <a:pPr marL="285750" indent="-285750" algn="justLow" rtl="1">
                <a:spcAft>
                  <a:spcPts val="400"/>
                </a:spcAft>
                <a:buFont typeface="Arial" panose="020B0604020202020204" pitchFamily="34" charset="0"/>
                <a:buChar char="•"/>
              </a:pPr>
              <a:r>
                <a:rPr lang="ar-SA" sz="1500">
                  <a:latin typeface="Bahij TheSansArabic Plain" panose="02040503050201020203" pitchFamily="18" charset="-78"/>
                  <a:cs typeface="Bahij TheSansArabic Plain" panose="02040503050201020203" pitchFamily="18" charset="-78"/>
                </a:rPr>
                <a:t xml:space="preserve">التوقع مبني على نموذج </a:t>
              </a:r>
              <a:r>
                <a:rPr lang="ar-SA" sz="1500" b="1">
                  <a:latin typeface="Bahij TheSansArabic Plain" panose="02040503050201020203" pitchFamily="18" charset="-78"/>
                  <a:cs typeface="Bahij TheSansArabic Plain" panose="02040503050201020203" pitchFamily="18" charset="-78"/>
                </a:rPr>
                <a:t xml:space="preserve">هولت وينترز</a:t>
              </a:r>
              <a:r>
                <a:rPr lang="ar-SA" sz="1500">
                  <a:latin typeface="Bahij TheSansArabic Plain" panose="02040503050201020203" pitchFamily="18" charset="-78"/>
                  <a:cs typeface="Bahij TheSansArabic Plain" panose="02040503050201020203" pitchFamily="18" charset="-78"/>
                </a:rPr>
                <a:t xml:space="preserve"> هجين (اختبار الربع الأخير 2025: +7%). أسباب الأداء حسب التبويب مقارنة بنفس الفترة من العام الماضي:</a:t>
              </a:r>
            </a:p>
            <a:p>
              <a:pPr marL="285750" indent="-285750" algn="justLow" rtl="1">
                <a:spcAft>
                  <a:spcPts val="400"/>
                </a:spcAft>
                <a:buFont typeface="Arial" panose="020B0604020202020204" pitchFamily="34" charset="0"/>
                <a:buChar char="•"/>
              </a:pPr>
              <a:r>
                <a:rPr lang="ar-SA" sz="1500" b="1">
                  <a:latin typeface="Bahij TheSansArabic Plain" panose="02040503050201020203" pitchFamily="18" charset="-78"/>
                  <a:cs typeface="Bahij TheSansArabic Plain" panose="02040503050201020203" pitchFamily="18" charset="-78"/>
                </a:rPr>
                <a:t xml:space="preserve">إيرادات استثمارية: </a:t>
              </a:r>
              <a:r>
                <a:rPr lang="ar-SA" sz="1500">
                  <a:latin typeface="Bahij TheSansArabic Plain" panose="02040503050201020203" pitchFamily="18" charset="-78"/>
                  <a:cs typeface="Bahij TheSansArabic Plain" panose="02040503050201020203" pitchFamily="18" charset="-78"/>
                </a:rPr>
                <a:t xml:space="preserve">ريع الأراضي +29% (644م) وتأجير المرافق +40% (429م)، ويفترض هذا السيناريو عدم وصول دفعة تأجير المرافق خلال العام، لذا يقل التبويب عن المستهدف.</a:t>
              </a:r>
            </a:p>
            <a:p>
              <a:pPr marL="285750" indent="-285750" algn="justLow" rtl="1">
                <a:spcAft>
                  <a:spcPts val="400"/>
                </a:spcAft>
                <a:buFont typeface="Arial" panose="020B0604020202020204" pitchFamily="34" charset="0"/>
                <a:buChar char="•"/>
              </a:pPr>
              <a:r>
                <a:rPr lang="ar-SA" sz="1500" b="1">
                  <a:latin typeface="Bahij TheSansArabic Plain" panose="02040503050201020203" pitchFamily="18" charset="-78"/>
                  <a:cs typeface="Bahij TheSansArabic Plain" panose="02040503050201020203" pitchFamily="18" charset="-78"/>
                </a:rPr>
                <a:t xml:space="preserve">الرسوم والتراخيص: </a:t>
              </a:r>
              <a:r>
                <a:rPr lang="ar-SA" sz="1500">
                  <a:latin typeface="Bahij TheSansArabic Plain" panose="02040503050201020203" pitchFamily="18" charset="-78"/>
                  <a:cs typeface="Bahij TheSansArabic Plain" panose="02040503050201020203" pitchFamily="18" charset="-78"/>
                </a:rPr>
                <a:t xml:space="preserve">عند المستهدف حتى سبتمبر؛ تراجع تراخيص المباني 19% يقابله ارتفاع القرارات المساحية 57% وجمع النفايات 12%.</a:t>
              </a:r>
            </a:p>
            <a:p>
              <a:pPr marL="285750" indent="-285750" algn="justLow" rtl="1">
                <a:spcAft>
                  <a:spcPts val="400"/>
                </a:spcAft>
                <a:buFont typeface="Arial" panose="020B0604020202020204" pitchFamily="34" charset="0"/>
                <a:buChar char="•"/>
              </a:pPr>
              <a:r>
                <a:rPr lang="ar-SA" sz="1500" b="1">
                  <a:latin typeface="Bahij TheSansArabic Plain" panose="02040503050201020203" pitchFamily="18" charset="-78"/>
                  <a:cs typeface="Bahij TheSansArabic Plain" panose="02040503050201020203" pitchFamily="18" charset="-78"/>
                </a:rPr>
                <a:t xml:space="preserve">جزاءات وغرامات: </a:t>
              </a:r>
              <a:r>
                <a:rPr lang="ar-SA" sz="1500">
                  <a:latin typeface="Bahij TheSansArabic Plain" panose="02040503050201020203" pitchFamily="18" charset="-78"/>
                  <a:cs typeface="Bahij TheSansArabic Plain" panose="02040503050201020203" pitchFamily="18" charset="-78"/>
                </a:rPr>
                <a:t xml:space="preserve">تجاوز المستهدف بتحصيل استثنائي عبر التوريد والتنفيذ (جزاءات غير مصنفة 179م، والجزاءات والغرامات 103م) وارتفاع جزاءات الأنظمة 63%.</a:t>
              </a:r>
            </a:p>
            <a:p>
              <a:pPr marL="285750" indent="-285750" algn="justLow" rtl="1">
                <a:spcAft>
                  <a:spcPts val="400"/>
                </a:spcAft>
                <a:buFont typeface="Arial" panose="020B0604020202020204" pitchFamily="34" charset="0"/>
                <a:buChar char="•"/>
              </a:pPr>
              <a:r>
                <a:rPr lang="ar-SA" sz="1500" b="1">
                  <a:latin typeface="Bahij TheSansArabic Plain" panose="02040503050201020203" pitchFamily="18" charset="-78"/>
                  <a:cs typeface="Bahij TheSansArabic Plain" panose="02040503050201020203" pitchFamily="18" charset="-78"/>
                </a:rPr>
                <a:t xml:space="preserve">التبغ والإيواء: </a:t>
              </a:r>
              <a:r>
                <a:rPr lang="ar-SA" sz="1500">
                  <a:latin typeface="Bahij TheSansArabic Plain" panose="02040503050201020203" pitchFamily="18" charset="-78"/>
                  <a:cs typeface="Bahij TheSansArabic Plain" panose="02040503050201020203" pitchFamily="18" charset="-78"/>
                </a:rPr>
                <a:t xml:space="preserve">انخفاض إشغال مرافق الإيواء 17% ورسوم مبيعات التبغ 9%، مع استقطاع 33م من إيرادات التبويب.</a:t>
              </a:r>
            </a:p>
            <a:p>
              <a:pPr marL="285750" indent="-285750" algn="justLow" rtl="1">
                <a:spcAft>
                  <a:spcPts val="400"/>
                </a:spcAft>
                <a:buFont typeface="Arial" panose="020B0604020202020204" pitchFamily="34" charset="0"/>
                <a:buChar char="•"/>
              </a:pPr>
              <a:r>
                <a:rPr lang="ar-SA" sz="1500" b="1">
                  <a:latin typeface="Bahij TheSansArabic Plain" panose="02040503050201020203" pitchFamily="18" charset="-78"/>
                  <a:cs typeface="Bahij TheSansArabic Plain" panose="02040503050201020203" pitchFamily="18" charset="-78"/>
                </a:rPr>
                <a:t xml:space="preserve">أخرى: </a:t>
              </a:r>
              <a:r>
                <a:rPr lang="ar-SA" sz="1500">
                  <a:latin typeface="Bahij TheSansArabic Plain" panose="02040503050201020203" pitchFamily="18" charset="-78"/>
                  <a:cs typeface="Bahij TheSansArabic Plain" panose="02040503050201020203" pitchFamily="18" charset="-78"/>
                </a:rPr>
                <a:t xml:space="preserve">ارتفاع المبيعات الأخرى 109% (138م) وتوريد إيرادات متنوعة 55م.</a:t>
              </a:r>
            </a:p>
          </p:txBody>
        </p:sp>
      </p:grpSp>
      <p:sp>
        <p:nvSpPr>
          <p:cNvPr id="210" name="TextBox 209">
            <a:extLst>
              <a:ext uri="{FF2B5EF4-FFF2-40B4-BE49-F238E27FC236}">
                <a16:creationId xmlns:a16="http://schemas.microsoft.com/office/drawing/2014/main" id="{8D7E748E-5507-45CC-B9AA-785F4CE4D635}"/>
              </a:ext>
            </a:extLst>
          </p:cNvPr>
          <p:cNvSpPr txBox="1"/>
          <p:nvPr/>
        </p:nvSpPr>
        <p:spPr>
          <a:xfrm>
            <a:off x="1106486" y="6269831"/>
            <a:ext cx="5268254" cy="461665"/>
          </a:xfrm>
          <a:prstGeom prst="rect">
            <a:avLst/>
          </a:prstGeom>
          <a:noFill/>
        </p:spPr>
        <p:txBody>
          <a:bodyPr wrap="square" rtlCol="0">
            <a:spAutoFit/>
          </a:bodyPr>
          <a:lstStyle>
            <a:defPPr marR="0" lvl="0" algn="l" rtl="0">
              <a:lnSpc>
                <a:spcPct val="100000"/>
              </a:lnSpc>
              <a:spcBef>
                <a:spcPts val="0"/>
              </a:spcBef>
              <a:spcAft>
                <a:spcPts val="0"/>
              </a:spcAft>
            </a:defPPr>
            <a:lvl1pPr algn="ctr">
              <a:defRPr sz="1600">
                <a:solidFill>
                  <a:srgbClr val="106946"/>
                </a:solidFill>
                <a:latin typeface="Bahij TheSansArabic Bold" panose="02040503050201020203" charset="-78"/>
                <a:cs typeface="Bahij TheSansArabic Bold" panose="02040503050201020203" charset="-78"/>
              </a:defRPr>
            </a:lvl1pPr>
          </a:lstStyle>
          <a:p>
            <a:pPr algn="r"/>
            <a:r>
              <a:rPr lang="ar-SA" sz="2400">
                <a:solidFill>
                  <a:srgbClr val="00B050"/>
                </a:solidFill>
                <a:latin typeface="Bahij TheSansArabic Bold" panose="02040503050201020203" pitchFamily="18" charset="-78"/>
                <a:cs typeface="Bahij TheSansArabic Bold" panose="02040503050201020203" pitchFamily="18" charset="-78"/>
              </a:rPr>
              <a:t>منهجية تنبؤ بالربع الأخير من عام 2026</a:t>
            </a:r>
          </a:p>
        </p:txBody>
      </p:sp>
    </p:spTree>
    <p:extLst>
      <p:ext uri="{BB962C8B-B14F-4D97-AF65-F5344CB8AC3E}">
        <p14:creationId xmlns:p14="http://schemas.microsoft.com/office/powerpoint/2010/main" val="29646142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57;p1">
            <a:extLst>
              <a:ext uri="{FF2B5EF4-FFF2-40B4-BE49-F238E27FC236}">
                <a16:creationId xmlns:a16="http://schemas.microsoft.com/office/drawing/2014/main" id="{CF54A466-4C14-CFE8-ECA5-8B2AE5E29AA9}"/>
              </a:ext>
            </a:extLst>
          </p:cNvPr>
          <p:cNvSpPr txBox="1"/>
          <p:nvPr/>
        </p:nvSpPr>
        <p:spPr>
          <a:xfrm>
            <a:off x="2254297" y="5635069"/>
            <a:ext cx="11427133" cy="1972348"/>
          </a:xfrm>
          <a:prstGeom prst="rect">
            <a:avLst/>
          </a:prstGeom>
          <a:noFill/>
          <a:ln>
            <a:noFill/>
          </a:ln>
        </p:spPr>
        <p:txBody>
          <a:bodyPr spcFirstLastPara="1" wrap="square" lIns="243656" tIns="243656" rIns="243656" bIns="243656" anchor="t" anchorCtr="0">
            <a:spAutoFit/>
          </a:bodyPr>
          <a:lstStyle/>
          <a:p>
            <a:pPr algn="r" rtl="1">
              <a:buClr>
                <a:schemeClr val="lt1"/>
              </a:buClr>
              <a:buSzPts val="3600"/>
            </a:pPr>
            <a:r>
              <a:rPr lang="ar-SA" sz="9619">
                <a:solidFill>
                  <a:schemeClr val="bg1"/>
                </a:solidFill>
                <a:latin typeface="Bahij TheSansArabic ExtraBold" panose="02040503050201020203" pitchFamily="18" charset="-78"/>
                <a:ea typeface="Cairo"/>
                <a:cs typeface="Bahij TheSansArabic ExtraBold" panose="02040503050201020203" pitchFamily="18" charset="-78"/>
                <a:sym typeface="Cairo"/>
              </a:rPr>
              <a:t>شــــــكرًا</a:t>
            </a:r>
          </a:p>
        </p:txBody>
      </p:sp>
      <p:pic>
        <p:nvPicPr>
          <p:cNvPr id="3" name="Picture 4">
            <a:extLst>
              <a:ext uri="{FF2B5EF4-FFF2-40B4-BE49-F238E27FC236}">
                <a16:creationId xmlns:a16="http://schemas.microsoft.com/office/drawing/2014/main" id="{B41165FC-0622-4E6B-8BE5-267B9B367AB4}"/>
              </a:ext>
            </a:extLst>
          </p:cNvPr>
          <p:cNvPicPr>
            <a:picLocks noChangeAspect="1"/>
          </p:cNvPicPr>
          <p:nvPr/>
        </p:nvPicPr>
        <p:blipFill>
          <a:blip r:embed="rId2"/>
          <a:srcRect/>
          <a:stretch/>
        </p:blipFill>
        <p:spPr>
          <a:xfrm>
            <a:off x="18828357" y="896727"/>
            <a:ext cx="4690355" cy="1270574"/>
          </a:xfrm>
          <a:prstGeom prst="rect">
            <a:avLst/>
          </a:prstGeom>
        </p:spPr>
      </p:pic>
    </p:spTree>
    <p:extLst>
      <p:ext uri="{BB962C8B-B14F-4D97-AF65-F5344CB8AC3E}">
        <p14:creationId xmlns:p14="http://schemas.microsoft.com/office/powerpoint/2010/main" val="55510008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ADV_TOP" val="123.2499"/>
  <p:tag name="ADV_LEFT" val="25.37504"/>
  <p:tag name="ADV_HEIGHT" val="361.75"/>
  <p:tag name="ADV_WIDTH" val="328.7599"/>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COPYRIGHT1" val="TRUE"/>
</p:tagLst>
</file>

<file path=ppt/theme/theme1.xml><?xml version="1.0" encoding="utf-8"?>
<a:theme xmlns:a="http://schemas.openxmlformats.org/drawingml/2006/main" name="1_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Design Hub Brand refresh layout - Arabic">
  <a:themeElements>
    <a:clrScheme name="KPMG_MAR">
      <a:dk1>
        <a:srgbClr val="000000"/>
      </a:dk1>
      <a:lt1>
        <a:srgbClr val="FFFFFF"/>
      </a:lt1>
      <a:dk2>
        <a:srgbClr val="00338D"/>
      </a:dk2>
      <a:lt2>
        <a:srgbClr val="E5E5E5"/>
      </a:lt2>
      <a:accent1>
        <a:srgbClr val="1E49E2"/>
      </a:accent1>
      <a:accent2>
        <a:srgbClr val="00338D"/>
      </a:accent2>
      <a:accent3>
        <a:srgbClr val="0C233C"/>
      </a:accent3>
      <a:accent4>
        <a:srgbClr val="00B8F5"/>
      </a:accent4>
      <a:accent5>
        <a:srgbClr val="7213EA"/>
      </a:accent5>
      <a:accent6>
        <a:srgbClr val="FD349C"/>
      </a:accent6>
      <a:hlink>
        <a:srgbClr val="00B8F5"/>
      </a:hlink>
      <a:folHlink>
        <a:srgbClr val="098E7E"/>
      </a:folHlink>
    </a:clrScheme>
    <a:fontScheme name="Custom 11">
      <a:majorFont>
        <a:latin typeface="DIN Next LT Arabic"/>
        <a:ea typeface=""/>
        <a:cs typeface=""/>
      </a:majorFont>
      <a:minorFont>
        <a:latin typeface="DIN Next LT Arabic"/>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lIns="54610" tIns="54610" rIns="54610" bIns="54610" rtlCol="0" anchor="ctr"/>
      <a:lstStyle>
        <a:defPPr algn="l">
          <a:defRPr sz="15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accent3"/>
          </a:solidFill>
        </a:ln>
      </a:spPr>
      <a:bodyPr/>
      <a:lstStyle/>
      <a:style>
        <a:lnRef idx="1">
          <a:schemeClr val="accent1"/>
        </a:lnRef>
        <a:fillRef idx="0">
          <a:schemeClr val="accent1"/>
        </a:fillRef>
        <a:effectRef idx="0">
          <a:schemeClr val="accent1"/>
        </a:effectRef>
        <a:fontRef idx="minor">
          <a:schemeClr val="tx1"/>
        </a:fontRef>
      </a:style>
    </a:lnDef>
    <a:txDef>
      <a:spPr/>
      <a:bodyPr vert="horz" wrap="square" lIns="0" tIns="0" rIns="0" bIns="0" rtlCol="0" anchor="t" anchorCtr="0">
        <a:noAutofit/>
      </a:bodyPr>
      <a:lstStyle>
        <a:defPPr algn="l">
          <a:spcAft>
            <a:spcPts val="600"/>
          </a:spcAft>
          <a:defRPr sz="1500" b="1" dirty="0" smtClean="0">
            <a:solidFill>
              <a:schemeClr val="tx2"/>
            </a:solidFill>
          </a:defRPr>
        </a:defPPr>
      </a:lstStyle>
    </a:txDef>
  </a:objectDefaults>
  <a:extraClrSchemeLst/>
  <a:custClrLst>
    <a:custClr name="KPMG Blue">
      <a:srgbClr val="00338D"/>
    </a:custClr>
    <a:custClr name="Cobalt">
      <a:srgbClr val="1E49E2"/>
    </a:custClr>
    <a:custClr name="Dark Blue">
      <a:srgbClr val="0C233C"/>
    </a:custClr>
    <a:custClr name="Light Blue">
      <a:srgbClr val="ACEAFF"/>
    </a:custClr>
    <a:custClr name="Pacific Blue">
      <a:srgbClr val="00B8F5"/>
    </a:custClr>
    <a:custClr name="Purple">
      <a:srgbClr val="7213EA"/>
    </a:custClr>
    <a:custClr name="Pink">
      <a:srgbClr val="FD349C"/>
    </a:custClr>
    <a:custClr name="Blank">
      <a:srgbClr val="FFFFFF"/>
    </a:custClr>
    <a:custClr name="Blank">
      <a:srgbClr val="FFFFFF"/>
    </a:custClr>
    <a:custClr name="Blank">
      <a:srgbClr val="FFFFFF"/>
    </a:custClr>
    <a:custClr name="Blue">
      <a:srgbClr val="76D2FF"/>
    </a:custClr>
    <a:custClr name="Dark Purple">
      <a:srgbClr val="510DBC"/>
    </a:custClr>
    <a:custClr name="Light Purple">
      <a:srgbClr val="B497FF"/>
    </a:custClr>
    <a:custClr name="Dark Pink">
      <a:srgbClr val="AB0D82"/>
    </a:custClr>
    <a:custClr name="Light Pink">
      <a:srgbClr val="FFA3DA"/>
    </a:custClr>
    <a:custClr name="Dark Green">
      <a:srgbClr val="098E7E"/>
    </a:custClr>
    <a:custClr name="Green">
      <a:srgbClr val="00C0AE"/>
    </a:custClr>
    <a:custClr name="Light Green">
      <a:srgbClr val="63EBDA"/>
    </a:custClr>
    <a:custClr name="Blank">
      <a:srgbClr val="FFFFFF"/>
    </a:custClr>
    <a:custClr name="Blank">
      <a:srgbClr val="FFFFFF"/>
    </a:custClr>
    <a:custClr name="Gray 1">
      <a:srgbClr val="333333"/>
    </a:custClr>
    <a:custClr name="Gray 2">
      <a:srgbClr val="666666"/>
    </a:custClr>
    <a:custClr name="Gray 3">
      <a:srgbClr val="989898"/>
    </a:custClr>
    <a:custClr name="Gray 4">
      <a:srgbClr val="B2B2B2"/>
    </a:custClr>
    <a:custClr name="Gray 5">
      <a:srgbClr val="E5E5E5"/>
    </a:custClr>
    <a:custClr name="Blank">
      <a:srgbClr val="FFFFFF"/>
    </a:custClr>
    <a:custClr name="Blank">
      <a:srgbClr val="FFFFFF"/>
    </a:custClr>
    <a:custClr name="Blank">
      <a:srgbClr val="FFFFFF"/>
    </a:custClr>
    <a:custClr name="Blank">
      <a:srgbClr val="FFFFFF"/>
    </a:custClr>
    <a:custClr name="Blank">
      <a:srgbClr val="FFFFFF"/>
    </a:custClr>
  </a:custClrLst>
  <a:extLst>
    <a:ext uri="{05A4C25C-085E-4340-85A3-A5531E510DB2}">
      <thm15:themeFamily xmlns:thm15="http://schemas.microsoft.com/office/thememl/2012/main" name="EMA MADE Rapid Template - AUDIT - FINAL.potx  -  Read-Only" id="{BBE06C01-0598-49EF-B6A8-C8D98A76597B}" vid="{E256C935-C30F-4E91-B169-D319DD15BB67}"/>
    </a:ext>
  </a:extLst>
</a:theme>
</file>

<file path=ppt/theme/theme3.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deff24bb-2089-4400-8c8e-f71e680378b2}" enabled="0" method="" siteId="{deff24bb-2089-4400-8c8e-f71e680378b2}" removed="1"/>
</clbl:labelList>
</file>

<file path=docProps/app.xml><?xml version="1.0" encoding="utf-8"?>
<Properties xmlns="http://schemas.openxmlformats.org/officeDocument/2006/extended-properties" xmlns:vt="http://schemas.openxmlformats.org/officeDocument/2006/docPropsVTypes">
  <Template/>
  <TotalTime>262</TotalTime>
  <Words>551</Words>
  <Application>Microsoft Office PowerPoint</Application>
  <PresentationFormat>Custom</PresentationFormat>
  <Paragraphs>184</Paragraphs>
  <Slides>4</Slides>
  <Notes>2</Notes>
  <HiddenSlides>0</HiddenSlides>
  <MMClips>0</MMClips>
  <ScaleCrop>false</ScaleCrop>
  <HeadingPairs>
    <vt:vector size="8" baseType="variant">
      <vt:variant>
        <vt:lpstr>Fonts Used</vt:lpstr>
      </vt:variant>
      <vt:variant>
        <vt:i4>8</vt:i4>
      </vt:variant>
      <vt:variant>
        <vt:lpstr>Theme</vt:lpstr>
      </vt:variant>
      <vt:variant>
        <vt:i4>2</vt:i4>
      </vt:variant>
      <vt:variant>
        <vt:lpstr>Embedded OLE Servers</vt:lpstr>
      </vt:variant>
      <vt:variant>
        <vt:i4>1</vt:i4>
      </vt:variant>
      <vt:variant>
        <vt:lpstr>Slide Titles</vt:lpstr>
      </vt:variant>
      <vt:variant>
        <vt:i4>4</vt:i4>
      </vt:variant>
    </vt:vector>
  </HeadingPairs>
  <TitlesOfParts>
    <vt:vector size="15" baseType="lpstr">
      <vt:lpstr>Bahij TheSansArabic Bold</vt:lpstr>
      <vt:lpstr>Bahij TheSansArabic ExtraBold</vt:lpstr>
      <vt:lpstr>Bahij TheSansArabic Plain</vt:lpstr>
      <vt:lpstr>Arial</vt:lpstr>
      <vt:lpstr>KPMG Bold</vt:lpstr>
      <vt:lpstr>DIN Next LT Arabic</vt:lpstr>
      <vt:lpstr>Calibri</vt:lpstr>
      <vt:lpstr>Calibri Light</vt:lpstr>
      <vt:lpstr>1_Office Theme</vt:lpstr>
      <vt:lpstr>Design Hub Brand refresh layout - Arabic</vt:lpstr>
      <vt:lpstr>think-cell Slide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Sara Al Otaibi</dc:creator>
  <cp:lastModifiedBy>faisal alateeq</cp:lastModifiedBy>
  <cp:revision>3</cp:revision>
  <cp:lastPrinted>2025-06-30T08:28:38Z</cp:lastPrinted>
  <dcterms:created xsi:type="dcterms:W3CDTF">2023-09-18T05:33:56Z</dcterms:created>
  <dcterms:modified xsi:type="dcterms:W3CDTF">2026-10-19T18:04:45Z</dcterms:modified>
</cp:coreProperties>
</file>