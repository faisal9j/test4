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706" r:id="rId1"/>
    <p:sldMasterId id="2147483721" r:id="rId2"/>
  </p:sldMasterIdLst>
  <p:notesMasterIdLst>
    <p:notesMasterId r:id="rId7"/>
  </p:notesMasterIdLst>
  <p:handoutMasterIdLst>
    <p:handoutMasterId r:id="rId8"/>
  </p:handoutMasterIdLst>
  <p:sldIdLst>
    <p:sldId id="509" r:id="rId3"/>
    <p:sldId id="1448944975" r:id="rId4"/>
    <p:sldId id="1448944974" r:id="rId5"/>
    <p:sldId id="507" r:id="rId6"/>
  </p:sldIdLst>
  <p:sldSz cx="24384000" cy="13716000"/>
  <p:notesSz cx="7010400" cy="9296400"/>
  <p:embeddedFontLst>
    <p:embeddedFont>
      <p:font typeface="Bahij TheSansArabic Bold" panose="02040503050201020203" pitchFamily="18" charset="-78"/>
      <p:regular r:id="rId9"/>
    </p:embeddedFont>
    <p:embeddedFont>
      <p:font typeface="Bahij TheSansArabic ExtraBold" panose="02040503050201020203" charset="-78"/>
      <p:regular r:id="rId10"/>
      <p:bold r:id="rId11"/>
    </p:embeddedFont>
    <p:embeddedFont>
      <p:font typeface="Bahij TheSansArabic Plain" panose="02040503050201020203" charset="-78"/>
      <p:regular r:id="rId12"/>
    </p:embeddedFont>
    <p:embeddedFont>
      <p:font typeface="KPMG Bold" panose="020B0604020202020204" charset="0"/>
      <p:bold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440" userDrawn="1">
          <p15:clr>
            <a:srgbClr val="A4A3A4"/>
          </p15:clr>
        </p15:guide>
        <p15:guide id="2" pos="768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E40952-AE85-F739-3608-63E7A335AB77}" name="Elrayes, Eslam" initials="EE" userId="S::eelrayes@kpmg.com::26e5f067-9b40-497f-97c7-c4952bfce656" providerId="AD"/>
  <p188:author id="{BCBB67BA-32BF-515F-41B4-1C8BAC5417D5}" name="Shweikeh, Abdelmajid" initials="SA" userId="S::ashweikeh@kpmg.com::6deae7ab-f5f1-4355-957a-0bbe0b22650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aisal alateeq" initials="fa" lastIdx="3" clrIdx="0">
    <p:extLst>
      <p:ext uri="{19B8F6BF-5375-455C-9EA6-DF929625EA0E}">
        <p15:presenceInfo xmlns:p15="http://schemas.microsoft.com/office/powerpoint/2012/main" userId="9c6b852a9f8e3b1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686A"/>
    <a:srgbClr val="106946"/>
    <a:srgbClr val="A9D18E"/>
    <a:srgbClr val="4B8A6E"/>
    <a:srgbClr val="72988B"/>
    <a:srgbClr val="FBFBFA"/>
    <a:srgbClr val="79B59A"/>
    <a:srgbClr val="00B050"/>
    <a:srgbClr val="002060"/>
    <a:srgbClr val="E9ED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47C4EF-55E2-4766-BE84-DB4DE8EFA2F4}">
  <a:tblStyle styleId="{0C47C4EF-55E2-4766-BE84-DB4DE8EFA2F4}" styleName="Table_0">
    <a:wholeTbl>
      <a:tcTxStyle b="off" i="off">
        <a:font>
          <a:latin typeface="Segoe UI"/>
          <a:ea typeface="Segoe UI"/>
          <a:cs typeface="Segoe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EEEC"/>
          </a:solidFill>
        </a:fill>
      </a:tcStyle>
    </a:wholeTbl>
    <a:band1H>
      <a:tcTxStyle/>
      <a:tcStyle>
        <a:tcBdr/>
        <a:fill>
          <a:solidFill>
            <a:srgbClr val="DEDCD8"/>
          </a:solidFill>
        </a:fill>
      </a:tcStyle>
    </a:band1H>
    <a:band2H>
      <a:tcTxStyle/>
      <a:tcStyle>
        <a:tcBdr/>
      </a:tcStyle>
    </a:band2H>
    <a:band1V>
      <a:tcTxStyle/>
      <a:tcStyle>
        <a:tcBdr/>
        <a:fill>
          <a:solidFill>
            <a:srgbClr val="DEDCD8"/>
          </a:solidFill>
        </a:fill>
      </a:tcStyle>
    </a:band1V>
    <a:band2V>
      <a:tcTxStyle/>
      <a:tcStyle>
        <a:tcBdr/>
      </a:tcStyle>
    </a:band2V>
    <a:lastCol>
      <a:tcTxStyle b="on" i="off">
        <a:font>
          <a:latin typeface="Segoe UI"/>
          <a:ea typeface="Segoe UI"/>
          <a:cs typeface="Segoe UI"/>
        </a:font>
        <a:schemeClr val="lt1"/>
      </a:tcTxStyle>
      <a:tcStyle>
        <a:tcBdr/>
        <a:fill>
          <a:solidFill>
            <a:schemeClr val="accent1"/>
          </a:solidFill>
        </a:fill>
      </a:tcStyle>
    </a:lastCol>
    <a:firstCol>
      <a:tcTxStyle b="on" i="off">
        <a:font>
          <a:latin typeface="Segoe UI"/>
          <a:ea typeface="Segoe UI"/>
          <a:cs typeface="Segoe UI"/>
        </a:font>
        <a:schemeClr val="lt1"/>
      </a:tcTxStyle>
      <a:tcStyle>
        <a:tcBdr/>
        <a:fill>
          <a:solidFill>
            <a:schemeClr val="accent1"/>
          </a:solidFill>
        </a:fill>
      </a:tcStyle>
    </a:firstCol>
    <a:lastRow>
      <a:tcTxStyle b="on" i="off">
        <a:font>
          <a:latin typeface="Segoe UI"/>
          <a:ea typeface="Segoe UI"/>
          <a:cs typeface="Segoe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egoe UI"/>
          <a:ea typeface="Segoe UI"/>
          <a:cs typeface="Segoe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9EC23CB0-B3A5-4C79-A7E5-B9AB0166D200}" styleName="Table_1">
    <a:wholeTbl>
      <a:tcTxStyle b="off" i="off">
        <a:font>
          <a:latin typeface="Segoe UI"/>
          <a:ea typeface="Segoe UI"/>
          <a:cs typeface="Segoe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8EA"/>
          </a:solidFill>
        </a:fill>
      </a:tcStyle>
    </a:wholeTbl>
    <a:band1H>
      <a:tcTxStyle/>
      <a:tcStyle>
        <a:tcBdr/>
        <a:fill>
          <a:solidFill>
            <a:srgbClr val="CBCED2"/>
          </a:solidFill>
        </a:fill>
      </a:tcStyle>
    </a:band1H>
    <a:band2H>
      <a:tcTxStyle/>
      <a:tcStyle>
        <a:tcBdr/>
      </a:tcStyle>
    </a:band2H>
    <a:band1V>
      <a:tcTxStyle/>
      <a:tcStyle>
        <a:tcBdr/>
        <a:fill>
          <a:solidFill>
            <a:srgbClr val="CBCED2"/>
          </a:solidFill>
        </a:fill>
      </a:tcStyle>
    </a:band1V>
    <a:band2V>
      <a:tcTxStyle/>
      <a:tcStyle>
        <a:tcBdr/>
      </a:tcStyle>
    </a:band2V>
    <a:lastCol>
      <a:tcTxStyle b="on" i="off">
        <a:font>
          <a:latin typeface="Segoe UI"/>
          <a:ea typeface="Segoe UI"/>
          <a:cs typeface="Segoe UI"/>
        </a:font>
        <a:schemeClr val="lt1"/>
      </a:tcTxStyle>
      <a:tcStyle>
        <a:tcBdr/>
        <a:fill>
          <a:solidFill>
            <a:schemeClr val="dk1"/>
          </a:solidFill>
        </a:fill>
      </a:tcStyle>
    </a:lastCol>
    <a:firstCol>
      <a:tcTxStyle b="on" i="off">
        <a:font>
          <a:latin typeface="Segoe UI"/>
          <a:ea typeface="Segoe UI"/>
          <a:cs typeface="Segoe UI"/>
        </a:font>
        <a:schemeClr val="lt1"/>
      </a:tcTxStyle>
      <a:tcStyle>
        <a:tcBdr/>
        <a:fill>
          <a:solidFill>
            <a:schemeClr val="dk1"/>
          </a:solidFill>
        </a:fill>
      </a:tcStyle>
    </a:firstCol>
    <a:lastRow>
      <a:tcTxStyle b="on" i="off">
        <a:font>
          <a:latin typeface="Segoe UI"/>
          <a:ea typeface="Segoe UI"/>
          <a:cs typeface="Segoe U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Segoe UI"/>
          <a:ea typeface="Segoe UI"/>
          <a:cs typeface="Segoe U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34" y="90"/>
      </p:cViewPr>
      <p:guideLst>
        <p:guide orient="horz" pos="7440"/>
        <p:guide pos="768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991774266349952E-4"/>
          <c:y val="0.18265546207998398"/>
          <c:w val="0.67142644748006319"/>
          <c:h val="0.81734453792001582"/>
        </c:manualLayout>
      </c:layout>
      <c:doughnutChart>
        <c:varyColors val="1"/>
        <c:ser>
          <c:idx val="0"/>
          <c:order val="0"/>
          <c:tx>
            <c:strRef>
              <c:f>Sheet1!$B$1</c:f>
              <c:strCache>
                <c:ptCount val="1"/>
                <c:pt idx="0">
                  <c:v>Column1</c:v>
                </c:pt>
              </c:strCache>
            </c:strRef>
          </c:tx>
          <c:spPr>
            <a:ln>
              <a:solidFill>
                <a:schemeClr val="bg1"/>
              </a:solidFill>
            </a:ln>
          </c:spPr>
          <c:dPt>
            <c:idx val="0"/>
            <c:bubble3D val="0"/>
            <c:spPr>
              <a:solidFill>
                <a:srgbClr val="00338D"/>
              </a:solidFill>
              <a:ln>
                <a:solidFill>
                  <a:schemeClr val="bg1"/>
                </a:solidFill>
              </a:ln>
              <a:effectLst/>
            </c:spPr>
            <c:extLst>
              <c:ext xmlns:c16="http://schemas.microsoft.com/office/drawing/2014/chart" uri="{C3380CC4-5D6E-409C-BE32-E72D297353CC}">
                <c16:uniqueId val="{00000001-01FE-409C-BBD3-B5441BA30450}"/>
              </c:ext>
            </c:extLst>
          </c:dPt>
          <c:dPt>
            <c:idx val="1"/>
            <c:bubble3D val="0"/>
            <c:spPr>
              <a:solidFill>
                <a:schemeClr val="accent4"/>
              </a:solidFill>
              <a:ln>
                <a:solidFill>
                  <a:schemeClr val="bg1"/>
                </a:solidFill>
              </a:ln>
              <a:effectLst/>
            </c:spPr>
            <c:extLst>
              <c:ext xmlns:c16="http://schemas.microsoft.com/office/drawing/2014/chart" uri="{C3380CC4-5D6E-409C-BE32-E72D297353CC}">
                <c16:uniqueId val="{00000003-01FE-409C-BBD3-B5441BA30450}"/>
              </c:ext>
            </c:extLst>
          </c:dPt>
          <c:dPt>
            <c:idx val="2"/>
            <c:bubble3D val="0"/>
            <c:spPr>
              <a:solidFill>
                <a:schemeClr val="accent1"/>
              </a:solidFill>
              <a:ln>
                <a:solidFill>
                  <a:schemeClr val="bg1"/>
                </a:solidFill>
              </a:ln>
              <a:effectLst/>
            </c:spPr>
            <c:extLst>
              <c:ext xmlns:c16="http://schemas.microsoft.com/office/drawing/2014/chart" uri="{C3380CC4-5D6E-409C-BE32-E72D297353CC}">
                <c16:uniqueId val="{00000005-01FE-409C-BBD3-B5441BA30450}"/>
              </c:ext>
            </c:extLst>
          </c:dPt>
          <c:dPt>
            <c:idx val="3"/>
            <c:bubble3D val="0"/>
            <c:spPr>
              <a:solidFill>
                <a:srgbClr val="76D2FF"/>
              </a:solidFill>
              <a:ln>
                <a:solidFill>
                  <a:schemeClr val="bg1"/>
                </a:solidFill>
              </a:ln>
              <a:effectLst/>
            </c:spPr>
            <c:extLst>
              <c:ext xmlns:c16="http://schemas.microsoft.com/office/drawing/2014/chart" uri="{C3380CC4-5D6E-409C-BE32-E72D297353CC}">
                <c16:uniqueId val="{00000007-01FE-409C-BBD3-B5441BA30450}"/>
              </c:ext>
            </c:extLst>
          </c:dPt>
          <c:dPt>
            <c:idx val="4"/>
            <c:bubble3D val="0"/>
            <c:spPr>
              <a:solidFill>
                <a:srgbClr val="510DBC"/>
              </a:solidFill>
              <a:ln>
                <a:solidFill>
                  <a:schemeClr val="bg1"/>
                </a:solidFill>
              </a:ln>
              <a:effectLst/>
            </c:spPr>
            <c:extLst>
              <c:ext xmlns:c16="http://schemas.microsoft.com/office/drawing/2014/chart" uri="{C3380CC4-5D6E-409C-BE32-E72D297353CC}">
                <c16:uniqueId val="{00000009-01FE-409C-BBD3-B5441BA30450}"/>
              </c:ext>
            </c:extLst>
          </c:dPt>
          <c:dPt>
            <c:idx val="5"/>
            <c:bubble3D val="0"/>
            <c:spPr>
              <a:solidFill>
                <a:srgbClr val="B497FF"/>
              </a:solidFill>
              <a:ln>
                <a:solidFill>
                  <a:schemeClr val="bg1"/>
                </a:solidFill>
              </a:ln>
              <a:effectLst/>
            </c:spPr>
            <c:extLst>
              <c:ext xmlns:c16="http://schemas.microsoft.com/office/drawing/2014/chart" uri="{C3380CC4-5D6E-409C-BE32-E72D297353CC}">
                <c16:uniqueId val="{0000000B-01FE-409C-BBD3-B5441BA30450}"/>
              </c:ext>
            </c:extLst>
          </c:dPt>
          <c:dPt>
            <c:idx val="6"/>
            <c:bubble3D val="0"/>
            <c:spPr>
              <a:solidFill>
                <a:srgbClr val="098E7E"/>
              </a:solidFill>
              <a:ln>
                <a:solidFill>
                  <a:schemeClr val="bg1"/>
                </a:solidFill>
              </a:ln>
              <a:effectLst/>
            </c:spPr>
            <c:extLst>
              <c:ext xmlns:c16="http://schemas.microsoft.com/office/drawing/2014/chart" uri="{C3380CC4-5D6E-409C-BE32-E72D297353CC}">
                <c16:uniqueId val="{0000000D-01FE-409C-BBD3-B5441BA30450}"/>
              </c:ext>
            </c:extLst>
          </c:dPt>
          <c:dPt>
            <c:idx val="7"/>
            <c:bubble3D val="0"/>
            <c:spPr>
              <a:solidFill>
                <a:srgbClr val="00C0AE"/>
              </a:solidFill>
              <a:ln>
                <a:solidFill>
                  <a:schemeClr val="bg1"/>
                </a:solidFill>
              </a:ln>
              <a:effectLst/>
            </c:spPr>
            <c:extLst>
              <c:ext xmlns:c16="http://schemas.microsoft.com/office/drawing/2014/chart" uri="{C3380CC4-5D6E-409C-BE32-E72D297353CC}">
                <c16:uniqueId val="{0000000F-01FE-409C-BBD3-B5441BA30450}"/>
              </c:ext>
            </c:extLst>
          </c:dPt>
          <c:dPt>
            <c:idx val="8"/>
            <c:bubble3D val="0"/>
            <c:spPr>
              <a:solidFill>
                <a:srgbClr val="AB0D82"/>
              </a:solidFill>
              <a:ln>
                <a:solidFill>
                  <a:schemeClr val="bg1"/>
                </a:solidFill>
              </a:ln>
              <a:effectLst/>
            </c:spPr>
            <c:extLst>
              <c:ext xmlns:c16="http://schemas.microsoft.com/office/drawing/2014/chart" uri="{C3380CC4-5D6E-409C-BE32-E72D297353CC}">
                <c16:uniqueId val="{00000011-01FE-409C-BBD3-B5441BA30450}"/>
              </c:ext>
            </c:extLst>
          </c:dPt>
          <c:dPt>
            <c:idx val="9"/>
            <c:bubble3D val="0"/>
            <c:spPr>
              <a:solidFill>
                <a:srgbClr val="FD349C"/>
              </a:solidFill>
              <a:ln>
                <a:solidFill>
                  <a:schemeClr val="bg1"/>
                </a:solidFill>
              </a:ln>
              <a:effectLst/>
            </c:spPr>
            <c:extLst>
              <c:ext xmlns:c16="http://schemas.microsoft.com/office/drawing/2014/chart" uri="{C3380CC4-5D6E-409C-BE32-E72D297353CC}">
                <c16:uniqueId val="{00000013-01FE-409C-BBD3-B5441BA30450}"/>
              </c:ext>
            </c:extLst>
          </c:dPt>
          <c:dLbls>
            <c:delete val="1"/>
          </c:dLbls>
          <c:cat>
            <c:strRef>
              <c:f>Sheet1!$A$2:$A$11</c:f>
              <c:strCache>
                <c:ptCount val="10"/>
                <c:pt idx="0">
                  <c:v>Label 1</c:v>
                </c:pt>
                <c:pt idx="1">
                  <c:v>Label 2</c:v>
                </c:pt>
                <c:pt idx="2">
                  <c:v>Label 3</c:v>
                </c:pt>
                <c:pt idx="3">
                  <c:v>Label 4</c:v>
                </c:pt>
                <c:pt idx="4">
                  <c:v>Label 5</c:v>
                </c:pt>
                <c:pt idx="5">
                  <c:v>Label 6</c:v>
                </c:pt>
                <c:pt idx="6">
                  <c:v>Label 7</c:v>
                </c:pt>
                <c:pt idx="7">
                  <c:v>Label 8</c:v>
                </c:pt>
                <c:pt idx="8">
                  <c:v>Label 9</c:v>
                </c:pt>
                <c:pt idx="9">
                  <c:v>Label 10</c:v>
                </c:pt>
              </c:strCache>
            </c:strRef>
          </c:cat>
          <c:val>
            <c:numRef>
              <c:f>Sheet1!$B$2:$B$11</c:f>
              <c:numCache>
                <c:formatCode>General</c:formatCode>
                <c:ptCount val="10"/>
                <c:pt idx="0">
                  <c:v>1</c:v>
                </c:pt>
                <c:pt idx="1">
                  <c:v>1</c:v>
                </c:pt>
                <c:pt idx="2">
                  <c:v>1</c:v>
                </c:pt>
                <c:pt idx="3">
                  <c:v>1</c:v>
                </c:pt>
                <c:pt idx="4">
                  <c:v>1</c:v>
                </c:pt>
                <c:pt idx="5">
                  <c:v>1</c:v>
                </c:pt>
                <c:pt idx="6">
                  <c:v>1</c:v>
                </c:pt>
                <c:pt idx="7">
                  <c:v>1</c:v>
                </c:pt>
                <c:pt idx="8">
                  <c:v>1</c:v>
                </c:pt>
                <c:pt idx="9">
                  <c:v>1</c:v>
                </c:pt>
              </c:numCache>
            </c:numRef>
          </c:val>
          <c:extLst>
            <c:ext xmlns:c16="http://schemas.microsoft.com/office/drawing/2014/chart" uri="{C3380CC4-5D6E-409C-BE32-E72D297353CC}">
              <c16:uniqueId val="{00000014-01FE-409C-BBD3-B5441BA30450}"/>
            </c:ext>
          </c:extLst>
        </c:ser>
        <c:dLbls>
          <c:showLegendKey val="0"/>
          <c:showVal val="1"/>
          <c:showCatName val="0"/>
          <c:showSerName val="0"/>
          <c:showPercent val="0"/>
          <c:showBubbleSize val="0"/>
          <c:showLeaderLines val="1"/>
        </c:dLbls>
        <c:firstSliceAng val="0"/>
        <c:holeSize val="4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000" b="0" baseline="0">
          <a:latin typeface="+mn-lt"/>
          <a:cs typeface="Arial"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E2E5-4719-BBEF-F2E24CC75927}"/>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E2E5-4719-BBEF-F2E24CC75927}"/>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E2E5-4719-BBEF-F2E24CC75927}"/>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E2E5-4719-BBEF-F2E24CC75927}"/>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E2E5-4719-BBEF-F2E24CC75927}"/>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186877506341955"/>
                      <c:h val="0.15323830310984562"/>
                    </c:manualLayout>
                  </c15:layout>
                </c:ext>
                <c:ext xmlns:c16="http://schemas.microsoft.com/office/drawing/2014/chart" uri="{C3380CC4-5D6E-409C-BE32-E72D297353CC}">
                  <c16:uniqueId val="{00000005-E2E5-4719-BBEF-F2E24CC75927}"/>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E2E5-4719-BBEF-F2E24CC75927}"/>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E2E5-4719-BBEF-F2E24CC75927}"/>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7668803698586715"/>
                      <c:h val="0.12337348243995949"/>
                    </c:manualLayout>
                  </c15:layout>
                </c:ext>
                <c:ext xmlns:c16="http://schemas.microsoft.com/office/drawing/2014/chart" uri="{C3380CC4-5D6E-409C-BE32-E72D297353CC}">
                  <c16:uniqueId val="{00000008-E2E5-4719-BBEF-F2E24CC75927}"/>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33910933.49</c:v>
                </c:pt>
                <c:pt idx="2">
                  <c:v>19089205.89</c:v>
                </c:pt>
                <c:pt idx="3">
                  <c:v>34474898.45</c:v>
                </c:pt>
                <c:pt idx="4">
                  <c:v>73692912.65</c:v>
                </c:pt>
                <c:pt idx="5">
                  <c:v>38481934.10000001</c:v>
                </c:pt>
              </c:numCache>
            </c:numRef>
          </c:val>
          <c:extLst>
            <c:ext xmlns:c16="http://schemas.microsoft.com/office/drawing/2014/chart" uri="{C3380CC4-5D6E-409C-BE32-E72D297353CC}">
              <c16:uniqueId val="{00000009-E2E5-4719-BBEF-F2E24CC75927}"/>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F-E2E5-4719-BBEF-F2E24CC75927}"/>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E-E2E5-4719-BBEF-F2E24CC75927}"/>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D-E2E5-4719-BBEF-F2E24CC75927}"/>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C-E2E5-4719-BBEF-F2E24CC75927}"/>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10-E2E5-4719-BBEF-F2E24CC75927}"/>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B-E2E5-4719-BBEF-F2E24CC75927}"/>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10370583.68</c:v>
                </c:pt>
                <c:pt idx="2">
                  <c:v>29501207.800000004</c:v>
                </c:pt>
                <c:pt idx="3">
                  <c:v>44888053.81</c:v>
                </c:pt>
                <c:pt idx="4">
                  <c:v>91097976.65000002</c:v>
                </c:pt>
                <c:pt idx="5">
                  <c:v>63384343.059999995</c:v>
                </c:pt>
              </c:numCache>
            </c:numRef>
          </c:val>
          <c:extLst>
            <c:ext xmlns:c16="http://schemas.microsoft.com/office/drawing/2014/chart" uri="{C3380CC4-5D6E-409C-BE32-E72D297353CC}">
              <c16:uniqueId val="{0000000A-E2E5-4719-BBEF-F2E24CC75927}"/>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18E9-4EEC-9030-C778D16986C2}"/>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18E9-4EEC-9030-C778D16986C2}"/>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18E9-4EEC-9030-C778D16986C2}"/>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18E9-4EEC-9030-C778D16986C2}"/>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18E9-4EEC-9030-C778D16986C2}"/>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58454991397206757"/>
                      <c:h val="0.15323832912726634"/>
                    </c:manualLayout>
                  </c15:layout>
                </c:ext>
                <c:ext xmlns:c16="http://schemas.microsoft.com/office/drawing/2014/chart" uri="{C3380CC4-5D6E-409C-BE32-E72D297353CC}">
                  <c16:uniqueId val="{00000005-18E9-4EEC-9030-C778D16986C2}"/>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18E9-4EEC-9030-C778D16986C2}"/>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63350348692210234"/>
                      <c:h val="0.12337349001510693"/>
                    </c:manualLayout>
                  </c15:layout>
                </c:ext>
                <c:ext xmlns:c16="http://schemas.microsoft.com/office/drawing/2014/chart" uri="{C3380CC4-5D6E-409C-BE32-E72D297353CC}">
                  <c16:uniqueId val="{00000007-18E9-4EEC-9030-C778D16986C2}"/>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7668803698586715"/>
                      <c:h val="0.12337348243995949"/>
                    </c:manualLayout>
                  </c15:layout>
                </c:ext>
                <c:ext xmlns:c16="http://schemas.microsoft.com/office/drawing/2014/chart" uri="{C3380CC4-5D6E-409C-BE32-E72D297353CC}">
                  <c16:uniqueId val="{00000008-18E9-4EEC-9030-C778D16986C2}"/>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8234884.26</c:v>
                </c:pt>
                <c:pt idx="2">
                  <c:v>17371217.88</c:v>
                </c:pt>
                <c:pt idx="3">
                  <c:v>30024191.68</c:v>
                </c:pt>
                <c:pt idx="4">
                  <c:v>74654772.45000002</c:v>
                </c:pt>
                <c:pt idx="5">
                  <c:v>474087329.8899999</c:v>
                </c:pt>
              </c:numCache>
            </c:numRef>
          </c:val>
          <c:extLst>
            <c:ext xmlns:c16="http://schemas.microsoft.com/office/drawing/2014/chart" uri="{C3380CC4-5D6E-409C-BE32-E72D297353CC}">
              <c16:uniqueId val="{00000009-18E9-4EEC-9030-C778D16986C2}"/>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18E9-4EEC-9030-C778D16986C2}"/>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18E9-4EEC-9030-C778D16986C2}"/>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18E9-4EEC-9030-C778D16986C2}"/>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18E9-4EEC-9030-C778D16986C2}"/>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18E9-4EEC-9030-C778D16986C2}"/>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18E9-4EEC-9030-C778D16986C2}"/>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3113156.1100000003</c:v>
                </c:pt>
                <c:pt idx="2">
                  <c:v>26865316.43</c:v>
                </c:pt>
                <c:pt idx="3">
                  <c:v>39418777.06</c:v>
                </c:pt>
                <c:pt idx="4">
                  <c:v>73087705.87</c:v>
                </c:pt>
                <c:pt idx="5">
                  <c:v>495549226.08</c:v>
                </c:pt>
              </c:numCache>
            </c:numRef>
          </c:val>
          <c:extLst>
            <c:ext xmlns:c16="http://schemas.microsoft.com/office/drawing/2014/chart" uri="{C3380CC4-5D6E-409C-BE32-E72D297353CC}">
              <c16:uniqueId val="{00000010-18E9-4EEC-9030-C778D16986C2}"/>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4DEC-4540-8389-A91C72C5E6BD}"/>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4DEC-4540-8389-A91C72C5E6BD}"/>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4DEC-4540-8389-A91C72C5E6BD}"/>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4DEC-4540-8389-A91C72C5E6BD}"/>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4DEC-4540-8389-A91C72C5E6BD}"/>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342290593102841"/>
                      <c:h val="0.15323830310984562"/>
                    </c:manualLayout>
                  </c15:layout>
                </c:ext>
                <c:ext xmlns:c16="http://schemas.microsoft.com/office/drawing/2014/chart" uri="{C3380CC4-5D6E-409C-BE32-E72D297353CC}">
                  <c16:uniqueId val="{00000005-4DEC-4540-8389-A91C72C5E6BD}"/>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4DEC-4540-8389-A91C72C5E6BD}"/>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4DEC-4540-8389-A91C72C5E6BD}"/>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6967609220523832"/>
                      <c:h val="0.12337348243995949"/>
                    </c:manualLayout>
                  </c15:layout>
                </c:ext>
                <c:ext xmlns:c16="http://schemas.microsoft.com/office/drawing/2014/chart" uri="{C3380CC4-5D6E-409C-BE32-E72D297353CC}">
                  <c16:uniqueId val="{00000008-4DEC-4540-8389-A91C72C5E6BD}"/>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9434464.65</c:v>
                </c:pt>
                <c:pt idx="2">
                  <c:v>26698792.11999981</c:v>
                </c:pt>
                <c:pt idx="3">
                  <c:v>44335914.15</c:v>
                </c:pt>
                <c:pt idx="4">
                  <c:v>78108897.81</c:v>
                </c:pt>
                <c:pt idx="5">
                  <c:v>100179709.84</c:v>
                </c:pt>
              </c:numCache>
            </c:numRef>
          </c:val>
          <c:extLst>
            <c:ext xmlns:c16="http://schemas.microsoft.com/office/drawing/2014/chart" uri="{C3380CC4-5D6E-409C-BE32-E72D297353CC}">
              <c16:uniqueId val="{00000009-4DEC-4540-8389-A91C72C5E6BD}"/>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4DEC-4540-8389-A91C72C5E6BD}"/>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4DEC-4540-8389-A91C72C5E6BD}"/>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4DEC-4540-8389-A91C72C5E6BD}"/>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4DEC-4540-8389-A91C72C5E6BD}"/>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4DEC-4540-8389-A91C72C5E6BD}"/>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4DEC-4540-8389-A91C72C5E6BD}"/>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8524595.42</c:v>
                </c:pt>
                <c:pt idx="2">
                  <c:v>34427181.46</c:v>
                </c:pt>
                <c:pt idx="3">
                  <c:v>50463196.19</c:v>
                </c:pt>
                <c:pt idx="4">
                  <c:v>96839259.07000001</c:v>
                </c:pt>
                <c:pt idx="5">
                  <c:v>229687321.85</c:v>
                </c:pt>
              </c:numCache>
            </c:numRef>
          </c:val>
          <c:extLst>
            <c:ext xmlns:c16="http://schemas.microsoft.com/office/drawing/2014/chart" uri="{C3380CC4-5D6E-409C-BE32-E72D297353CC}">
              <c16:uniqueId val="{00000010-4DEC-4540-8389-A91C72C5E6BD}"/>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AB9D-4FD6-A3CA-37D1686624E4}"/>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AB9D-4FD6-A3CA-37D1686624E4}"/>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AB9D-4FD6-A3CA-37D1686624E4}"/>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AB9D-4FD6-A3CA-37D1686624E4}"/>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AB9D-4FD6-A3CA-37D1686624E4}"/>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7308233100050523"/>
                      <c:h val="0.15323830310984562"/>
                    </c:manualLayout>
                  </c15:layout>
                </c:ext>
                <c:ext xmlns:c16="http://schemas.microsoft.com/office/drawing/2014/chart" uri="{C3380CC4-5D6E-409C-BE32-E72D297353CC}">
                  <c16:uniqueId val="{00000005-AB9D-4FD6-A3CA-37D1686624E4}"/>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AB9D-4FD6-A3CA-37D1686624E4}"/>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AB9D-4FD6-A3CA-37D1686624E4}"/>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2305216617697272"/>
                      <c:h val="0.12337348243995949"/>
                    </c:manualLayout>
                  </c15:layout>
                </c:ext>
                <c:ext xmlns:c16="http://schemas.microsoft.com/office/drawing/2014/chart" uri="{C3380CC4-5D6E-409C-BE32-E72D297353CC}">
                  <c16:uniqueId val="{00000008-AB9D-4FD6-A3CA-37D1686624E4}"/>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193343076.23</c:v>
                </c:pt>
                <c:pt idx="2">
                  <c:v>209094919.82</c:v>
                </c:pt>
                <c:pt idx="3">
                  <c:v>638994901.72</c:v>
                </c:pt>
                <c:pt idx="4">
                  <c:v>893640140.0200001</c:v>
                </c:pt>
                <c:pt idx="5">
                  <c:v>1052146902.93</c:v>
                </c:pt>
              </c:numCache>
            </c:numRef>
          </c:val>
          <c:extLst>
            <c:ext xmlns:c16="http://schemas.microsoft.com/office/drawing/2014/chart" uri="{C3380CC4-5D6E-409C-BE32-E72D297353CC}">
              <c16:uniqueId val="{00000009-AB9D-4FD6-A3CA-37D1686624E4}"/>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AB9D-4FD6-A3CA-37D1686624E4}"/>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AB9D-4FD6-A3CA-37D1686624E4}"/>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AB9D-4FD6-A3CA-37D1686624E4}"/>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AB9D-4FD6-A3CA-37D1686624E4}"/>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AB9D-4FD6-A3CA-37D1686624E4}"/>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AB9D-4FD6-A3CA-37D1686624E4}"/>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83216589.45</c:v>
                </c:pt>
                <c:pt idx="2">
                  <c:v>308355656.8</c:v>
                </c:pt>
                <c:pt idx="3">
                  <c:v>426733084.53999996</c:v>
                </c:pt>
                <c:pt idx="4">
                  <c:v>895660932.61</c:v>
                </c:pt>
                <c:pt idx="5">
                  <c:v>1038815836.0899998</c:v>
                </c:pt>
              </c:numCache>
            </c:numRef>
          </c:val>
          <c:extLst>
            <c:ext xmlns:c16="http://schemas.microsoft.com/office/drawing/2014/chart" uri="{C3380CC4-5D6E-409C-BE32-E72D297353CC}">
              <c16:uniqueId val="{00000010-AB9D-4FD6-A3CA-37D1686624E4}"/>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 محصل 2026 </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C4C3-42A4-B555-5030D936D8C8}"/>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C4C3-42A4-B555-5030D936D8C8}"/>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C4C3-42A4-B555-5030D936D8C8}"/>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C4C3-42A4-B555-5030D936D8C8}"/>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C4C3-42A4-B555-5030D936D8C8}"/>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2645840497223975"/>
                      <c:h val="0.15323830310984562"/>
                    </c:manualLayout>
                  </c15:layout>
                </c:ext>
                <c:ext xmlns:c16="http://schemas.microsoft.com/office/drawing/2014/chart" uri="{C3380CC4-5D6E-409C-BE32-E72D297353CC}">
                  <c16:uniqueId val="{00000005-C4C3-42A4-B555-5030D936D8C8}"/>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C4C3-42A4-B555-5030D936D8C8}"/>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2878837754856047"/>
                      <c:h val="0.12337348243995949"/>
                    </c:manualLayout>
                  </c15:layout>
                </c:ext>
                <c:ext xmlns:c16="http://schemas.microsoft.com/office/drawing/2014/chart" uri="{C3380CC4-5D6E-409C-BE32-E72D297353CC}">
                  <c16:uniqueId val="{00000007-C4C3-42A4-B555-5030D936D8C8}"/>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2980431412044142"/>
                      <c:h val="0.12337348243995949"/>
                    </c:manualLayout>
                  </c15:layout>
                </c:ext>
                <c:ext xmlns:c16="http://schemas.microsoft.com/office/drawing/2014/chart" uri="{C3380CC4-5D6E-409C-BE32-E72D297353CC}">
                  <c16:uniqueId val="{00000008-C4C3-42A4-B555-5030D936D8C8}"/>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244923358.63</c:v>
                </c:pt>
                <c:pt idx="2">
                  <c:v>272254135.7099998</c:v>
                </c:pt>
                <c:pt idx="3">
                  <c:v>747829906.0</c:v>
                </c:pt>
                <c:pt idx="4">
                  <c:v>1120096722.93</c:v>
                </c:pt>
                <c:pt idx="5">
                  <c:v>1664895876.76</c:v>
                </c:pt>
              </c:numCache>
            </c:numRef>
          </c:val>
          <c:extLst>
            <c:ext xmlns:c16="http://schemas.microsoft.com/office/drawing/2014/chart" uri="{C3380CC4-5D6E-409C-BE32-E72D297353CC}">
              <c16:uniqueId val="{00000009-C4C3-42A4-B555-5030D936D8C8}"/>
            </c:ext>
          </c:extLst>
        </c:ser>
        <c:ser>
          <c:idx val="1"/>
          <c:order val="1"/>
          <c:tx>
            <c:strRef>
              <c:f>Sheet1!$C$1</c:f>
              <c:strCache>
                <c:ptCount val="1"/>
                <c:pt idx="0">
                  <c:v> مستهدف 2026 </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C4C3-42A4-B555-5030D936D8C8}"/>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C4C3-42A4-B555-5030D936D8C8}"/>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C4C3-42A4-B555-5030D936D8C8}"/>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C4C3-42A4-B555-5030D936D8C8}"/>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C4C3-42A4-B555-5030D936D8C8}"/>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C4C3-42A4-B555-5030D936D8C8}"/>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105224924.66</c:v>
                </c:pt>
                <c:pt idx="2">
                  <c:v>399149362.49</c:v>
                </c:pt>
                <c:pt idx="3">
                  <c:v>561503111.5999999</c:v>
                </c:pt>
                <c:pt idx="4">
                  <c:v>1156685874.2</c:v>
                </c:pt>
                <c:pt idx="5">
                  <c:v>1827436727.0799997</c:v>
                </c:pt>
              </c:numCache>
            </c:numRef>
          </c:val>
          <c:extLst>
            <c:ext xmlns:c16="http://schemas.microsoft.com/office/drawing/2014/chart" uri="{C3380CC4-5D6E-409C-BE32-E72D297353CC}">
              <c16:uniqueId val="{00000010-C4C3-42A4-B555-5030D936D8C8}"/>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04727445995387E-3"/>
          <c:y val="9.5639166664568134E-2"/>
          <c:w val="0.9181352415186177"/>
          <c:h val="0.90436062820759011"/>
        </c:manualLayout>
      </c:layout>
      <c:barChart>
        <c:barDir val="bar"/>
        <c:grouping val="clustered"/>
        <c:varyColors val="0"/>
        <c:ser>
          <c:idx val="0"/>
          <c:order val="0"/>
          <c:tx>
            <c:strRef>
              <c:f>Sheet1!$B$1</c:f>
              <c:strCache>
                <c:ptCount val="1"/>
                <c:pt idx="0">
                  <c:v> محصل 2026 </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C32D-487B-BC91-34BD5BAE547B}"/>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C32D-487B-BC91-34BD5BAE547B}"/>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C32D-487B-BC91-34BD5BAE547B}"/>
              </c:ext>
            </c:extLst>
          </c:dPt>
          <c:dLbls>
            <c:dLbl>
              <c:idx val="0"/>
              <c:layout>
                <c:manualLayout>
                  <c:x val="-0.12360543107641475"/>
                  <c:y val="8.9044907744338375E-3"/>
                </c:manualLayout>
              </c:layout>
              <c:tx>
                <c:rich>
                  <a:bodyPr/>
                  <a:lstStyle/>
                  <a:p>
                    <a:fld id="{A83CA122-3913-4793-9BF8-DB1D35589AFF}" type="VALUE">
                      <a:rPr lang="en-US" sz="2400"/>
                      <a:pPr/>
                      <a:t>[VALUE]</a:t>
                    </a:fld>
                    <a:endParaRPr lang="ar-SA"/>
                  </a:p>
                </c:rich>
              </c:tx>
              <c:dLblPos val="outEnd"/>
              <c:showLegendKey val="0"/>
              <c:showVal val="1"/>
              <c:showCatName val="0"/>
              <c:showSerName val="0"/>
              <c:showPercent val="0"/>
              <c:showBubbleSize val="0"/>
              <c:extLst>
                <c:ext xmlns:c15="http://schemas.microsoft.com/office/drawing/2012/chart" uri="{CE6537A1-D6FC-4f65-9D91-7224C49458BB}">
                  <c15:layout>
                    <c:manualLayout>
                      <c:w val="0.87639456892358525"/>
                      <c:h val="0.22162411263576454"/>
                    </c:manualLayout>
                  </c15:layout>
                  <c15:dlblFieldTable/>
                  <c15:showDataLabelsRange val="0"/>
                </c:ext>
                <c:ext xmlns:c16="http://schemas.microsoft.com/office/drawing/2014/chart" uri="{C3380CC4-5D6E-409C-BE32-E72D297353CC}">
                  <c16:uniqueId val="{00000001-C32D-487B-BC91-34BD5BAE547B}"/>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C32D-487B-BC91-34BD5BAE547B}"/>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58454991397206757"/>
                      <c:h val="0.15323832912726634"/>
                    </c:manualLayout>
                  </c15:layout>
                </c:ext>
                <c:ext xmlns:c16="http://schemas.microsoft.com/office/drawing/2014/chart" uri="{C3380CC4-5D6E-409C-BE32-E72D297353CC}">
                  <c16:uniqueId val="{00000005-C32D-487B-BC91-34BD5BAE547B}"/>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C32D-487B-BC91-34BD5BAE547B}"/>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63350348692210234"/>
                      <c:h val="0.12337349001510693"/>
                    </c:manualLayout>
                  </c15:layout>
                </c:ext>
                <c:ext xmlns:c16="http://schemas.microsoft.com/office/drawing/2014/chart" uri="{C3380CC4-5D6E-409C-BE32-E72D297353CC}">
                  <c16:uniqueId val="{00000007-C32D-487B-BC91-34BD5BAE547B}"/>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2980431412044142"/>
                      <c:h val="0.12337348243995949"/>
                    </c:manualLayout>
                  </c15:layout>
                </c:ext>
                <c:ext xmlns:c16="http://schemas.microsoft.com/office/drawing/2014/chart" uri="{C3380CC4-5D6E-409C-BE32-E72D297353CC}">
                  <c16:uniqueId val="{00000008-C32D-487B-BC91-34BD5BAE547B}"/>
                </c:ext>
              </c:extLst>
            </c:dLbl>
            <c:spPr>
              <a:noFill/>
              <a:ln>
                <a:noFill/>
              </a:ln>
              <a:effectLst/>
            </c:spPr>
            <c:txPr>
              <a:bodyPr rot="0" spcFirstLastPara="1" vertOverflow="ellipsis" vert="horz" wrap="square" anchor="ctr" anchorCtr="0"/>
              <a:lstStyle/>
              <a:p>
                <a:pPr algn="l">
                  <a:defRPr sz="12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نقل الملكية</c:v>
                </c:pt>
              </c:strCache>
            </c:strRef>
          </c:cat>
          <c:val>
            <c:numRef>
              <c:f>Sheet1!$B$2</c:f>
              <c:numCache>
                <c:formatCode>_(* #,##0_);_(* \(#,##0\);_(* "-"??_);_(@_)</c:formatCode>
                <c:ptCount val="1"/>
                <c:pt idx="0">
                  <c:v>4050000000.0299997</c:v>
                </c:pt>
              </c:numCache>
            </c:numRef>
          </c:val>
          <c:extLst>
            <c:ext xmlns:c16="http://schemas.microsoft.com/office/drawing/2014/chart" uri="{C3380CC4-5D6E-409C-BE32-E72D297353CC}">
              <c16:uniqueId val="{00000009-C32D-487B-BC91-34BD5BAE547B}"/>
            </c:ext>
          </c:extLst>
        </c:ser>
        <c:ser>
          <c:idx val="1"/>
          <c:order val="1"/>
          <c:tx>
            <c:strRef>
              <c:f>Sheet1!$C$1</c:f>
              <c:strCache>
                <c:ptCount val="1"/>
                <c:pt idx="0">
                  <c:v> مستهدف 2026 </c:v>
                </c:pt>
              </c:strCache>
            </c:strRef>
          </c:tx>
          <c:spPr>
            <a:solidFill>
              <a:schemeClr val="accent5">
                <a:lumMod val="20000"/>
                <a:lumOff val="80000"/>
              </a:schemeClr>
            </a:solidFill>
            <a:ln>
              <a:noFill/>
            </a:ln>
            <a:effectLst/>
          </c:spPr>
          <c:invertIfNegative val="0"/>
          <c:dLbls>
            <c:dLbl>
              <c:idx val="0"/>
              <c:layout>
                <c:manualLayout>
                  <c:x val="-0.1854486926937525"/>
                  <c:y val="0"/>
                </c:manualLayout>
              </c:layout>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80690908023771346"/>
                      <c:h val="0.29062434683193028"/>
                    </c:manualLayout>
                  </c15:layout>
                </c:ext>
                <c:ext xmlns:c16="http://schemas.microsoft.com/office/drawing/2014/chart" uri="{C3380CC4-5D6E-409C-BE32-E72D297353CC}">
                  <c16:uniqueId val="{0000000A-C32D-487B-BC91-34BD5BAE547B}"/>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C32D-487B-BC91-34BD5BAE547B}"/>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C32D-487B-BC91-34BD5BAE547B}"/>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C32D-487B-BC91-34BD5BAE547B}"/>
                </c:ext>
              </c:extLst>
            </c:dLbl>
            <c:dLbl>
              <c:idx val="4"/>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C32D-487B-BC91-34BD5BAE547B}"/>
                </c:ext>
              </c:extLst>
            </c:dLbl>
            <c:dLbl>
              <c:idx val="5"/>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C32D-487B-BC91-34BD5BAE547B}"/>
                </c:ext>
              </c:extLst>
            </c:dLbl>
            <c:spPr>
              <a:noFill/>
              <a:ln>
                <a:noFill/>
              </a:ln>
              <a:effectLst/>
            </c:spPr>
            <c:txPr>
              <a:bodyPr rot="0" spcFirstLastPara="1" vertOverflow="ellipsis" vert="horz" wrap="square" lIns="38100" tIns="19050" rIns="38100" bIns="19050" anchor="ctr" anchorCtr="0">
                <a:sp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نقل الملكية</c:v>
                </c:pt>
              </c:strCache>
            </c:strRef>
          </c:cat>
          <c:val>
            <c:numRef>
              <c:f>Sheet1!$C$2</c:f>
              <c:numCache>
                <c:formatCode>_(* #,##0_);_(* \(#,##0\);_(* "-"??_);_(@_)</c:formatCode>
                <c:ptCount val="1"/>
                <c:pt idx="0">
                  <c:v>4050000000.0299997</c:v>
                </c:pt>
              </c:numCache>
            </c:numRef>
          </c:val>
          <c:extLst>
            <c:ext xmlns:c16="http://schemas.microsoft.com/office/drawing/2014/chart" uri="{C3380CC4-5D6E-409C-BE32-E72D297353CC}">
              <c16:uniqueId val="{00000010-C32D-487B-BC91-34BD5BAE547B}"/>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E2E5-4719-BBEF-F2E24CC75927}"/>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E2E5-4719-BBEF-F2E24CC75927}"/>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E2E5-4719-BBEF-F2E24CC75927}"/>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E2E5-4719-BBEF-F2E24CC75927}"/>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E2E5-4719-BBEF-F2E24CC75927}"/>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186877506341955"/>
                      <c:h val="0.15323830310984562"/>
                    </c:manualLayout>
                  </c15:layout>
                </c:ext>
                <c:ext xmlns:c16="http://schemas.microsoft.com/office/drawing/2014/chart" uri="{C3380CC4-5D6E-409C-BE32-E72D297353CC}">
                  <c16:uniqueId val="{00000005-E2E5-4719-BBEF-F2E24CC75927}"/>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E2E5-4719-BBEF-F2E24CC75927}"/>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E2E5-4719-BBEF-F2E24CC75927}"/>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7668803698586715"/>
                      <c:h val="0.12337348243995949"/>
                    </c:manualLayout>
                  </c15:layout>
                </c:ext>
                <c:ext xmlns:c16="http://schemas.microsoft.com/office/drawing/2014/chart" uri="{C3380CC4-5D6E-409C-BE32-E72D297353CC}">
                  <c16:uniqueId val="{00000008-E2E5-4719-BBEF-F2E24CC75927}"/>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33698904.559999995</c:v>
                </c:pt>
                <c:pt idx="2">
                  <c:v>9836293.05</c:v>
                </c:pt>
                <c:pt idx="3">
                  <c:v>25609460.23</c:v>
                </c:pt>
                <c:pt idx="4">
                  <c:v>83284790.61</c:v>
                </c:pt>
                <c:pt idx="5">
                  <c:v>42058613.78</c:v>
                </c:pt>
              </c:numCache>
            </c:numRef>
          </c:val>
          <c:extLst>
            <c:ext xmlns:c16="http://schemas.microsoft.com/office/drawing/2014/chart" uri="{C3380CC4-5D6E-409C-BE32-E72D297353CC}">
              <c16:uniqueId val="{00000009-E2E5-4719-BBEF-F2E24CC75927}"/>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F-E2E5-4719-BBEF-F2E24CC75927}"/>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E-E2E5-4719-BBEF-F2E24CC75927}"/>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D-E2E5-4719-BBEF-F2E24CC75927}"/>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C-E2E5-4719-BBEF-F2E24CC75927}"/>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10-E2E5-4719-BBEF-F2E24CC75927}"/>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B-E2E5-4719-BBEF-F2E24CC75927}"/>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10370583.68</c:v>
                </c:pt>
                <c:pt idx="2">
                  <c:v>29501207.800000004</c:v>
                </c:pt>
                <c:pt idx="3">
                  <c:v>44888053.81</c:v>
                </c:pt>
                <c:pt idx="4">
                  <c:v>91097976.65000002</c:v>
                </c:pt>
                <c:pt idx="5">
                  <c:v>63384343.059999995</c:v>
                </c:pt>
              </c:numCache>
            </c:numRef>
          </c:val>
          <c:extLst>
            <c:ext xmlns:c16="http://schemas.microsoft.com/office/drawing/2014/chart" uri="{C3380CC4-5D6E-409C-BE32-E72D297353CC}">
              <c16:uniqueId val="{0000000A-E2E5-4719-BBEF-F2E24CC75927}"/>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18E9-4EEC-9030-C778D16986C2}"/>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18E9-4EEC-9030-C778D16986C2}"/>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18E9-4EEC-9030-C778D16986C2}"/>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18E9-4EEC-9030-C778D16986C2}"/>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18E9-4EEC-9030-C778D16986C2}"/>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58454991397206757"/>
                      <c:h val="0.15323832912726634"/>
                    </c:manualLayout>
                  </c15:layout>
                </c:ext>
                <c:ext xmlns:c16="http://schemas.microsoft.com/office/drawing/2014/chart" uri="{C3380CC4-5D6E-409C-BE32-E72D297353CC}">
                  <c16:uniqueId val="{00000005-18E9-4EEC-9030-C778D16986C2}"/>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18E9-4EEC-9030-C778D16986C2}"/>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63350348692210234"/>
                      <c:h val="0.12337349001510693"/>
                    </c:manualLayout>
                  </c15:layout>
                </c:ext>
                <c:ext xmlns:c16="http://schemas.microsoft.com/office/drawing/2014/chart" uri="{C3380CC4-5D6E-409C-BE32-E72D297353CC}">
                  <c16:uniqueId val="{00000007-18E9-4EEC-9030-C778D16986C2}"/>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7668803698586715"/>
                      <c:h val="0.12337348243995949"/>
                    </c:manualLayout>
                  </c15:layout>
                </c:ext>
                <c:ext xmlns:c16="http://schemas.microsoft.com/office/drawing/2014/chart" uri="{C3380CC4-5D6E-409C-BE32-E72D297353CC}">
                  <c16:uniqueId val="{00000008-18E9-4EEC-9030-C778D16986C2}"/>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8008175.83</c:v>
                </c:pt>
                <c:pt idx="2">
                  <c:v>8951828.549999999</c:v>
                </c:pt>
                <c:pt idx="3">
                  <c:v>23017814.34</c:v>
                </c:pt>
                <c:pt idx="4">
                  <c:v>64664625.02000001</c:v>
                </c:pt>
                <c:pt idx="5">
                  <c:v>78006164.00999999</c:v>
                </c:pt>
              </c:numCache>
            </c:numRef>
          </c:val>
          <c:extLst>
            <c:ext xmlns:c16="http://schemas.microsoft.com/office/drawing/2014/chart" uri="{C3380CC4-5D6E-409C-BE32-E72D297353CC}">
              <c16:uniqueId val="{00000009-18E9-4EEC-9030-C778D16986C2}"/>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18E9-4EEC-9030-C778D16986C2}"/>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18E9-4EEC-9030-C778D16986C2}"/>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18E9-4EEC-9030-C778D16986C2}"/>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18E9-4EEC-9030-C778D16986C2}"/>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18E9-4EEC-9030-C778D16986C2}"/>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18E9-4EEC-9030-C778D16986C2}"/>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3113156.1100000003</c:v>
                </c:pt>
                <c:pt idx="2">
                  <c:v>26865316.43</c:v>
                </c:pt>
                <c:pt idx="3">
                  <c:v>39418777.06</c:v>
                </c:pt>
                <c:pt idx="4">
                  <c:v>73087705.87</c:v>
                </c:pt>
                <c:pt idx="5">
                  <c:v>495549226.08</c:v>
                </c:pt>
              </c:numCache>
            </c:numRef>
          </c:val>
          <c:extLst>
            <c:ext xmlns:c16="http://schemas.microsoft.com/office/drawing/2014/chart" uri="{C3380CC4-5D6E-409C-BE32-E72D297353CC}">
              <c16:uniqueId val="{00000010-18E9-4EEC-9030-C778D16986C2}"/>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4DEC-4540-8389-A91C72C5E6BD}"/>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4DEC-4540-8389-A91C72C5E6BD}"/>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4DEC-4540-8389-A91C72C5E6BD}"/>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4DEC-4540-8389-A91C72C5E6BD}"/>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4DEC-4540-8389-A91C72C5E6BD}"/>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342290593102841"/>
                      <c:h val="0.15323830310984562"/>
                    </c:manualLayout>
                  </c15:layout>
                </c:ext>
                <c:ext xmlns:c16="http://schemas.microsoft.com/office/drawing/2014/chart" uri="{C3380CC4-5D6E-409C-BE32-E72D297353CC}">
                  <c16:uniqueId val="{00000005-4DEC-4540-8389-A91C72C5E6BD}"/>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4DEC-4540-8389-A91C72C5E6BD}"/>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4DEC-4540-8389-A91C72C5E6BD}"/>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6967609220523832"/>
                      <c:h val="0.12337348243995949"/>
                    </c:manualLayout>
                  </c15:layout>
                </c:ext>
                <c:ext xmlns:c16="http://schemas.microsoft.com/office/drawing/2014/chart" uri="{C3380CC4-5D6E-409C-BE32-E72D297353CC}">
                  <c16:uniqueId val="{00000008-4DEC-4540-8389-A91C72C5E6BD}"/>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8675213.58</c:v>
                </c:pt>
                <c:pt idx="2">
                  <c:v>23105866.589999996</c:v>
                </c:pt>
                <c:pt idx="3">
                  <c:v>33306929.0</c:v>
                </c:pt>
                <c:pt idx="4">
                  <c:v>78404496.24</c:v>
                </c:pt>
                <c:pt idx="5">
                  <c:v>45487295.11</c:v>
                </c:pt>
              </c:numCache>
            </c:numRef>
          </c:val>
          <c:extLst>
            <c:ext xmlns:c16="http://schemas.microsoft.com/office/drawing/2014/chart" uri="{C3380CC4-5D6E-409C-BE32-E72D297353CC}">
              <c16:uniqueId val="{00000009-4DEC-4540-8389-A91C72C5E6BD}"/>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4DEC-4540-8389-A91C72C5E6BD}"/>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4DEC-4540-8389-A91C72C5E6BD}"/>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4DEC-4540-8389-A91C72C5E6BD}"/>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4DEC-4540-8389-A91C72C5E6BD}"/>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4DEC-4540-8389-A91C72C5E6BD}"/>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4DEC-4540-8389-A91C72C5E6BD}"/>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8524595.42</c:v>
                </c:pt>
                <c:pt idx="2">
                  <c:v>34427181.46</c:v>
                </c:pt>
                <c:pt idx="3">
                  <c:v>50463196.19</c:v>
                </c:pt>
                <c:pt idx="4">
                  <c:v>96839259.07000001</c:v>
                </c:pt>
                <c:pt idx="5">
                  <c:v>229687321.85</c:v>
                </c:pt>
              </c:numCache>
            </c:numRef>
          </c:val>
          <c:extLst>
            <c:ext xmlns:c16="http://schemas.microsoft.com/office/drawing/2014/chart" uri="{C3380CC4-5D6E-409C-BE32-E72D297353CC}">
              <c16:uniqueId val="{00000010-4DEC-4540-8389-A91C72C5E6BD}"/>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محصل 2026</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AB9D-4FD6-A3CA-37D1686624E4}"/>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AB9D-4FD6-A3CA-37D1686624E4}"/>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AB9D-4FD6-A3CA-37D1686624E4}"/>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AB9D-4FD6-A3CA-37D1686624E4}"/>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AB9D-4FD6-A3CA-37D1686624E4}"/>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7308233100050523"/>
                      <c:h val="0.15323830310984562"/>
                    </c:manualLayout>
                  </c15:layout>
                </c:ext>
                <c:ext xmlns:c16="http://schemas.microsoft.com/office/drawing/2014/chart" uri="{C3380CC4-5D6E-409C-BE32-E72D297353CC}">
                  <c16:uniqueId val="{00000005-AB9D-4FD6-A3CA-37D1686624E4}"/>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AB9D-4FD6-A3CA-37D1686624E4}"/>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7541230357682607"/>
                      <c:h val="0.12337348243995949"/>
                    </c:manualLayout>
                  </c15:layout>
                </c:ext>
                <c:ext xmlns:c16="http://schemas.microsoft.com/office/drawing/2014/chart" uri="{C3380CC4-5D6E-409C-BE32-E72D297353CC}">
                  <c16:uniqueId val="{00000007-AB9D-4FD6-A3CA-37D1686624E4}"/>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92305216617697272"/>
                      <c:h val="0.12337348243995949"/>
                    </c:manualLayout>
                  </c15:layout>
                </c:ext>
                <c:ext xmlns:c16="http://schemas.microsoft.com/office/drawing/2014/chart" uri="{C3380CC4-5D6E-409C-BE32-E72D297353CC}">
                  <c16:uniqueId val="{00000008-AB9D-4FD6-A3CA-37D1686624E4}"/>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193343076.23</c:v>
                </c:pt>
                <c:pt idx="2">
                  <c:v>209094919.82</c:v>
                </c:pt>
                <c:pt idx="3">
                  <c:v>638994901.72</c:v>
                </c:pt>
                <c:pt idx="4">
                  <c:v>893640140.0200001</c:v>
                </c:pt>
                <c:pt idx="5">
                  <c:v>1052146902.93</c:v>
                </c:pt>
              </c:numCache>
            </c:numRef>
          </c:val>
          <c:extLst>
            <c:ext xmlns:c16="http://schemas.microsoft.com/office/drawing/2014/chart" uri="{C3380CC4-5D6E-409C-BE32-E72D297353CC}">
              <c16:uniqueId val="{00000009-AB9D-4FD6-A3CA-37D1686624E4}"/>
            </c:ext>
          </c:extLst>
        </c:ser>
        <c:ser>
          <c:idx val="1"/>
          <c:order val="1"/>
          <c:tx>
            <c:strRef>
              <c:f>Sheet1!$C$1</c:f>
              <c:strCache>
                <c:ptCount val="1"/>
                <c:pt idx="0">
                  <c:v>مستهدف 2026</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AB9D-4FD6-A3CA-37D1686624E4}"/>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AB9D-4FD6-A3CA-37D1686624E4}"/>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AB9D-4FD6-A3CA-37D1686624E4}"/>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AB9D-4FD6-A3CA-37D1686624E4}"/>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AB9D-4FD6-A3CA-37D1686624E4}"/>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AB9D-4FD6-A3CA-37D1686624E4}"/>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83216589.45</c:v>
                </c:pt>
                <c:pt idx="2">
                  <c:v>308355656.8</c:v>
                </c:pt>
                <c:pt idx="3">
                  <c:v>426733084.53999996</c:v>
                </c:pt>
                <c:pt idx="4">
                  <c:v>895660932.61</c:v>
                </c:pt>
                <c:pt idx="5">
                  <c:v>1038815836.0899998</c:v>
                </c:pt>
              </c:numCache>
            </c:numRef>
          </c:val>
          <c:extLst>
            <c:ext xmlns:c16="http://schemas.microsoft.com/office/drawing/2014/chart" uri="{C3380CC4-5D6E-409C-BE32-E72D297353CC}">
              <c16:uniqueId val="{00000010-AB9D-4FD6-A3CA-37D1686624E4}"/>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 محصل 2026 </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C4C3-42A4-B555-5030D936D8C8}"/>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C4C3-42A4-B555-5030D936D8C8}"/>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C4C3-42A4-B555-5030D936D8C8}"/>
              </c:ext>
            </c:extLst>
          </c:dPt>
          <c:dLbls>
            <c:dLbl>
              <c:idx val="0"/>
              <c:layout>
                <c:manualLayout>
                  <c:x val="-0.16318374109892964"/>
                  <c:y val="2.5082599477433574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87639458770866041"/>
                      <c:h val="0.10649044302190701"/>
                    </c:manualLayout>
                  </c15:layout>
                </c:ext>
                <c:ext xmlns:c16="http://schemas.microsoft.com/office/drawing/2014/chart" uri="{C3380CC4-5D6E-409C-BE32-E72D297353CC}">
                  <c16:uniqueId val="{00000001-C4C3-42A4-B555-5030D936D8C8}"/>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C4C3-42A4-B555-5030D936D8C8}"/>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92645840497223975"/>
                      <c:h val="0.15323830310984562"/>
                    </c:manualLayout>
                  </c15:layout>
                </c:ext>
                <c:ext xmlns:c16="http://schemas.microsoft.com/office/drawing/2014/chart" uri="{C3380CC4-5D6E-409C-BE32-E72D297353CC}">
                  <c16:uniqueId val="{00000005-C4C3-42A4-B555-5030D936D8C8}"/>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C4C3-42A4-B555-5030D936D8C8}"/>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92878837754856047"/>
                      <c:h val="0.12337348243995949"/>
                    </c:manualLayout>
                  </c15:layout>
                </c:ext>
                <c:ext xmlns:c16="http://schemas.microsoft.com/office/drawing/2014/chart" uri="{C3380CC4-5D6E-409C-BE32-E72D297353CC}">
                  <c16:uniqueId val="{00000007-C4C3-42A4-B555-5030D936D8C8}"/>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2980431412044142"/>
                      <c:h val="0.12337348243995949"/>
                    </c:manualLayout>
                  </c15:layout>
                </c:ext>
                <c:ext xmlns:c16="http://schemas.microsoft.com/office/drawing/2014/chart" uri="{C3380CC4-5D6E-409C-BE32-E72D297353CC}">
                  <c16:uniqueId val="{00000008-C4C3-42A4-B555-5030D936D8C8}"/>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Sheet1!$B$2:$B$7</c:f>
              <c:numCache>
                <c:formatCode>_(* #,##0_);_(* \(#,##0\);_(* "-"??_);_(@_)</c:formatCode>
                <c:ptCount val="6"/>
                <c:pt idx="1">
                  <c:v>243725370.2</c:v>
                </c:pt>
                <c:pt idx="2">
                  <c:v>250988908.01</c:v>
                </c:pt>
                <c:pt idx="3">
                  <c:v>720929105.2900001</c:v>
                </c:pt>
                <c:pt idx="4">
                  <c:v>1119994051.89</c:v>
                </c:pt>
                <c:pt idx="5">
                  <c:v>1217698975.83</c:v>
                </c:pt>
              </c:numCache>
            </c:numRef>
          </c:val>
          <c:extLst>
            <c:ext xmlns:c16="http://schemas.microsoft.com/office/drawing/2014/chart" uri="{C3380CC4-5D6E-409C-BE32-E72D297353CC}">
              <c16:uniqueId val="{00000009-C4C3-42A4-B555-5030D936D8C8}"/>
            </c:ext>
          </c:extLst>
        </c:ser>
        <c:ser>
          <c:idx val="1"/>
          <c:order val="1"/>
          <c:tx>
            <c:strRef>
              <c:f>Sheet1!$C$1</c:f>
              <c:strCache>
                <c:ptCount val="1"/>
                <c:pt idx="0">
                  <c:v> مستهدف 2026 </c:v>
                </c:pt>
              </c:strCache>
            </c:strRef>
          </c:tx>
          <c:spPr>
            <a:solidFill>
              <a:schemeClr val="accent5">
                <a:lumMod val="20000"/>
                <a:lumOff val="80000"/>
              </a:schemeClr>
            </a:solidFill>
            <a:ln>
              <a:noFill/>
            </a:ln>
            <a:effectLst/>
          </c:spPr>
          <c:invertIfNegative val="0"/>
          <c:dLbls>
            <c:dLbl>
              <c:idx val="0"/>
              <c:dLblPos val="inBase"/>
              <c:showLegendKey val="0"/>
              <c:showVal val="1"/>
              <c:showCatName val="0"/>
              <c:showSerName val="0"/>
              <c:showPercent val="0"/>
              <c:showBubbleSize val="0"/>
              <c:extLst>
                <c:ext xmlns:c15="http://schemas.microsoft.com/office/drawing/2012/chart" uri="{CE6537A1-D6FC-4f65-9D91-7224C49458BB}">
                  <c15:layout>
                    <c:manualLayout>
                      <c:w val="0.77990202856908597"/>
                      <c:h val="2.8374980453814029E-2"/>
                    </c:manualLayout>
                  </c15:layout>
                </c:ext>
                <c:ext xmlns:c16="http://schemas.microsoft.com/office/drawing/2014/chart" uri="{C3380CC4-5D6E-409C-BE32-E72D297353CC}">
                  <c16:uniqueId val="{0000000A-C4C3-42A4-B555-5030D936D8C8}"/>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C4C3-42A4-B555-5030D936D8C8}"/>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C4C3-42A4-B555-5030D936D8C8}"/>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C4C3-42A4-B555-5030D936D8C8}"/>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C4C3-42A4-B555-5030D936D8C8}"/>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C4C3-42A4-B555-5030D936D8C8}"/>
                </c:ext>
              </c:extLst>
            </c:dLbl>
            <c:spPr>
              <a:noFill/>
              <a:ln>
                <a:noFill/>
              </a:ln>
              <a:effectLst/>
            </c:spPr>
            <c:txPr>
              <a:bodyPr rot="0" spcFirstLastPara="1" vertOverflow="ellipsis" vert="horz" wrap="square" anchor="ctr" anchorCtr="1"/>
              <a:lstStyle/>
              <a:p>
                <a:pPr algn="l">
                  <a:defRPr sz="1600" b="0"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نقل الملكية</c:v>
                </c:pt>
                <c:pt idx="1">
                  <c:v>اخرى</c:v>
                </c:pt>
                <c:pt idx="2">
                  <c:v>التبغ والايواء</c:v>
                </c:pt>
                <c:pt idx="3">
                  <c:v>جزاءات وغرامات</c:v>
                </c:pt>
                <c:pt idx="4">
                  <c:v>الرسوم والتراخيص</c:v>
                </c:pt>
                <c:pt idx="5">
                  <c:v>ايرادات الاستثمارية</c:v>
                </c:pt>
              </c:strCache>
            </c:strRef>
          </c:cat>
          <c:val>
            <c:numRef>
              <c:f>Sheet1!$C$2:$C$7</c:f>
              <c:numCache>
                <c:formatCode>_(* #,##0_);_(* \(#,##0\);_(* "-"??_);_(@_)</c:formatCode>
                <c:ptCount val="6"/>
                <c:pt idx="1">
                  <c:v>105224924.66</c:v>
                </c:pt>
                <c:pt idx="2">
                  <c:v>399149362.49</c:v>
                </c:pt>
                <c:pt idx="3">
                  <c:v>561503111.5999999</c:v>
                </c:pt>
                <c:pt idx="4">
                  <c:v>1156685874.2</c:v>
                </c:pt>
                <c:pt idx="5">
                  <c:v>1827436727.0799997</c:v>
                </c:pt>
              </c:numCache>
            </c:numRef>
          </c:val>
          <c:extLst>
            <c:ext xmlns:c16="http://schemas.microsoft.com/office/drawing/2014/chart" uri="{C3380CC4-5D6E-409C-BE32-E72D297353CC}">
              <c16:uniqueId val="{00000010-C4C3-42A4-B555-5030D936D8C8}"/>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b="0">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752047684996803E-2"/>
          <c:w val="0.9181352415186177"/>
          <c:h val="0.90436062820759011"/>
        </c:manualLayout>
      </c:layout>
      <c:barChart>
        <c:barDir val="bar"/>
        <c:grouping val="clustered"/>
        <c:varyColors val="0"/>
        <c:ser>
          <c:idx val="0"/>
          <c:order val="0"/>
          <c:tx>
            <c:strRef>
              <c:f>Sheet1!$B$1</c:f>
              <c:strCache>
                <c:ptCount val="1"/>
                <c:pt idx="0">
                  <c:v> محصل 2026 </c:v>
                </c:pt>
              </c:strCache>
            </c:strRef>
          </c:tx>
          <c:spPr>
            <a:solidFill>
              <a:schemeClr val="accent6">
                <a:lumMod val="40000"/>
                <a:lumOff val="60000"/>
              </a:schemeClr>
            </a:solidFill>
            <a:ln>
              <a:noFill/>
            </a:ln>
            <a:effectLst/>
          </c:spPr>
          <c:invertIfNegative val="0"/>
          <c:dPt>
            <c:idx val="0"/>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1-C32D-487B-BC91-34BD5BAE547B}"/>
              </c:ext>
            </c:extLst>
          </c:dPt>
          <c:dPt>
            <c:idx val="1"/>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3-C32D-487B-BC91-34BD5BAE547B}"/>
              </c:ext>
            </c:extLst>
          </c:dPt>
          <c:dPt>
            <c:idx val="2"/>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05-C32D-487B-BC91-34BD5BAE547B}"/>
              </c:ext>
            </c:extLst>
          </c:dPt>
          <c:dLbls>
            <c:dLbl>
              <c:idx val="0"/>
              <c:layout>
                <c:manualLayout>
                  <c:x val="-0.12360543107641475"/>
                  <c:y val="8.9044907744338375E-3"/>
                </c:manualLayout>
              </c:layout>
              <c:tx>
                <c:rich>
                  <a:bodyPr/>
                  <a:lstStyle/>
                  <a:p>
                    <a:fld id="{A83CA122-3913-4793-9BF8-DB1D35589AFF}" type="VALUE">
                      <a:rPr lang="en-US" sz="2400"/>
                      <a:pPr/>
                      <a:t>[VALUE]</a:t>
                    </a:fld>
                    <a:endParaRPr lang="ar-SA"/>
                  </a:p>
                </c:rich>
              </c:tx>
              <c:dLblPos val="outEnd"/>
              <c:showLegendKey val="0"/>
              <c:showVal val="1"/>
              <c:showCatName val="0"/>
              <c:showSerName val="0"/>
              <c:showPercent val="0"/>
              <c:showBubbleSize val="0"/>
              <c:extLst>
                <c:ext xmlns:c15="http://schemas.microsoft.com/office/drawing/2012/chart" uri="{CE6537A1-D6FC-4f65-9D91-7224C49458BB}">
                  <c15:layout>
                    <c:manualLayout>
                      <c:w val="0.87639456892358525"/>
                      <c:h val="0.22162411263576454"/>
                    </c:manualLayout>
                  </c15:layout>
                  <c15:dlblFieldTable/>
                  <c15:showDataLabelsRange val="0"/>
                </c:ext>
                <c:ext xmlns:c16="http://schemas.microsoft.com/office/drawing/2014/chart" uri="{C3380CC4-5D6E-409C-BE32-E72D297353CC}">
                  <c16:uniqueId val="{00000001-C32D-487B-BC91-34BD5BAE547B}"/>
                </c:ext>
              </c:extLst>
            </c:dLbl>
            <c:dLbl>
              <c:idx val="1"/>
              <c:dLblPos val="inBase"/>
              <c:showLegendKey val="0"/>
              <c:showVal val="1"/>
              <c:showCatName val="0"/>
              <c:showSerName val="0"/>
              <c:showPercent val="0"/>
              <c:showBubbleSize val="0"/>
              <c:extLst>
                <c:ext xmlns:c15="http://schemas.microsoft.com/office/drawing/2012/chart" uri="{CE6537A1-D6FC-4f65-9D91-7224C49458BB}">
                  <c15:layout>
                    <c:manualLayout>
                      <c:w val="0.81563480127316357"/>
                      <c:h val="8.4729644483295424E-2"/>
                    </c:manualLayout>
                  </c15:layout>
                </c:ext>
                <c:ext xmlns:c16="http://schemas.microsoft.com/office/drawing/2014/chart" uri="{C3380CC4-5D6E-409C-BE32-E72D297353CC}">
                  <c16:uniqueId val="{00000003-C32D-487B-BC91-34BD5BAE547B}"/>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58454991397206757"/>
                      <c:h val="0.15323832912726634"/>
                    </c:manualLayout>
                  </c15:layout>
                </c:ext>
                <c:ext xmlns:c16="http://schemas.microsoft.com/office/drawing/2014/chart" uri="{C3380CC4-5D6E-409C-BE32-E72D297353CC}">
                  <c16:uniqueId val="{00000005-C32D-487B-BC91-34BD5BAE547B}"/>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3560665336074615"/>
                      <c:h val="0.12337349001510693"/>
                    </c:manualLayout>
                  </c15:layout>
                </c:ext>
                <c:ext xmlns:c16="http://schemas.microsoft.com/office/drawing/2014/chart" uri="{C3380CC4-5D6E-409C-BE32-E72D297353CC}">
                  <c16:uniqueId val="{00000006-C32D-487B-BC91-34BD5BAE547B}"/>
                </c:ext>
              </c:extLst>
            </c:dLbl>
            <c:dLbl>
              <c:idx val="4"/>
              <c:dLblPos val="inBase"/>
              <c:showLegendKey val="0"/>
              <c:showVal val="1"/>
              <c:showCatName val="0"/>
              <c:showSerName val="0"/>
              <c:showPercent val="0"/>
              <c:showBubbleSize val="0"/>
              <c:extLst>
                <c:ext xmlns:c15="http://schemas.microsoft.com/office/drawing/2012/chart" uri="{CE6537A1-D6FC-4f65-9D91-7224C49458BB}">
                  <c15:layout>
                    <c:manualLayout>
                      <c:w val="0.63350348692210234"/>
                      <c:h val="0.12337349001510693"/>
                    </c:manualLayout>
                  </c15:layout>
                </c:ext>
                <c:ext xmlns:c16="http://schemas.microsoft.com/office/drawing/2014/chart" uri="{C3380CC4-5D6E-409C-BE32-E72D297353CC}">
                  <c16:uniqueId val="{00000007-C32D-487B-BC91-34BD5BAE547B}"/>
                </c:ext>
              </c:extLst>
            </c:dLbl>
            <c:dLbl>
              <c:idx val="5"/>
              <c:dLblPos val="inBase"/>
              <c:showLegendKey val="0"/>
              <c:showVal val="1"/>
              <c:showCatName val="0"/>
              <c:showSerName val="0"/>
              <c:showPercent val="0"/>
              <c:showBubbleSize val="0"/>
              <c:extLst>
                <c:ext xmlns:c15="http://schemas.microsoft.com/office/drawing/2012/chart" uri="{CE6537A1-D6FC-4f65-9D91-7224C49458BB}">
                  <c15:layout>
                    <c:manualLayout>
                      <c:w val="0.82980431412044142"/>
                      <c:h val="0.12337348243995949"/>
                    </c:manualLayout>
                  </c15:layout>
                </c:ext>
                <c:ext xmlns:c16="http://schemas.microsoft.com/office/drawing/2014/chart" uri="{C3380CC4-5D6E-409C-BE32-E72D297353CC}">
                  <c16:uniqueId val="{00000008-C32D-487B-BC91-34BD5BAE547B}"/>
                </c:ext>
              </c:extLst>
            </c:dLbl>
            <c:spPr>
              <a:noFill/>
              <a:ln>
                <a:noFill/>
              </a:ln>
              <a:effectLst/>
            </c:spPr>
            <c:txPr>
              <a:bodyPr rot="0" spcFirstLastPara="1" vertOverflow="ellipsis" vert="horz" wrap="square" anchor="ctr" anchorCtr="0"/>
              <a:lstStyle/>
              <a:p>
                <a:pPr algn="l">
                  <a:defRPr sz="12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نقل الملكية</c:v>
                </c:pt>
              </c:strCache>
            </c:strRef>
          </c:cat>
          <c:val>
            <c:numRef>
              <c:f>Sheet1!$B$2</c:f>
              <c:numCache>
                <c:formatCode>_(* #,##0_);_(* \(#,##0\);_(* "-"??_);_(@_)</c:formatCode>
                <c:ptCount val="1"/>
                <c:pt idx="0">
                  <c:v>3553336411.2200003</c:v>
                </c:pt>
              </c:numCache>
            </c:numRef>
          </c:val>
          <c:extLst>
            <c:ext xmlns:c16="http://schemas.microsoft.com/office/drawing/2014/chart" uri="{C3380CC4-5D6E-409C-BE32-E72D297353CC}">
              <c16:uniqueId val="{00000009-C32D-487B-BC91-34BD5BAE547B}"/>
            </c:ext>
          </c:extLst>
        </c:ser>
        <c:ser>
          <c:idx val="1"/>
          <c:order val="1"/>
          <c:tx>
            <c:strRef>
              <c:f>Sheet1!$C$1</c:f>
              <c:strCache>
                <c:ptCount val="1"/>
                <c:pt idx="0">
                  <c:v> مستهدف 2026 </c:v>
                </c:pt>
              </c:strCache>
            </c:strRef>
          </c:tx>
          <c:spPr>
            <a:solidFill>
              <a:schemeClr val="accent5">
                <a:lumMod val="20000"/>
                <a:lumOff val="80000"/>
              </a:schemeClr>
            </a:solidFill>
            <a:ln>
              <a:noFill/>
            </a:ln>
            <a:effectLst/>
          </c:spPr>
          <c:invertIfNegative val="0"/>
          <c:dLbls>
            <c:dLbl>
              <c:idx val="0"/>
              <c:layout>
                <c:manualLayout>
                  <c:x val="-0.1854486926937525"/>
                  <c:y val="0"/>
                </c:manualLayout>
              </c:layout>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80690908023771346"/>
                      <c:h val="0.29062434683193028"/>
                    </c:manualLayout>
                  </c15:layout>
                </c:ext>
                <c:ext xmlns:c16="http://schemas.microsoft.com/office/drawing/2014/chart" uri="{C3380CC4-5D6E-409C-BE32-E72D297353CC}">
                  <c16:uniqueId val="{0000000A-C32D-487B-BC91-34BD5BAE547B}"/>
                </c:ext>
              </c:extLst>
            </c:dLbl>
            <c:dLbl>
              <c:idx val="1"/>
              <c:layout>
                <c:manualLayout>
                  <c:x val="-0.18338958389675666"/>
                  <c:y val="5.0165685012427928E-3"/>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78941343185136148"/>
                      <c:h val="0.10221258321282377"/>
                    </c:manualLayout>
                  </c15:layout>
                </c:ext>
                <c:ext xmlns:c16="http://schemas.microsoft.com/office/drawing/2014/chart" uri="{C3380CC4-5D6E-409C-BE32-E72D297353CC}">
                  <c16:uniqueId val="{0000000B-C32D-487B-BC91-34BD5BAE547B}"/>
                </c:ext>
              </c:extLst>
            </c:dLbl>
            <c:dLbl>
              <c:idx val="2"/>
              <c:dLblPos val="inBase"/>
              <c:showLegendKey val="0"/>
              <c:showVal val="1"/>
              <c:showCatName val="0"/>
              <c:showSerName val="0"/>
              <c:showPercent val="0"/>
              <c:showBubbleSize val="0"/>
              <c:extLst>
                <c:ext xmlns:c15="http://schemas.microsoft.com/office/drawing/2012/chart" uri="{CE6537A1-D6FC-4f65-9D91-7224C49458BB}">
                  <c15:layout>
                    <c:manualLayout>
                      <c:w val="0.78961534649164122"/>
                      <c:h val="0.1268251717977209"/>
                    </c:manualLayout>
                  </c15:layout>
                </c:ext>
                <c:ext xmlns:c16="http://schemas.microsoft.com/office/drawing/2014/chart" uri="{C3380CC4-5D6E-409C-BE32-E72D297353CC}">
                  <c16:uniqueId val="{0000000C-C32D-487B-BC91-34BD5BAE547B}"/>
                </c:ext>
              </c:extLst>
            </c:dLbl>
            <c:dLbl>
              <c:idx val="3"/>
              <c:dLblPos val="inBase"/>
              <c:showLegendKey val="0"/>
              <c:showVal val="1"/>
              <c:showCatName val="0"/>
              <c:showSerName val="0"/>
              <c:showPercent val="0"/>
              <c:showBubbleSize val="0"/>
              <c:extLst>
                <c:ext xmlns:c15="http://schemas.microsoft.com/office/drawing/2012/chart" uri="{CE6537A1-D6FC-4f65-9D91-7224C49458BB}">
                  <c15:layout>
                    <c:manualLayout>
                      <c:w val="0.76066935315115325"/>
                      <c:h val="0.1268251717977209"/>
                    </c:manualLayout>
                  </c15:layout>
                </c:ext>
                <c:ext xmlns:c16="http://schemas.microsoft.com/office/drawing/2014/chart" uri="{C3380CC4-5D6E-409C-BE32-E72D297353CC}">
                  <c16:uniqueId val="{0000000D-C32D-487B-BC91-34BD5BAE547B}"/>
                </c:ext>
              </c:extLst>
            </c:dLbl>
            <c:dLbl>
              <c:idx val="4"/>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84622425741302065"/>
                      <c:h val="8.9200862396699568E-2"/>
                    </c:manualLayout>
                  </c15:layout>
                </c:ext>
                <c:ext xmlns:c16="http://schemas.microsoft.com/office/drawing/2014/chart" uri="{C3380CC4-5D6E-409C-BE32-E72D297353CC}">
                  <c16:uniqueId val="{0000000E-C32D-487B-BC91-34BD5BAE547B}"/>
                </c:ext>
              </c:extLst>
            </c:dLbl>
            <c:dLbl>
              <c:idx val="5"/>
              <c:spPr>
                <a:noFill/>
                <a:ln>
                  <a:noFill/>
                </a:ln>
                <a:effectLst/>
              </c:spPr>
              <c:txPr>
                <a:bodyPr rot="0" spcFirstLastPara="1" vertOverflow="ellipsis" vert="horz" wrap="square" lIns="38100" tIns="19050" rIns="38100" bIns="19050" anchor="ctr" anchorCtr="0">
                  <a:no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88091013330037438"/>
                      <c:h val="9.0455050163709985E-2"/>
                    </c:manualLayout>
                  </c15:layout>
                </c:ext>
                <c:ext xmlns:c16="http://schemas.microsoft.com/office/drawing/2014/chart" uri="{C3380CC4-5D6E-409C-BE32-E72D297353CC}">
                  <c16:uniqueId val="{0000000F-C32D-487B-BC91-34BD5BAE547B}"/>
                </c:ext>
              </c:extLst>
            </c:dLbl>
            <c:spPr>
              <a:noFill/>
              <a:ln>
                <a:noFill/>
              </a:ln>
              <a:effectLst/>
            </c:spPr>
            <c:txPr>
              <a:bodyPr rot="0" spcFirstLastPara="1" vertOverflow="ellipsis" vert="horz" wrap="square" lIns="38100" tIns="19050" rIns="38100" bIns="19050" anchor="ctr" anchorCtr="0">
                <a:spAutoFit/>
              </a:bodyPr>
              <a:lstStyle/>
              <a:p>
                <a:pPr algn="l">
                  <a:defRPr sz="2400" b="1" i="0" u="none" strike="noStrike" kern="1200" baseline="0">
                    <a:solidFill>
                      <a:schemeClr val="tx1">
                        <a:lumMod val="75000"/>
                        <a:lumOff val="25000"/>
                      </a:schemeClr>
                    </a:solidFill>
                    <a:latin typeface="Bahij TheSansArabic Bold" panose="02040503050201020203" pitchFamily="18" charset="-78"/>
                    <a:ea typeface="+mn-ea"/>
                    <a:cs typeface="Bahij TheSansArabic Bold" panose="02040503050201020203" pitchFamily="18" charset="-78"/>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نقل الملكية</c:v>
                </c:pt>
              </c:strCache>
            </c:strRef>
          </c:cat>
          <c:val>
            <c:numRef>
              <c:f>Sheet1!$C$2</c:f>
              <c:numCache>
                <c:formatCode>_(* #,##0_);_(* \(#,##0\);_(* "-"??_);_(@_)</c:formatCode>
                <c:ptCount val="1"/>
                <c:pt idx="0">
                  <c:v>4050000000.0299997</c:v>
                </c:pt>
              </c:numCache>
            </c:numRef>
          </c:val>
          <c:extLst>
            <c:ext xmlns:c16="http://schemas.microsoft.com/office/drawing/2014/chart" uri="{C3380CC4-5D6E-409C-BE32-E72D297353CC}">
              <c16:uniqueId val="{00000010-C32D-487B-BC91-34BD5BAE547B}"/>
            </c:ext>
          </c:extLst>
        </c:ser>
        <c:dLbls>
          <c:dLblPos val="outEnd"/>
          <c:showLegendKey val="0"/>
          <c:showVal val="1"/>
          <c:showCatName val="0"/>
          <c:showSerName val="0"/>
          <c:showPercent val="0"/>
          <c:showBubbleSize val="0"/>
        </c:dLbls>
        <c:gapWidth val="183"/>
        <c:overlap val="-3"/>
        <c:axId val="1118433504"/>
        <c:axId val="1118434944"/>
      </c:barChart>
      <c:catAx>
        <c:axId val="1118433504"/>
        <c:scaling>
          <c:orientation val="minMax"/>
        </c:scaling>
        <c:delete val="1"/>
        <c:axPos val="l"/>
        <c:numFmt formatCode="General" sourceLinked="1"/>
        <c:majorTickMark val="none"/>
        <c:minorTickMark val="none"/>
        <c:tickLblPos val="nextTo"/>
        <c:crossAx val="1118434944"/>
        <c:crosses val="autoZero"/>
        <c:auto val="1"/>
        <c:lblAlgn val="ctr"/>
        <c:lblOffset val="100"/>
        <c:noMultiLvlLbl val="0"/>
      </c:catAx>
      <c:valAx>
        <c:axId val="1118434944"/>
        <c:scaling>
          <c:orientation val="minMax"/>
        </c:scaling>
        <c:delete val="1"/>
        <c:axPos val="b"/>
        <c:numFmt formatCode="_(* #,##0_);_(* \(#,##0\);_(* &quot;-&quot;??_);_(@_)" sourceLinked="1"/>
        <c:majorTickMark val="none"/>
        <c:minorTickMark val="none"/>
        <c:tickLblPos val="nextTo"/>
        <c:crossAx val="11184335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latin typeface="Bahij TheSansArabic Bold" panose="02040503050201020203" pitchFamily="18" charset="-78"/>
          <a:cs typeface="Bahij TheSansArabic Bold" panose="02040503050201020203" pitchFamily="18" charset="-78"/>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08652F-9F44-28B5-F89C-ACBA484C95B5}"/>
              </a:ext>
            </a:extLst>
          </p:cNvPr>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D67839-0D8B-D7D5-0486-B8260FC5FCCE}"/>
              </a:ext>
            </a:extLst>
          </p:cNvPr>
          <p:cNvSpPr>
            <a:spLocks noGrp="1"/>
          </p:cNvSpPr>
          <p:nvPr>
            <p:ph type="dt" sz="quarter" idx="1"/>
          </p:nvPr>
        </p:nvSpPr>
        <p:spPr>
          <a:xfrm>
            <a:off x="3970939" y="0"/>
            <a:ext cx="3037840" cy="466434"/>
          </a:xfrm>
          <a:prstGeom prst="rect">
            <a:avLst/>
          </a:prstGeom>
        </p:spPr>
        <p:txBody>
          <a:bodyPr vert="horz" lIns="91440" tIns="45720" rIns="91440" bIns="45720" rtlCol="0"/>
          <a:lstStyle>
            <a:lvl1pPr algn="r">
              <a:defRPr sz="1200"/>
            </a:lvl1pPr>
          </a:lstStyle>
          <a:p>
            <a:fld id="{907E4247-4E69-4C8F-BCAF-268C6D049FC1}" type="datetimeFigureOut">
              <a:rPr lang="en-US" smtClean="0"/>
              <a:t>10/19/2026</a:t>
            </a:fld>
            <a:endParaRPr lang="en-US"/>
          </a:p>
        </p:txBody>
      </p:sp>
      <p:sp>
        <p:nvSpPr>
          <p:cNvPr id="4" name="Footer Placeholder 3">
            <a:extLst>
              <a:ext uri="{FF2B5EF4-FFF2-40B4-BE49-F238E27FC236}">
                <a16:creationId xmlns:a16="http://schemas.microsoft.com/office/drawing/2014/main" id="{2B4B98B1-A325-AC61-0CC9-3926903BD86D}"/>
              </a:ext>
            </a:extLst>
          </p:cNvPr>
          <p:cNvSpPr>
            <a:spLocks noGrp="1"/>
          </p:cNvSpPr>
          <p:nvPr>
            <p:ph type="ftr" sz="quarter" idx="2"/>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960B90C-748F-4DEA-E396-C47CA6732758}"/>
              </a:ext>
            </a:extLst>
          </p:cNvPr>
          <p:cNvSpPr>
            <a:spLocks noGrp="1"/>
          </p:cNvSpPr>
          <p:nvPr>
            <p:ph type="sldNum" sz="quarter" idx="3"/>
          </p:nvPr>
        </p:nvSpPr>
        <p:spPr>
          <a:xfrm>
            <a:off x="3970939" y="8829967"/>
            <a:ext cx="3037840" cy="466433"/>
          </a:xfrm>
          <a:prstGeom prst="rect">
            <a:avLst/>
          </a:prstGeom>
        </p:spPr>
        <p:txBody>
          <a:bodyPr vert="horz" lIns="91440" tIns="45720" rIns="91440" bIns="45720" rtlCol="0" anchor="b"/>
          <a:lstStyle>
            <a:lvl1pPr algn="r">
              <a:defRPr sz="1200"/>
            </a:lvl1pPr>
          </a:lstStyle>
          <a:p>
            <a:fld id="{460175DA-BA9B-44CB-A019-967114970605}" type="slidenum">
              <a:rPr lang="en-US" smtClean="0"/>
              <a:t>‹#›</a:t>
            </a:fld>
            <a:endParaRPr lang="en-US"/>
          </a:p>
        </p:txBody>
      </p:sp>
    </p:spTree>
    <p:extLst>
      <p:ext uri="{BB962C8B-B14F-4D97-AF65-F5344CB8AC3E}">
        <p14:creationId xmlns:p14="http://schemas.microsoft.com/office/powerpoint/2010/main" val="36933388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48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9" y="0"/>
            <a:ext cx="3037840" cy="46482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482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799"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9" y="8829967"/>
            <a:ext cx="3037840" cy="46482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DDCC-CA86-82E9-E22C-32744DBA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DCAAF-B1AC-37FF-29D9-BE7CDA610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D3593-3140-8470-D204-589F37D41858}"/>
              </a:ext>
            </a:extLst>
          </p:cNvPr>
          <p:cNvSpPr>
            <a:spLocks noGrp="1"/>
          </p:cNvSpPr>
          <p:nvPr>
            <p:ph type="body" idx="1"/>
          </p:nvPr>
        </p:nvSpPr>
        <p:spPr/>
        <p:txBody>
          <a:bodyPr/>
          <a:lstStyle/>
          <a:p>
            <a:r>
              <a:rPr lang="ar-SA"/>
              <a:t>معتمد</a:t>
            </a:r>
            <a:endParaRPr lang="en-LB"/>
          </a:p>
        </p:txBody>
      </p:sp>
    </p:spTree>
    <p:extLst>
      <p:ext uri="{BB962C8B-B14F-4D97-AF65-F5344CB8AC3E}">
        <p14:creationId xmlns:p14="http://schemas.microsoft.com/office/powerpoint/2010/main" val="4056843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DDCC-CA86-82E9-E22C-32744DBA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DCAAF-B1AC-37FF-29D9-BE7CDA610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D3593-3140-8470-D204-589F37D41858}"/>
              </a:ext>
            </a:extLst>
          </p:cNvPr>
          <p:cNvSpPr>
            <a:spLocks noGrp="1"/>
          </p:cNvSpPr>
          <p:nvPr>
            <p:ph type="body" idx="1"/>
          </p:nvPr>
        </p:nvSpPr>
        <p:spPr/>
        <p:txBody>
          <a:bodyPr/>
          <a:lstStyle/>
          <a:p>
            <a:r>
              <a:rPr lang="ar-SA"/>
              <a:t>معتمد</a:t>
            </a:r>
            <a:endParaRPr lang="en-LB"/>
          </a:p>
        </p:txBody>
      </p:sp>
    </p:spTree>
    <p:extLst>
      <p:ext uri="{BB962C8B-B14F-4D97-AF65-F5344CB8AC3E}">
        <p14:creationId xmlns:p14="http://schemas.microsoft.com/office/powerpoint/2010/main" val="165074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5.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chart" Target="../charts/chart1.xml"/><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5.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Master" Target="../slideMasters/slideMaster2.xml"/><Relationship Id="rId7" Type="http://schemas.openxmlformats.org/officeDocument/2006/relationships/image" Target="../media/image8.sv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7.jpeg"/><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1070286264"/>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72936756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3596386027"/>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849210506"/>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161347005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2609169112"/>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830372022"/>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72618770"/>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Picture Placeholder 2"/>
          <p:cNvSpPr>
            <a:spLocks noGrp="1" noChangeAspect="1"/>
          </p:cNvSpPr>
          <p:nvPr>
            <p:ph type="pic" idx="1"/>
          </p:nvPr>
        </p:nvSpPr>
        <p:spPr>
          <a:xfrm>
            <a:off x="10366376" y="1974851"/>
            <a:ext cx="12344400"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161866425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62564456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AB3DD-9542-440C-AB5F-DC677AAFC07B}" type="slidenum">
              <a:rPr lang="en-US" smtClean="0"/>
              <a:t>‹#›</a:t>
            </a:fld>
            <a:endParaRPr lang="en-US"/>
          </a:p>
        </p:txBody>
      </p:sp>
    </p:spTree>
    <p:extLst>
      <p:ext uri="{BB962C8B-B14F-4D97-AF65-F5344CB8AC3E}">
        <p14:creationId xmlns:p14="http://schemas.microsoft.com/office/powerpoint/2010/main" val="35308205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CAED2C5-D635-4620-C026-DBFF5C3A84BD}"/>
              </a:ext>
            </a:extLst>
          </p:cNvPr>
          <p:cNvGrpSpPr/>
          <p:nvPr userDrawn="1"/>
        </p:nvGrpSpPr>
        <p:grpSpPr>
          <a:xfrm>
            <a:off x="926444" y="12865731"/>
            <a:ext cx="22531111" cy="499402"/>
            <a:chOff x="474623" y="6481482"/>
            <a:chExt cx="11243553" cy="249065"/>
          </a:xfrm>
        </p:grpSpPr>
        <p:pic>
          <p:nvPicPr>
            <p:cNvPr id="3" name="Picture 2">
              <a:extLst>
                <a:ext uri="{FF2B5EF4-FFF2-40B4-BE49-F238E27FC236}">
                  <a16:creationId xmlns:a16="http://schemas.microsoft.com/office/drawing/2014/main" id="{2AE720B6-3677-EA81-0A37-74E77DF0D181}"/>
                </a:ext>
              </a:extLst>
            </p:cNvPr>
            <p:cNvPicPr>
              <a:picLocks noChangeAspect="1"/>
            </p:cNvPicPr>
            <p:nvPr/>
          </p:nvPicPr>
          <p:blipFill>
            <a:blip r:embed="rId2"/>
            <a:stretch>
              <a:fillRect/>
            </a:stretch>
          </p:blipFill>
          <p:spPr>
            <a:xfrm>
              <a:off x="474623" y="6481482"/>
              <a:ext cx="1872431" cy="249065"/>
            </a:xfrm>
            <a:prstGeom prst="rect">
              <a:avLst/>
            </a:prstGeom>
          </p:spPr>
        </p:pic>
        <p:pic>
          <p:nvPicPr>
            <p:cNvPr id="4" name="Picture 3">
              <a:extLst>
                <a:ext uri="{FF2B5EF4-FFF2-40B4-BE49-F238E27FC236}">
                  <a16:creationId xmlns:a16="http://schemas.microsoft.com/office/drawing/2014/main" id="{02B28FCA-0EA9-4C15-66C7-223C41BADC27}"/>
                </a:ext>
              </a:extLst>
            </p:cNvPr>
            <p:cNvPicPr>
              <a:picLocks noChangeAspect="1"/>
            </p:cNvPicPr>
            <p:nvPr/>
          </p:nvPicPr>
          <p:blipFill>
            <a:blip r:embed="rId2"/>
            <a:stretch>
              <a:fillRect/>
            </a:stretch>
          </p:blipFill>
          <p:spPr>
            <a:xfrm>
              <a:off x="2347054" y="6481482"/>
              <a:ext cx="1872431" cy="249065"/>
            </a:xfrm>
            <a:prstGeom prst="rect">
              <a:avLst/>
            </a:prstGeom>
          </p:spPr>
        </p:pic>
        <p:pic>
          <p:nvPicPr>
            <p:cNvPr id="5" name="Picture 4">
              <a:extLst>
                <a:ext uri="{FF2B5EF4-FFF2-40B4-BE49-F238E27FC236}">
                  <a16:creationId xmlns:a16="http://schemas.microsoft.com/office/drawing/2014/main" id="{2A5B3C04-4B91-6B3C-D9C3-3AF90E36B2D0}"/>
                </a:ext>
              </a:extLst>
            </p:cNvPr>
            <p:cNvPicPr>
              <a:picLocks noChangeAspect="1"/>
            </p:cNvPicPr>
            <p:nvPr/>
          </p:nvPicPr>
          <p:blipFill>
            <a:blip r:embed="rId2"/>
            <a:stretch>
              <a:fillRect/>
            </a:stretch>
          </p:blipFill>
          <p:spPr>
            <a:xfrm>
              <a:off x="4219485" y="6481482"/>
              <a:ext cx="1872431" cy="249065"/>
            </a:xfrm>
            <a:prstGeom prst="rect">
              <a:avLst/>
            </a:prstGeom>
          </p:spPr>
        </p:pic>
        <p:pic>
          <p:nvPicPr>
            <p:cNvPr id="7" name="Picture 6">
              <a:extLst>
                <a:ext uri="{FF2B5EF4-FFF2-40B4-BE49-F238E27FC236}">
                  <a16:creationId xmlns:a16="http://schemas.microsoft.com/office/drawing/2014/main" id="{184FF2C4-5621-5E93-8D76-23DB5CBAE7A7}"/>
                </a:ext>
              </a:extLst>
            </p:cNvPr>
            <p:cNvPicPr>
              <a:picLocks noChangeAspect="1"/>
            </p:cNvPicPr>
            <p:nvPr/>
          </p:nvPicPr>
          <p:blipFill>
            <a:blip r:embed="rId2"/>
            <a:stretch>
              <a:fillRect/>
            </a:stretch>
          </p:blipFill>
          <p:spPr>
            <a:xfrm>
              <a:off x="6100883" y="6481482"/>
              <a:ext cx="1872431" cy="249065"/>
            </a:xfrm>
            <a:prstGeom prst="rect">
              <a:avLst/>
            </a:prstGeom>
          </p:spPr>
        </p:pic>
        <p:pic>
          <p:nvPicPr>
            <p:cNvPr id="8" name="Picture 7">
              <a:extLst>
                <a:ext uri="{FF2B5EF4-FFF2-40B4-BE49-F238E27FC236}">
                  <a16:creationId xmlns:a16="http://schemas.microsoft.com/office/drawing/2014/main" id="{89F3F185-701A-341E-9E99-6A77DD4381BD}"/>
                </a:ext>
              </a:extLst>
            </p:cNvPr>
            <p:cNvPicPr>
              <a:picLocks noChangeAspect="1"/>
            </p:cNvPicPr>
            <p:nvPr/>
          </p:nvPicPr>
          <p:blipFill>
            <a:blip r:embed="rId2"/>
            <a:stretch>
              <a:fillRect/>
            </a:stretch>
          </p:blipFill>
          <p:spPr>
            <a:xfrm>
              <a:off x="7973314" y="6481482"/>
              <a:ext cx="1872431" cy="249065"/>
            </a:xfrm>
            <a:prstGeom prst="rect">
              <a:avLst/>
            </a:prstGeom>
          </p:spPr>
        </p:pic>
        <p:pic>
          <p:nvPicPr>
            <p:cNvPr id="9" name="Picture 8">
              <a:extLst>
                <a:ext uri="{FF2B5EF4-FFF2-40B4-BE49-F238E27FC236}">
                  <a16:creationId xmlns:a16="http://schemas.microsoft.com/office/drawing/2014/main" id="{1AB26C84-3E76-5837-8325-58494C5E53BF}"/>
                </a:ext>
              </a:extLst>
            </p:cNvPr>
            <p:cNvPicPr>
              <a:picLocks noChangeAspect="1"/>
            </p:cNvPicPr>
            <p:nvPr/>
          </p:nvPicPr>
          <p:blipFill>
            <a:blip r:embed="rId2"/>
            <a:stretch>
              <a:fillRect/>
            </a:stretch>
          </p:blipFill>
          <p:spPr>
            <a:xfrm>
              <a:off x="9845745" y="6481482"/>
              <a:ext cx="1872431" cy="249065"/>
            </a:xfrm>
            <a:prstGeom prst="rect">
              <a:avLst/>
            </a:prstGeom>
          </p:spPr>
        </p:pic>
      </p:grpSp>
      <p:pic>
        <p:nvPicPr>
          <p:cNvPr id="12" name="Picture 11">
            <a:extLst>
              <a:ext uri="{FF2B5EF4-FFF2-40B4-BE49-F238E27FC236}">
                <a16:creationId xmlns:a16="http://schemas.microsoft.com/office/drawing/2014/main" id="{D8B3F7B9-FA25-9848-A233-94A5A2C2AA3A}"/>
              </a:ext>
            </a:extLst>
          </p:cNvPr>
          <p:cNvPicPr>
            <a:picLocks noChangeAspect="1"/>
          </p:cNvPicPr>
          <p:nvPr userDrawn="1"/>
        </p:nvPicPr>
        <p:blipFill>
          <a:blip r:embed="rId3"/>
          <a:stretch>
            <a:fillRect/>
          </a:stretch>
        </p:blipFill>
        <p:spPr>
          <a:xfrm>
            <a:off x="678115" y="461195"/>
            <a:ext cx="2504564" cy="680932"/>
          </a:xfrm>
          <a:prstGeom prst="rect">
            <a:avLst/>
          </a:prstGeom>
        </p:spPr>
      </p:pic>
      <p:sp>
        <p:nvSpPr>
          <p:cNvPr id="13" name="Slide Number Placeholder 12">
            <a:extLst>
              <a:ext uri="{FF2B5EF4-FFF2-40B4-BE49-F238E27FC236}">
                <a16:creationId xmlns:a16="http://schemas.microsoft.com/office/drawing/2014/main" id="{A54731CD-D1FF-B5B5-9B1D-7AE99994AC6C}"/>
              </a:ext>
            </a:extLst>
          </p:cNvPr>
          <p:cNvSpPr>
            <a:spLocks noGrp="1"/>
          </p:cNvSpPr>
          <p:nvPr>
            <p:ph type="sldNum" sz="quarter" idx="12"/>
          </p:nvPr>
        </p:nvSpPr>
        <p:spPr>
          <a:xfrm>
            <a:off x="133265" y="12865731"/>
            <a:ext cx="775210" cy="614826"/>
          </a:xfrm>
        </p:spPr>
        <p:txBody>
          <a:bodyPr/>
          <a:lstStyle>
            <a:lvl1pPr algn="ctr">
              <a:defRPr/>
            </a:lvl1pPr>
          </a:lstStyle>
          <a:p>
            <a:fld id="{7D5AB3DD-9542-440C-AB5F-DC677AAFC07B}" type="slidenum">
              <a:rPr lang="en-US" smtClean="0"/>
              <a:pPr/>
              <a:t>‹#›</a:t>
            </a:fld>
            <a:endParaRPr lang="en-US"/>
          </a:p>
        </p:txBody>
      </p:sp>
    </p:spTree>
    <p:extLst>
      <p:ext uri="{BB962C8B-B14F-4D97-AF65-F5344CB8AC3E}">
        <p14:creationId xmlns:p14="http://schemas.microsoft.com/office/powerpoint/2010/main" val="3425616211"/>
      </p:ext>
    </p:extLst>
  </p:cSld>
  <p:clrMapOvr>
    <a:masterClrMapping/>
  </p:clrMapOvr>
  <p:extLst>
    <p:ext uri="{DCECCB84-F9BA-43D5-87BE-67443E8EF086}">
      <p15:sldGuideLst xmlns:p15="http://schemas.microsoft.com/office/powerpoint/2012/main">
        <p15:guide id="1" orient="horz" pos="2155">
          <p15:clr>
            <a:srgbClr val="FBAE40"/>
          </p15:clr>
        </p15:guide>
        <p15:guide id="2" pos="38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فواصل العناوين &quot;A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D6C303-87D3-BE5E-E000-BAE6DD6C94B9}"/>
              </a:ext>
            </a:extLst>
          </p:cNvPr>
          <p:cNvPicPr>
            <a:picLocks noChangeAspect="1"/>
          </p:cNvPicPr>
          <p:nvPr userDrawn="1"/>
        </p:nvPicPr>
        <p:blipFill>
          <a:blip r:embed="rId2"/>
          <a:srcRect/>
          <a:stretch/>
        </p:blipFill>
        <p:spPr>
          <a:xfrm>
            <a:off x="7246" y="1"/>
            <a:ext cx="24369508" cy="13715998"/>
          </a:xfrm>
          <a:prstGeom prst="rect">
            <a:avLst/>
          </a:prstGeom>
        </p:spPr>
      </p:pic>
    </p:spTree>
    <p:extLst>
      <p:ext uri="{BB962C8B-B14F-4D97-AF65-F5344CB8AC3E}">
        <p14:creationId xmlns:p14="http://schemas.microsoft.com/office/powerpoint/2010/main" val="3086031054"/>
      </p:ext>
    </p:extLst>
  </p:cSld>
  <p:clrMapOvr>
    <a:masterClrMapping/>
  </p:clrMapOvr>
  <p:extLst>
    <p:ext uri="{DCECCB84-F9BA-43D5-87BE-67443E8EF086}">
      <p15:sldGuideLst xmlns:p15="http://schemas.microsoft.com/office/powerpoint/2012/main">
        <p15:guide id="1" orient="horz" pos="2154">
          <p15:clr>
            <a:srgbClr val="FBAE40"/>
          </p15:clr>
        </p15:guide>
        <p15:guide id="2" pos="383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الصفحة النهائية ,C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4C1603-BBBF-93B2-B8B1-88A7BF495EFE}"/>
              </a:ext>
            </a:extLst>
          </p:cNvPr>
          <p:cNvPicPr>
            <a:picLocks noChangeAspect="1"/>
          </p:cNvPicPr>
          <p:nvPr userDrawn="1"/>
        </p:nvPicPr>
        <p:blipFill>
          <a:blip r:embed="rId2"/>
          <a:srcRect/>
          <a:stretch/>
        </p:blipFill>
        <p:spPr>
          <a:xfrm>
            <a:off x="7246" y="1"/>
            <a:ext cx="24369508" cy="13715998"/>
          </a:xfrm>
          <a:prstGeom prst="rect">
            <a:avLst/>
          </a:prstGeom>
        </p:spPr>
      </p:pic>
    </p:spTree>
    <p:extLst>
      <p:ext uri="{BB962C8B-B14F-4D97-AF65-F5344CB8AC3E}">
        <p14:creationId xmlns:p14="http://schemas.microsoft.com/office/powerpoint/2010/main" val="741513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style 1-D">
    <p:bg>
      <p:bgPr>
        <a:solidFill>
          <a:schemeClr val="tx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5C27FAD-320F-4066-9307-B3E13962AB70}"/>
              </a:ext>
            </a:extLst>
          </p:cNvPr>
          <p:cNvGraphicFramePr>
            <a:graphicFrameLocks noChangeAspect="1"/>
          </p:cNvGraphicFramePr>
          <p:nvPr userDrawn="1">
            <p:custDataLst>
              <p:tags r:id="rId1"/>
            </p:custDataLst>
            <p:extLst>
              <p:ext uri="{D42A27DB-BD31-4B8C-83A1-F6EECF244321}">
                <p14:modId xmlns:p14="http://schemas.microsoft.com/office/powerpoint/2010/main" val="322730232"/>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a:extLst>
                          <a:ext uri="{FF2B5EF4-FFF2-40B4-BE49-F238E27FC236}">
                            <a16:creationId xmlns:a16="http://schemas.microsoft.com/office/drawing/2014/main" id="{D5C27FAD-320F-4066-9307-B3E13962AB70}"/>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13" name="Picture Placeholder 3">
            <a:extLst>
              <a:ext uri="{FF2B5EF4-FFF2-40B4-BE49-F238E27FC236}">
                <a16:creationId xmlns:a16="http://schemas.microsoft.com/office/drawing/2014/main" id="{82C4E76F-A8D1-4DD8-B2EF-CC976FEB5E1E}"/>
              </a:ext>
            </a:extLst>
          </p:cNvPr>
          <p:cNvSpPr>
            <a:spLocks noGrp="1" noChangeAspect="1"/>
          </p:cNvSpPr>
          <p:nvPr>
            <p:ph type="pic" sz="quarter" idx="12"/>
          </p:nvPr>
        </p:nvSpPr>
        <p:spPr>
          <a:xfrm>
            <a:off x="1463677" y="2651127"/>
            <a:ext cx="10963274" cy="8729982"/>
          </a:xfrm>
          <a:solidFill>
            <a:schemeClr val="accent4"/>
          </a:solidFill>
        </p:spPr>
        <p:txBody>
          <a:bodyPr vert="horz" lIns="0" tIns="0" rIns="0" bIns="0" rtlCol="0" anchor="ctr" anchorCtr="0">
            <a:noAutofit/>
          </a:bodyPr>
          <a:lstStyle>
            <a:lvl1pPr>
              <a:defRPr lang="en-GB" sz="2000" b="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pPr lvl="0" algn="ctr"/>
            <a:r>
              <a:rPr lang="en-US"/>
              <a:t>Click icon to add picture</a:t>
            </a:r>
            <a:endParaRPr lang="en-GB"/>
          </a:p>
        </p:txBody>
      </p:sp>
      <p:sp>
        <p:nvSpPr>
          <p:cNvPr id="8" name="Title 1">
            <a:extLst>
              <a:ext uri="{FF2B5EF4-FFF2-40B4-BE49-F238E27FC236}">
                <a16:creationId xmlns:a16="http://schemas.microsoft.com/office/drawing/2014/main" id="{B9014A73-C13F-4EC8-ABEB-4919B6F49109}"/>
              </a:ext>
            </a:extLst>
          </p:cNvPr>
          <p:cNvSpPr>
            <a:spLocks noGrp="1"/>
          </p:cNvSpPr>
          <p:nvPr>
            <p:ph type="ctrTitle" hasCustomPrompt="1"/>
          </p:nvPr>
        </p:nvSpPr>
        <p:spPr>
          <a:xfrm>
            <a:off x="12884150" y="2786941"/>
            <a:ext cx="10058400" cy="6885362"/>
          </a:xfrm>
          <a:noFill/>
          <a:ln w="3175">
            <a:noFill/>
            <a:prstDash val="lgDash"/>
          </a:ln>
        </p:spPr>
        <p:txBody>
          <a:bodyPr vert="horz" lIns="0" tIns="0" rIns="0" bIns="0" anchor="t" anchorCtr="0">
            <a:noAutofit/>
          </a:bodyPr>
          <a:lstStyle>
            <a:lvl1pPr algn="r" rtl="1">
              <a:lnSpc>
                <a:spcPct val="90000"/>
              </a:lnSpc>
              <a:defRPr sz="12000" b="1" baseline="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ar-SA"/>
              <a:t>انقر لتعديل أنماط النص الرئيسي</a:t>
            </a:r>
            <a:endParaRPr lang="en-US"/>
          </a:p>
        </p:txBody>
      </p:sp>
      <p:sp>
        <p:nvSpPr>
          <p:cNvPr id="11" name="Text Placeholder 3">
            <a:extLst>
              <a:ext uri="{FF2B5EF4-FFF2-40B4-BE49-F238E27FC236}">
                <a16:creationId xmlns:a16="http://schemas.microsoft.com/office/drawing/2014/main" id="{5884F64E-FE94-4439-887B-2D573705B0CC}"/>
              </a:ext>
            </a:extLst>
          </p:cNvPr>
          <p:cNvSpPr>
            <a:spLocks noGrp="1"/>
          </p:cNvSpPr>
          <p:nvPr>
            <p:ph type="body" sz="quarter" idx="11"/>
          </p:nvPr>
        </p:nvSpPr>
        <p:spPr>
          <a:xfrm>
            <a:off x="12884150" y="11010150"/>
            <a:ext cx="10058400" cy="1620000"/>
          </a:xfrm>
          <a:ln w="3175">
            <a:noFill/>
            <a:prstDash val="lgDash"/>
          </a:ln>
        </p:spPr>
        <p:txBody>
          <a:bodyPr wrap="square" anchor="b">
            <a:noAutofit/>
          </a:bodyPr>
          <a:lstStyle>
            <a:lvl1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buClr>
                <a:schemeClr val="bg1"/>
              </a:buClr>
              <a:defRPr sz="2200">
                <a:solidFill>
                  <a:schemeClr val="bg1"/>
                </a:solidFill>
              </a:defRPr>
            </a:lvl3pPr>
            <a:lvl4pPr>
              <a:buClr>
                <a:schemeClr val="bg1"/>
              </a:buClr>
              <a:defRPr sz="2200">
                <a:solidFill>
                  <a:schemeClr val="bg1"/>
                </a:solidFill>
              </a:defRPr>
            </a:lvl4pPr>
            <a:lvl5pPr>
              <a:buClr>
                <a:schemeClr val="bg1"/>
              </a:buClr>
              <a:defRPr sz="2200">
                <a:solidFill>
                  <a:schemeClr val="bg1"/>
                </a:solidFill>
              </a:defRPr>
            </a:lvl5pPr>
          </a:lstStyle>
          <a:p>
            <a:pPr lvl="0"/>
            <a:r>
              <a:rPr lang="en-US"/>
              <a:t>Click to edit Master text styles</a:t>
            </a:r>
          </a:p>
          <a:p>
            <a:pPr lvl="1"/>
            <a:r>
              <a:rPr lang="en-US"/>
              <a:t>Second level</a:t>
            </a:r>
          </a:p>
        </p:txBody>
      </p:sp>
      <p:sp>
        <p:nvSpPr>
          <p:cNvPr id="14" name="Freeform 19">
            <a:extLst>
              <a:ext uri="{FF2B5EF4-FFF2-40B4-BE49-F238E27FC236}">
                <a16:creationId xmlns:a16="http://schemas.microsoft.com/office/drawing/2014/main" id="{D9266C27-1FA2-433C-BCEB-00CB8A0EB8ED}"/>
              </a:ext>
            </a:extLst>
          </p:cNvPr>
          <p:cNvSpPr>
            <a:spLocks noChangeAspect="1" noEditPoints="1"/>
          </p:cNvSpPr>
          <p:nvPr userDrawn="1"/>
        </p:nvSpPr>
        <p:spPr bwMode="auto">
          <a:xfrm>
            <a:off x="21119753" y="1082677"/>
            <a:ext cx="1822798" cy="74262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pPr marL="0" marR="0" lvl="0" indent="0" algn="r" defTabSz="1828800" rtl="1"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chemeClr val="bg1"/>
              </a:solidFill>
              <a:effectLst/>
              <a:uLnTx/>
              <a:uFillTx/>
              <a:latin typeface="DIN Next LT Arabic" panose="020B0503020203050203" pitchFamily="34" charset="-78"/>
              <a:ea typeface="+mn-ea"/>
              <a:cs typeface="DIN Next LT Arabic" panose="020B0503020203050203" pitchFamily="34" charset="-78"/>
              <a:sym typeface="DIN Next LT Arabic" panose="020B0503020203050203" pitchFamily="34" charset="-78"/>
            </a:endParaRPr>
          </a:p>
        </p:txBody>
      </p:sp>
    </p:spTree>
    <p:extLst>
      <p:ext uri="{BB962C8B-B14F-4D97-AF65-F5344CB8AC3E}">
        <p14:creationId xmlns:p14="http://schemas.microsoft.com/office/powerpoint/2010/main" val="3439165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style 1-C">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DE2CA8E-908D-408E-B697-938F70D989CE}"/>
              </a:ext>
            </a:extLst>
          </p:cNvPr>
          <p:cNvGraphicFramePr>
            <a:graphicFrameLocks noChangeAspect="1"/>
          </p:cNvGraphicFramePr>
          <p:nvPr userDrawn="1">
            <p:custDataLst>
              <p:tags r:id="rId1"/>
            </p:custDataLst>
            <p:extLst>
              <p:ext uri="{D42A27DB-BD31-4B8C-83A1-F6EECF244321}">
                <p14:modId xmlns:p14="http://schemas.microsoft.com/office/powerpoint/2010/main" val="630984716"/>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a:extLst>
                          <a:ext uri="{FF2B5EF4-FFF2-40B4-BE49-F238E27FC236}">
                            <a16:creationId xmlns:a16="http://schemas.microsoft.com/office/drawing/2014/main" id="{1DE2CA8E-908D-408E-B697-938F70D989CE}"/>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B6042D1-1122-45AF-9049-A2AAF486E28B}"/>
              </a:ext>
            </a:extLst>
          </p:cNvPr>
          <p:cNvSpPr>
            <a:spLocks noChangeAspect="1"/>
          </p:cNvSpPr>
          <p:nvPr userDrawn="1"/>
        </p:nvSpPr>
        <p:spPr>
          <a:xfrm>
            <a:off x="0" y="2"/>
            <a:ext cx="24384000" cy="13716000"/>
          </a:xfrm>
          <a:prstGeom prst="rect">
            <a:avLst/>
          </a:prstGeom>
          <a:gradFill>
            <a:gsLst>
              <a:gs pos="100000">
                <a:schemeClr val="accent1"/>
              </a:gs>
              <a:gs pos="0">
                <a:schemeClr val="accent5"/>
              </a:gs>
            </a:gsLst>
            <a:lin ang="0" scaled="0"/>
          </a:gradFill>
        </p:spPr>
        <p:txBody>
          <a:bodyPr vert="horz" lIns="360000" tIns="360000" rIns="360000" bIns="360000" rtlCol="0" anchor="t" anchorCtr="0">
            <a:noAutofit/>
          </a:bodyPr>
          <a:lstStyle/>
          <a:p>
            <a:pPr lvl="0">
              <a:lnSpc>
                <a:spcPct val="70000"/>
              </a:lnSpc>
              <a:spcBef>
                <a:spcPct val="0"/>
              </a:spcBef>
              <a:buNone/>
            </a:pPr>
            <a:endParaRPr lang="en-US" sz="17600" baseline="0" err="1">
              <a:solidFill>
                <a:schemeClr val="bg1"/>
              </a:solidFill>
              <a:latin typeface="DIN Next LT Arabic" panose="020B0503020203050203" pitchFamily="34" charset="-78"/>
              <a:ea typeface="+mj-ea"/>
              <a:cs typeface="DIN Next LT Arabic" panose="020B0503020203050203" pitchFamily="34" charset="-78"/>
              <a:sym typeface="DIN Next LT Arabic" panose="020B0503020203050203" pitchFamily="34" charset="-78"/>
            </a:endParaRP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1463676" y="2912777"/>
            <a:ext cx="6028908" cy="8721242"/>
          </a:xfrm>
          <a:solidFill>
            <a:schemeClr val="accent2"/>
          </a:solidFill>
        </p:spPr>
        <p:txBody>
          <a:bodyPr vert="horz" lIns="0" tIns="0" rIns="0" bIns="0" rtlCol="0" anchor="ctr" anchorCtr="0">
            <a:noAutofit/>
          </a:bodyPr>
          <a:lstStyle>
            <a:lvl1pPr>
              <a:defRPr lang="en-GB" sz="2000" b="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pPr lvl="0" algn="ctr"/>
            <a:r>
              <a:rPr lang="en-US"/>
              <a:t>Click icon to add picture</a:t>
            </a:r>
            <a:endParaRPr lang="en-GB"/>
          </a:p>
        </p:txBody>
      </p:sp>
      <p:sp>
        <p:nvSpPr>
          <p:cNvPr id="11" name="Title 1">
            <a:extLst>
              <a:ext uri="{FF2B5EF4-FFF2-40B4-BE49-F238E27FC236}">
                <a16:creationId xmlns:a16="http://schemas.microsoft.com/office/drawing/2014/main" id="{A69D131D-7F76-4CC1-9730-16B44AE4BA1B}"/>
              </a:ext>
            </a:extLst>
          </p:cNvPr>
          <p:cNvSpPr>
            <a:spLocks noGrp="1"/>
          </p:cNvSpPr>
          <p:nvPr>
            <p:ph type="ctrTitle" hasCustomPrompt="1"/>
          </p:nvPr>
        </p:nvSpPr>
        <p:spPr>
          <a:xfrm>
            <a:off x="12884150" y="2786941"/>
            <a:ext cx="10058400" cy="6885362"/>
          </a:xfrm>
          <a:noFill/>
          <a:ln w="3175">
            <a:noFill/>
            <a:prstDash val="lgDash"/>
          </a:ln>
        </p:spPr>
        <p:txBody>
          <a:bodyPr vert="horz" lIns="0" tIns="0" rIns="0" bIns="0" anchor="t" anchorCtr="0">
            <a:noAutofit/>
          </a:bodyPr>
          <a:lstStyle>
            <a:lvl1pPr algn="r" rtl="1">
              <a:lnSpc>
                <a:spcPct val="90000"/>
              </a:lnSpc>
              <a:defRPr sz="12000" b="1" baseline="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ar-SA"/>
              <a:t>انقر لتعديل أنماط النص الرئيسي</a:t>
            </a:r>
            <a:endParaRPr lang="en-US"/>
          </a:p>
        </p:txBody>
      </p:sp>
      <p:sp>
        <p:nvSpPr>
          <p:cNvPr id="12" name="Text Placeholder 3">
            <a:extLst>
              <a:ext uri="{FF2B5EF4-FFF2-40B4-BE49-F238E27FC236}">
                <a16:creationId xmlns:a16="http://schemas.microsoft.com/office/drawing/2014/main" id="{B8860AEB-AE6A-4087-B910-8172D6E63614}"/>
              </a:ext>
            </a:extLst>
          </p:cNvPr>
          <p:cNvSpPr>
            <a:spLocks noGrp="1"/>
          </p:cNvSpPr>
          <p:nvPr>
            <p:ph type="body" sz="quarter" idx="11"/>
          </p:nvPr>
        </p:nvSpPr>
        <p:spPr>
          <a:xfrm>
            <a:off x="12884150" y="11010150"/>
            <a:ext cx="10058400" cy="1620000"/>
          </a:xfrm>
          <a:ln w="3175">
            <a:noFill/>
            <a:prstDash val="lgDash"/>
          </a:ln>
        </p:spPr>
        <p:txBody>
          <a:bodyPr wrap="square" anchor="b">
            <a:noAutofit/>
          </a:bodyPr>
          <a:lstStyle>
            <a:lvl1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buClr>
                <a:schemeClr val="bg1"/>
              </a:buClr>
              <a:defRPr sz="2200">
                <a:solidFill>
                  <a:schemeClr val="bg1"/>
                </a:solidFill>
              </a:defRPr>
            </a:lvl3pPr>
            <a:lvl4pPr>
              <a:buClr>
                <a:schemeClr val="bg1"/>
              </a:buClr>
              <a:defRPr sz="2200">
                <a:solidFill>
                  <a:schemeClr val="bg1"/>
                </a:solidFill>
              </a:defRPr>
            </a:lvl4pPr>
            <a:lvl5pPr>
              <a:buClr>
                <a:schemeClr val="bg1"/>
              </a:buClr>
              <a:defRPr sz="2200">
                <a:solidFill>
                  <a:schemeClr val="bg1"/>
                </a:solidFill>
              </a:defRPr>
            </a:lvl5pPr>
          </a:lstStyle>
          <a:p>
            <a:pPr lvl="0"/>
            <a:r>
              <a:rPr lang="en-US"/>
              <a:t>Click to edit Master text styles</a:t>
            </a:r>
          </a:p>
          <a:p>
            <a:pPr lvl="1"/>
            <a:r>
              <a:rPr lang="en-US"/>
              <a:t>Second level</a:t>
            </a:r>
          </a:p>
        </p:txBody>
      </p:sp>
      <p:sp>
        <p:nvSpPr>
          <p:cNvPr id="13" name="Freeform 19">
            <a:extLst>
              <a:ext uri="{FF2B5EF4-FFF2-40B4-BE49-F238E27FC236}">
                <a16:creationId xmlns:a16="http://schemas.microsoft.com/office/drawing/2014/main" id="{94B90CDA-4F7D-4D3E-B408-0EADED34F929}"/>
              </a:ext>
            </a:extLst>
          </p:cNvPr>
          <p:cNvSpPr>
            <a:spLocks noChangeAspect="1" noEditPoints="1"/>
          </p:cNvSpPr>
          <p:nvPr userDrawn="1"/>
        </p:nvSpPr>
        <p:spPr bwMode="auto">
          <a:xfrm>
            <a:off x="21119753" y="1082677"/>
            <a:ext cx="1822798" cy="74262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pPr marL="0" marR="0" lvl="0" indent="0" algn="r" defTabSz="1828800" rtl="1"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chemeClr val="bg1"/>
              </a:solidFill>
              <a:effectLst/>
              <a:uLnTx/>
              <a:uFillTx/>
              <a:latin typeface="DIN Next LT Arabic" panose="020B0503020203050203" pitchFamily="34" charset="-78"/>
              <a:ea typeface="+mn-ea"/>
              <a:cs typeface="DIN Next LT Arabic" panose="020B0503020203050203" pitchFamily="34" charset="-78"/>
              <a:sym typeface="DIN Next LT Arabic" panose="020B0503020203050203" pitchFamily="34" charset="-78"/>
            </a:endParaRPr>
          </a:p>
        </p:txBody>
      </p:sp>
    </p:spTree>
    <p:extLst>
      <p:ext uri="{BB962C8B-B14F-4D97-AF65-F5344CB8AC3E}">
        <p14:creationId xmlns:p14="http://schemas.microsoft.com/office/powerpoint/2010/main" val="1861707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style 2-A">
    <p:bg>
      <p:bgPr>
        <a:solidFill>
          <a:schemeClr val="accent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2383941-2515-4FD3-A95A-711350C9D2FA}"/>
              </a:ext>
            </a:extLst>
          </p:cNvPr>
          <p:cNvGraphicFramePr>
            <a:graphicFrameLocks noChangeAspect="1"/>
          </p:cNvGraphicFramePr>
          <p:nvPr userDrawn="1">
            <p:custDataLst>
              <p:tags r:id="rId1"/>
            </p:custDataLst>
            <p:extLst>
              <p:ext uri="{D42A27DB-BD31-4B8C-83A1-F6EECF244321}">
                <p14:modId xmlns:p14="http://schemas.microsoft.com/office/powerpoint/2010/main" val="2714152204"/>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a:extLst>
                          <a:ext uri="{FF2B5EF4-FFF2-40B4-BE49-F238E27FC236}">
                            <a16:creationId xmlns:a16="http://schemas.microsoft.com/office/drawing/2014/main" id="{C2383941-2515-4FD3-A95A-711350C9D2FA}"/>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FD832923-A321-4406-AB69-435E06724A46}"/>
              </a:ext>
            </a:extLst>
          </p:cNvPr>
          <p:cNvSpPr>
            <a:spLocks noChangeAspect="1"/>
          </p:cNvSpPr>
          <p:nvPr userDrawn="1"/>
        </p:nvSpPr>
        <p:spPr>
          <a:xfrm>
            <a:off x="10285038" y="2743202"/>
            <a:ext cx="12657512" cy="9019656"/>
          </a:xfrm>
          <a:prstGeom prst="rect">
            <a:avLst/>
          </a:prstGeom>
          <a:gradFill>
            <a:gsLst>
              <a:gs pos="100000">
                <a:schemeClr val="accent1"/>
              </a:gs>
              <a:gs pos="0">
                <a:schemeClr val="accent5"/>
              </a:gs>
            </a:gsLst>
            <a:lin ang="0" scaled="0"/>
          </a:gradFill>
        </p:spPr>
        <p:txBody>
          <a:bodyPr vert="horz" lIns="360000" tIns="360000" rIns="360000" bIns="360000" rtlCol="0" anchor="t" anchorCtr="0">
            <a:noAutofit/>
          </a:bodyPr>
          <a:lstStyle/>
          <a:p>
            <a:pPr lvl="0">
              <a:lnSpc>
                <a:spcPct val="70000"/>
              </a:lnSpc>
              <a:spcBef>
                <a:spcPct val="0"/>
              </a:spcBef>
              <a:buNone/>
            </a:pPr>
            <a:endParaRPr lang="en-US" sz="17600" baseline="0" err="1">
              <a:solidFill>
                <a:schemeClr val="bg1"/>
              </a:solidFill>
              <a:latin typeface="DIN Next LT Arabic" panose="020B0503020203050203" pitchFamily="34" charset="-78"/>
              <a:ea typeface="+mj-ea"/>
              <a:cs typeface="DIN Next LT Arabic" panose="020B0503020203050203" pitchFamily="34" charset="-78"/>
              <a:sym typeface="DIN Next LT Arabic" panose="020B0503020203050203" pitchFamily="34" charset="-78"/>
            </a:endParaRPr>
          </a:p>
        </p:txBody>
      </p:sp>
      <p:sp>
        <p:nvSpPr>
          <p:cNvPr id="2" name="Title 1"/>
          <p:cNvSpPr>
            <a:spLocks noGrp="1"/>
          </p:cNvSpPr>
          <p:nvPr>
            <p:ph type="ctrTitle" hasCustomPrompt="1"/>
          </p:nvPr>
        </p:nvSpPr>
        <p:spPr>
          <a:xfrm>
            <a:off x="10837768" y="3529398"/>
            <a:ext cx="11531964" cy="5806976"/>
          </a:xfrm>
          <a:noFill/>
          <a:ln w="3175">
            <a:noFill/>
            <a:prstDash val="lgDash"/>
          </a:ln>
        </p:spPr>
        <p:txBody>
          <a:bodyPr vert="horz" lIns="0" tIns="0" rIns="0" bIns="0" anchor="t" anchorCtr="0">
            <a:noAutofit/>
          </a:bodyPr>
          <a:lstStyle>
            <a:lvl1pPr algn="r" rtl="1">
              <a:defRPr sz="12000" baseline="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en-GB"/>
              <a:t>Title slide text only</a:t>
            </a:r>
            <a:endParaRPr lang="en-US"/>
          </a:p>
        </p:txBody>
      </p:sp>
      <p:sp>
        <p:nvSpPr>
          <p:cNvPr id="6" name="Text Placeholder 3"/>
          <p:cNvSpPr>
            <a:spLocks noGrp="1"/>
          </p:cNvSpPr>
          <p:nvPr>
            <p:ph type="body" sz="quarter" idx="11"/>
          </p:nvPr>
        </p:nvSpPr>
        <p:spPr>
          <a:xfrm>
            <a:off x="10837768" y="9504306"/>
            <a:ext cx="11531964" cy="1633212"/>
          </a:xfrm>
          <a:ln w="3175">
            <a:noFill/>
            <a:prstDash val="lgDash"/>
          </a:ln>
        </p:spPr>
        <p:txBody>
          <a:bodyPr wrap="square" anchor="b">
            <a:noAutofit/>
          </a:bodyPr>
          <a:lstStyle>
            <a:lvl1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buClr>
                <a:schemeClr val="bg1"/>
              </a:buClr>
              <a:defRPr sz="2200">
                <a:solidFill>
                  <a:schemeClr val="bg1"/>
                </a:solidFill>
              </a:defRPr>
            </a:lvl3pPr>
            <a:lvl4pPr>
              <a:buClr>
                <a:schemeClr val="bg1"/>
              </a:buClr>
              <a:defRPr sz="2200">
                <a:solidFill>
                  <a:schemeClr val="bg1"/>
                </a:solidFill>
              </a:defRPr>
            </a:lvl4pPr>
            <a:lvl5pPr>
              <a:buClr>
                <a:schemeClr val="bg1"/>
              </a:buClr>
              <a:defRPr sz="2200">
                <a:solidFill>
                  <a:schemeClr val="bg1"/>
                </a:solidFill>
              </a:defRPr>
            </a:lvl5pPr>
          </a:lstStyle>
          <a:p>
            <a:pPr lvl="0"/>
            <a:r>
              <a:rPr lang="en-US"/>
              <a:t>Click to edit Master text styles</a:t>
            </a:r>
          </a:p>
          <a:p>
            <a:pPr lvl="1"/>
            <a:r>
              <a:rPr lang="en-US"/>
              <a:t>Second level</a:t>
            </a:r>
          </a:p>
        </p:txBody>
      </p:sp>
      <p:sp>
        <p:nvSpPr>
          <p:cNvPr id="8" name="Freeform 19">
            <a:extLst>
              <a:ext uri="{FF2B5EF4-FFF2-40B4-BE49-F238E27FC236}">
                <a16:creationId xmlns:a16="http://schemas.microsoft.com/office/drawing/2014/main" id="{AD170D80-7833-48BC-B601-204F242B6F98}"/>
              </a:ext>
            </a:extLst>
          </p:cNvPr>
          <p:cNvSpPr>
            <a:spLocks noChangeAspect="1" noEditPoints="1"/>
          </p:cNvSpPr>
          <p:nvPr userDrawn="1"/>
        </p:nvSpPr>
        <p:spPr bwMode="auto">
          <a:xfrm>
            <a:off x="21119753" y="1082677"/>
            <a:ext cx="1822798" cy="74262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pPr marL="0" marR="0" lvl="0" indent="0" algn="r" defTabSz="1828800" rtl="1"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chemeClr val="bg1"/>
              </a:solidFill>
              <a:effectLst/>
              <a:uLnTx/>
              <a:uFillTx/>
              <a:latin typeface="DIN Next LT Arabic" panose="020B0503020203050203" pitchFamily="34" charset="-78"/>
              <a:ea typeface="+mn-ea"/>
              <a:cs typeface="DIN Next LT Arabic" panose="020B0503020203050203" pitchFamily="34" charset="-78"/>
              <a:sym typeface="DIN Next LT Arabic" panose="020B0503020203050203" pitchFamily="34" charset="-78"/>
            </a:endParaRPr>
          </a:p>
        </p:txBody>
      </p:sp>
    </p:spTree>
    <p:extLst>
      <p:ext uri="{BB962C8B-B14F-4D97-AF65-F5344CB8AC3E}">
        <p14:creationId xmlns:p14="http://schemas.microsoft.com/office/powerpoint/2010/main" val="201375643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ver style 2-B">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665A34A-BFE3-41B0-83FD-6E8147E44019}"/>
              </a:ext>
            </a:extLst>
          </p:cNvPr>
          <p:cNvGraphicFramePr>
            <a:graphicFrameLocks noChangeAspect="1"/>
          </p:cNvGraphicFramePr>
          <p:nvPr userDrawn="1">
            <p:custDataLst>
              <p:tags r:id="rId1"/>
            </p:custDataLst>
            <p:extLst>
              <p:ext uri="{D42A27DB-BD31-4B8C-83A1-F6EECF244321}">
                <p14:modId xmlns:p14="http://schemas.microsoft.com/office/powerpoint/2010/main" val="3947124427"/>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a:extLst>
                          <a:ext uri="{FF2B5EF4-FFF2-40B4-BE49-F238E27FC236}">
                            <a16:creationId xmlns:a16="http://schemas.microsoft.com/office/drawing/2014/main" id="{0665A34A-BFE3-41B0-83FD-6E8147E44019}"/>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E7C9A26-A64F-4BD2-B42E-DE9FC2E36A4D}"/>
              </a:ext>
            </a:extLst>
          </p:cNvPr>
          <p:cNvSpPr/>
          <p:nvPr userDrawn="1"/>
        </p:nvSpPr>
        <p:spPr>
          <a:xfrm>
            <a:off x="0" y="0"/>
            <a:ext cx="24384000" cy="13716000"/>
          </a:xfrm>
          <a:prstGeom prst="rect">
            <a:avLst/>
          </a:prstGeom>
          <a:gradFill>
            <a:gsLst>
              <a:gs pos="0">
                <a:schemeClr val="accent4"/>
              </a:gs>
              <a:gs pos="100000">
                <a:srgbClr val="ACEA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9220" tIns="109220" rIns="109220" bIns="109220" rtlCol="0" anchor="ctr"/>
          <a:lstStyle/>
          <a:p>
            <a:pPr algn="l"/>
            <a:endParaRPr lang="en-GB" sz="3000" err="1">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10" name="Rectangle 9">
            <a:extLst>
              <a:ext uri="{FF2B5EF4-FFF2-40B4-BE49-F238E27FC236}">
                <a16:creationId xmlns:a16="http://schemas.microsoft.com/office/drawing/2014/main" id="{1F33E586-263B-4E54-B74B-2301AD5EF5F1}"/>
              </a:ext>
            </a:extLst>
          </p:cNvPr>
          <p:cNvSpPr>
            <a:spLocks noChangeAspect="1"/>
          </p:cNvSpPr>
          <p:nvPr userDrawn="1"/>
        </p:nvSpPr>
        <p:spPr>
          <a:xfrm>
            <a:off x="10285038" y="2743202"/>
            <a:ext cx="12657512" cy="9019656"/>
          </a:xfrm>
          <a:prstGeom prst="rect">
            <a:avLst/>
          </a:prstGeom>
          <a:gradFill>
            <a:gsLst>
              <a:gs pos="100000">
                <a:schemeClr val="accent1"/>
              </a:gs>
              <a:gs pos="0">
                <a:schemeClr val="accent5"/>
              </a:gs>
            </a:gsLst>
            <a:lin ang="0" scaled="0"/>
          </a:gradFill>
        </p:spPr>
        <p:txBody>
          <a:bodyPr vert="horz" lIns="360000" tIns="360000" rIns="360000" bIns="360000" rtlCol="0" anchor="t" anchorCtr="0">
            <a:noAutofit/>
          </a:bodyPr>
          <a:lstStyle/>
          <a:p>
            <a:pPr lvl="0">
              <a:lnSpc>
                <a:spcPct val="70000"/>
              </a:lnSpc>
              <a:spcBef>
                <a:spcPct val="0"/>
              </a:spcBef>
              <a:buNone/>
            </a:pPr>
            <a:endParaRPr lang="en-US" sz="17600" baseline="0" err="1">
              <a:solidFill>
                <a:schemeClr val="bg1"/>
              </a:solidFill>
              <a:latin typeface="DIN Next LT Arabic" panose="020B0503020203050203" pitchFamily="34" charset="-78"/>
              <a:ea typeface="+mj-ea"/>
              <a:cs typeface="DIN Next LT Arabic" panose="020B0503020203050203" pitchFamily="34" charset="-78"/>
              <a:sym typeface="DIN Next LT Arabic" panose="020B0503020203050203" pitchFamily="34" charset="-78"/>
            </a:endParaRPr>
          </a:p>
        </p:txBody>
      </p:sp>
      <p:sp>
        <p:nvSpPr>
          <p:cNvPr id="11" name="Title 1">
            <a:extLst>
              <a:ext uri="{FF2B5EF4-FFF2-40B4-BE49-F238E27FC236}">
                <a16:creationId xmlns:a16="http://schemas.microsoft.com/office/drawing/2014/main" id="{FA034333-5877-475E-A04E-16AD07AB0FCD}"/>
              </a:ext>
            </a:extLst>
          </p:cNvPr>
          <p:cNvSpPr txBox="1">
            <a:spLocks/>
          </p:cNvSpPr>
          <p:nvPr userDrawn="1"/>
        </p:nvSpPr>
        <p:spPr>
          <a:xfrm>
            <a:off x="10837768" y="3529398"/>
            <a:ext cx="11531964" cy="5806976"/>
          </a:xfrm>
          <a:prstGeom prst="rect">
            <a:avLst/>
          </a:prstGeom>
          <a:noFill/>
          <a:ln w="3175">
            <a:noFill/>
            <a:prstDash val="lgDash"/>
          </a:ln>
        </p:spPr>
        <p:txBody>
          <a:bodyPr vert="horz" lIns="0" tIns="0" rIns="0" bIns="0" rtlCol="0" anchor="t" anchorCtr="0">
            <a:noAutofit/>
          </a:bodyPr>
          <a:lstStyle>
            <a:lvl1pPr algn="r" defTabSz="914400" rtl="1" eaLnBrk="1" latinLnBrk="0" hangingPunct="1">
              <a:lnSpc>
                <a:spcPct val="90000"/>
              </a:lnSpc>
              <a:spcBef>
                <a:spcPct val="0"/>
              </a:spcBef>
              <a:buNone/>
              <a:defRPr sz="6600" b="1" kern="1200" baseline="0">
                <a:solidFill>
                  <a:schemeClr val="bg1"/>
                </a:solidFill>
                <a:latin typeface="DIN Next LT Arabic" panose="020B0503020203050203" pitchFamily="34" charset="-78"/>
                <a:ea typeface="+mj-ea"/>
                <a:cs typeface="DIN Next LT Arabic" panose="020B0503020203050203" pitchFamily="34" charset="-78"/>
              </a:defRPr>
            </a:lvl1pPr>
          </a:lstStyle>
          <a:p>
            <a:r>
              <a:rPr lang="en-GB" sz="12000">
                <a:latin typeface="DIN Next LT Arabic" panose="020B0503020203050203" pitchFamily="34" charset="-78"/>
                <a:cs typeface="DIN Next LT Arabic" panose="020B0503020203050203" pitchFamily="34" charset="-78"/>
                <a:sym typeface="DIN Next LT Arabic" panose="020B0503020203050203" pitchFamily="34" charset="-78"/>
              </a:rPr>
              <a:t>Title slide text only</a:t>
            </a:r>
            <a:endParaRPr lang="en-US" sz="12000">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12" name="Text Placeholder 3">
            <a:extLst>
              <a:ext uri="{FF2B5EF4-FFF2-40B4-BE49-F238E27FC236}">
                <a16:creationId xmlns:a16="http://schemas.microsoft.com/office/drawing/2014/main" id="{C17EC321-E8FA-4A99-BA72-9EAF62BC04AB}"/>
              </a:ext>
            </a:extLst>
          </p:cNvPr>
          <p:cNvSpPr>
            <a:spLocks noGrp="1"/>
          </p:cNvSpPr>
          <p:nvPr>
            <p:ph type="body" sz="quarter" idx="12"/>
          </p:nvPr>
        </p:nvSpPr>
        <p:spPr>
          <a:xfrm>
            <a:off x="10837768" y="9504306"/>
            <a:ext cx="11531964" cy="1633212"/>
          </a:xfrm>
          <a:ln w="3175">
            <a:noFill/>
            <a:prstDash val="lgDash"/>
          </a:ln>
        </p:spPr>
        <p:txBody>
          <a:bodyPr wrap="square" anchor="b">
            <a:noAutofit/>
          </a:bodyPr>
          <a:lstStyle>
            <a:lvl1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defRPr sz="28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buClr>
                <a:schemeClr val="bg1"/>
              </a:buClr>
              <a:defRPr sz="2200">
                <a:solidFill>
                  <a:schemeClr val="bg1"/>
                </a:solidFill>
              </a:defRPr>
            </a:lvl3pPr>
            <a:lvl4pPr>
              <a:buClr>
                <a:schemeClr val="bg1"/>
              </a:buClr>
              <a:defRPr sz="2200">
                <a:solidFill>
                  <a:schemeClr val="bg1"/>
                </a:solidFill>
              </a:defRPr>
            </a:lvl4pPr>
            <a:lvl5pPr>
              <a:buClr>
                <a:schemeClr val="bg1"/>
              </a:buClr>
              <a:defRPr sz="2200">
                <a:solidFill>
                  <a:schemeClr val="bg1"/>
                </a:solidFill>
              </a:defRPr>
            </a:lvl5pPr>
          </a:lstStyle>
          <a:p>
            <a:pPr lvl="0"/>
            <a:r>
              <a:rPr lang="en-US"/>
              <a:t>Click to edit Master text styles</a:t>
            </a:r>
          </a:p>
          <a:p>
            <a:pPr lvl="1"/>
            <a:r>
              <a:rPr lang="en-US"/>
              <a:t>Second level</a:t>
            </a:r>
          </a:p>
        </p:txBody>
      </p:sp>
      <p:sp>
        <p:nvSpPr>
          <p:cNvPr id="13" name="Freeform 19">
            <a:extLst>
              <a:ext uri="{FF2B5EF4-FFF2-40B4-BE49-F238E27FC236}">
                <a16:creationId xmlns:a16="http://schemas.microsoft.com/office/drawing/2014/main" id="{77B9FC36-ED64-416F-BFCE-489745A4860C}"/>
              </a:ext>
            </a:extLst>
          </p:cNvPr>
          <p:cNvSpPr>
            <a:spLocks noChangeAspect="1" noEditPoints="1"/>
          </p:cNvSpPr>
          <p:nvPr userDrawn="1"/>
        </p:nvSpPr>
        <p:spPr bwMode="auto">
          <a:xfrm>
            <a:off x="21119753" y="1082677"/>
            <a:ext cx="1822798" cy="742622"/>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182880" tIns="91440" rIns="182880" bIns="91440" numCol="1" anchor="t" anchorCtr="0" compatLnSpc="1">
            <a:prstTxWarp prst="textNoShape">
              <a:avLst/>
            </a:prstTxWarp>
          </a:bodyPr>
          <a:lstStyle/>
          <a:p>
            <a:pPr marL="0" marR="0" lvl="0" indent="0" algn="r" defTabSz="1828800" rtl="1"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chemeClr val="bg1"/>
              </a:solidFill>
              <a:effectLst/>
              <a:uLnTx/>
              <a:uFillTx/>
              <a:latin typeface="DIN Next LT Arabic" panose="020B0503020203050203" pitchFamily="34" charset="-78"/>
              <a:ea typeface="+mn-ea"/>
              <a:cs typeface="DIN Next LT Arabic" panose="020B0503020203050203" pitchFamily="34" charset="-78"/>
              <a:sym typeface="DIN Next LT Arabic" panose="020B0503020203050203" pitchFamily="34" charset="-78"/>
            </a:endParaRPr>
          </a:p>
        </p:txBody>
      </p:sp>
    </p:spTree>
    <p:extLst>
      <p:ext uri="{BB962C8B-B14F-4D97-AF65-F5344CB8AC3E}">
        <p14:creationId xmlns:p14="http://schemas.microsoft.com/office/powerpoint/2010/main" val="368238425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ver style 3-A">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F0C1698-BD00-4EFC-AE24-A6C38A6B748D}"/>
              </a:ext>
            </a:extLst>
          </p:cNvPr>
          <p:cNvGraphicFramePr>
            <a:graphicFrameLocks noChangeAspect="1"/>
          </p:cNvGraphicFramePr>
          <p:nvPr userDrawn="1">
            <p:custDataLst>
              <p:tags r:id="rId1"/>
            </p:custDataLst>
            <p:extLst>
              <p:ext uri="{D42A27DB-BD31-4B8C-83A1-F6EECF244321}">
                <p14:modId xmlns:p14="http://schemas.microsoft.com/office/powerpoint/2010/main" val="2869887050"/>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a:extLst>
                          <a:ext uri="{FF2B5EF4-FFF2-40B4-BE49-F238E27FC236}">
                            <a16:creationId xmlns:a16="http://schemas.microsoft.com/office/drawing/2014/main" id="{DF0C1698-BD00-4EFC-AE24-A6C38A6B748D}"/>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BE1C10C3-827B-49A6-893F-D8E3A612B3BF}"/>
              </a:ext>
            </a:extLst>
          </p:cNvPr>
          <p:cNvSpPr/>
          <p:nvPr userDrawn="1"/>
        </p:nvSpPr>
        <p:spPr>
          <a:xfrm>
            <a:off x="0" y="0"/>
            <a:ext cx="7871792" cy="13716000"/>
          </a:xfrm>
          <a:prstGeom prst="rect">
            <a:avLst/>
          </a:prstGeom>
          <a:solidFill>
            <a:schemeClr val="accent2"/>
          </a:solidFill>
          <a:ln w="12700" cap="flat" cmpd="sng" algn="ctr">
            <a:noFill/>
            <a:prstDash val="solid"/>
            <a:miter lim="800000"/>
          </a:ln>
          <a:effectLst/>
        </p:spPr>
        <p:txBody>
          <a:bodyPr wrap="none" lIns="109220" tIns="109220" rIns="109220" bIns="109220" rtlCol="0" anchor="ctr"/>
          <a:lstStyle/>
          <a:p>
            <a:pPr marR="0" lvl="0" indent="0" algn="ctr" fontAlgn="auto">
              <a:lnSpc>
                <a:spcPct val="100000"/>
              </a:lnSpc>
              <a:spcBef>
                <a:spcPts val="0"/>
              </a:spcBef>
              <a:spcAft>
                <a:spcPts val="0"/>
              </a:spcAft>
              <a:buClrTx/>
              <a:buSzTx/>
              <a:buFontTx/>
              <a:buNone/>
              <a:tabLst/>
            </a:pPr>
            <a:endParaRPr kumimoji="0" lang="en-GB" sz="1600" b="0" i="0" u="none" strike="noStrike" kern="0" cap="none" spc="0" normalizeH="0" baseline="0" noProof="0">
              <a:ln>
                <a:noFill/>
              </a:ln>
              <a:solidFill>
                <a:srgbClr val="FFFFFF"/>
              </a:solidFill>
              <a:effectLst/>
              <a:uLnTx/>
              <a:uFillTx/>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6" name="Title 1">
            <a:extLst>
              <a:ext uri="{FF2B5EF4-FFF2-40B4-BE49-F238E27FC236}">
                <a16:creationId xmlns:a16="http://schemas.microsoft.com/office/drawing/2014/main" id="{50035612-8634-48A3-9355-EEEE76087FA3}"/>
              </a:ext>
            </a:extLst>
          </p:cNvPr>
          <p:cNvSpPr>
            <a:spLocks noGrp="1"/>
          </p:cNvSpPr>
          <p:nvPr>
            <p:ph type="ctrTitle" hasCustomPrompt="1"/>
          </p:nvPr>
        </p:nvSpPr>
        <p:spPr>
          <a:xfrm>
            <a:off x="14822907" y="5627111"/>
            <a:ext cx="8116538" cy="3065630"/>
          </a:xfrm>
          <a:noFill/>
        </p:spPr>
        <p:txBody>
          <a:bodyPr vert="horz" lIns="0" tIns="0" rIns="0" bIns="0" anchor="t" anchorCtr="0"/>
          <a:lstStyle>
            <a:lvl1pPr algn="r">
              <a:defRPr sz="10800" baseline="0">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en-GB"/>
              <a:t>Title slide text only</a:t>
            </a:r>
            <a:endParaRPr lang="en-US"/>
          </a:p>
        </p:txBody>
      </p:sp>
      <p:sp>
        <p:nvSpPr>
          <p:cNvPr id="7" name="Text Placeholder 3">
            <a:extLst>
              <a:ext uri="{FF2B5EF4-FFF2-40B4-BE49-F238E27FC236}">
                <a16:creationId xmlns:a16="http://schemas.microsoft.com/office/drawing/2014/main" id="{1CE06135-4376-470B-9136-FE1565DB633F}"/>
              </a:ext>
            </a:extLst>
          </p:cNvPr>
          <p:cNvSpPr>
            <a:spLocks noGrp="1"/>
          </p:cNvSpPr>
          <p:nvPr>
            <p:ph type="body" sz="quarter" idx="13" hasCustomPrompt="1"/>
          </p:nvPr>
        </p:nvSpPr>
        <p:spPr>
          <a:xfrm>
            <a:off x="19851912" y="2768392"/>
            <a:ext cx="3087532" cy="1477328"/>
          </a:xfrm>
        </p:spPr>
        <p:txBody>
          <a:bodyPr wrap="square">
            <a:spAutoFit/>
          </a:bodyPr>
          <a:lstStyle>
            <a:lvl1pPr algn="r">
              <a:lnSpc>
                <a:spcPct val="80000"/>
              </a:lnSpc>
              <a:defRPr lang="en-US" sz="12000" kern="1200" baseline="0" dirty="0" smtClean="0">
                <a:solidFill>
                  <a:schemeClr val="tx2"/>
                </a:solidFill>
                <a:latin typeface="DIN Next LT Arabic" panose="020B0503020203050203" pitchFamily="34" charset="-78"/>
                <a:ea typeface="+mj-ea"/>
                <a:cs typeface="DIN Next LT Arabic" panose="020B0503020203050203" pitchFamily="34" charset="-78"/>
                <a:sym typeface="DIN Next LT Arabic" panose="020B0503020203050203" pitchFamily="34" charset="-78"/>
              </a:defRPr>
            </a:lvl1pPr>
          </a:lstStyle>
          <a:p>
            <a:pPr lvl="0"/>
            <a:r>
              <a:rPr lang="en-US"/>
              <a:t>00</a:t>
            </a:r>
          </a:p>
        </p:txBody>
      </p:sp>
      <p:sp>
        <p:nvSpPr>
          <p:cNvPr id="9" name="Picture Placeholder 16">
            <a:extLst>
              <a:ext uri="{FF2B5EF4-FFF2-40B4-BE49-F238E27FC236}">
                <a16:creationId xmlns:a16="http://schemas.microsoft.com/office/drawing/2014/main" id="{18C7026C-029A-4AB1-A634-0C67B54D21D1}"/>
              </a:ext>
            </a:extLst>
          </p:cNvPr>
          <p:cNvSpPr>
            <a:spLocks noGrp="1"/>
          </p:cNvSpPr>
          <p:nvPr>
            <p:ph type="pic" sz="quarter" idx="10"/>
          </p:nvPr>
        </p:nvSpPr>
        <p:spPr>
          <a:xfrm>
            <a:off x="1795179" y="1952626"/>
            <a:ext cx="12111382" cy="9815304"/>
          </a:xfrm>
          <a:gradFill>
            <a:gsLst>
              <a:gs pos="100000">
                <a:srgbClr val="ACEAFF"/>
              </a:gs>
              <a:gs pos="0">
                <a:schemeClr val="accent4"/>
              </a:gs>
            </a:gsLst>
            <a:lin ang="0" scaled="0"/>
          </a:gradFill>
        </p:spPr>
        <p:txBody>
          <a:bodyPr/>
          <a:lstStyle/>
          <a:p>
            <a:endParaRPr lang="en-US"/>
          </a:p>
        </p:txBody>
      </p:sp>
    </p:spTree>
    <p:extLst>
      <p:ext uri="{BB962C8B-B14F-4D97-AF65-F5344CB8AC3E}">
        <p14:creationId xmlns:p14="http://schemas.microsoft.com/office/powerpoint/2010/main" val="29519961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Header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45CDA42-2F5A-4857-AF5A-59C799D05511}"/>
              </a:ext>
            </a:extLst>
          </p:cNvPr>
          <p:cNvGraphicFramePr>
            <a:graphicFrameLocks noChangeAspect="1"/>
          </p:cNvGraphicFramePr>
          <p:nvPr userDrawn="1">
            <p:custDataLst>
              <p:tags r:id="rId1"/>
            </p:custDataLst>
            <p:extLst>
              <p:ext uri="{D42A27DB-BD31-4B8C-83A1-F6EECF244321}">
                <p14:modId xmlns:p14="http://schemas.microsoft.com/office/powerpoint/2010/main" val="188439126"/>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a:extLst>
                          <a:ext uri="{FF2B5EF4-FFF2-40B4-BE49-F238E27FC236}">
                            <a16:creationId xmlns:a16="http://schemas.microsoft.com/office/drawing/2014/main" id="{B45CDA42-2F5A-4857-AF5A-59C799D05511}"/>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140BDF6-1709-4038-8A40-FB1269320056}"/>
              </a:ext>
            </a:extLst>
          </p:cNvPr>
          <p:cNvSpPr>
            <a:spLocks noGrp="1"/>
          </p:cNvSpPr>
          <p:nvPr>
            <p:ph type="title"/>
          </p:nvPr>
        </p:nvSpPr>
        <p:spPr>
          <a:xfrm>
            <a:off x="1463676" y="1079998"/>
            <a:ext cx="21480324" cy="1206000"/>
          </a:xfrm>
        </p:spPr>
        <p:txBody>
          <a:bodyPr vert="horz"/>
          <a:lstStyle>
            <a:lvl1pPr>
              <a:defRPr>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en-US"/>
              <a:t>Click to edit Master title style</a:t>
            </a:r>
          </a:p>
        </p:txBody>
      </p:sp>
      <p:sp>
        <p:nvSpPr>
          <p:cNvPr id="85" name="object 7">
            <a:extLst>
              <a:ext uri="{FF2B5EF4-FFF2-40B4-BE49-F238E27FC236}">
                <a16:creationId xmlns:a16="http://schemas.microsoft.com/office/drawing/2014/main" id="{CC790043-FEBE-4052-9AC1-14F9D755B950}"/>
              </a:ext>
            </a:extLst>
          </p:cNvPr>
          <p:cNvSpPr txBox="1"/>
          <p:nvPr userDrawn="1"/>
        </p:nvSpPr>
        <p:spPr>
          <a:xfrm>
            <a:off x="1463676" y="4993350"/>
            <a:ext cx="2212172" cy="888524"/>
          </a:xfrm>
          <a:prstGeom prst="rect">
            <a:avLst/>
          </a:prstGeom>
        </p:spPr>
        <p:txBody>
          <a:bodyPr vert="horz" wrap="square" lIns="0" tIns="21220" rIns="0" bIns="0" rtlCol="0">
            <a:spAutoFit/>
          </a:bodyPr>
          <a:lstStyle/>
          <a:p>
            <a:pPr marL="21220">
              <a:lnSpc>
                <a:spcPct val="70000"/>
              </a:lnSpc>
            </a:pPr>
            <a:r>
              <a:rPr lang="en-US" sz="4000" spc="84">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DIN Next LT Arabic</a:t>
            </a:r>
            <a:endParaRPr sz="4000">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86" name="object 11">
            <a:extLst>
              <a:ext uri="{FF2B5EF4-FFF2-40B4-BE49-F238E27FC236}">
                <a16:creationId xmlns:a16="http://schemas.microsoft.com/office/drawing/2014/main" id="{45F9F208-C936-4D8D-B230-231D9CC4FF12}"/>
              </a:ext>
            </a:extLst>
          </p:cNvPr>
          <p:cNvSpPr txBox="1"/>
          <p:nvPr userDrawn="1"/>
        </p:nvSpPr>
        <p:spPr>
          <a:xfrm>
            <a:off x="1463676" y="2763079"/>
            <a:ext cx="5852160" cy="636980"/>
          </a:xfrm>
          <a:prstGeom prst="rect">
            <a:avLst/>
          </a:prstGeom>
        </p:spPr>
        <p:txBody>
          <a:bodyPr vert="horz" wrap="square" lIns="0" tIns="21220" rIns="0" bIns="0" rtlCol="0">
            <a:spAutoFit/>
          </a:bodyPr>
          <a:lstStyle/>
          <a:p>
            <a:pPr marL="21220">
              <a:spcBef>
                <a:spcPts val="168"/>
              </a:spcBef>
            </a:pPr>
            <a:r>
              <a:rPr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Typefaces - </a:t>
            </a:r>
            <a:r>
              <a:rPr sz="2000">
                <a:latin typeface="DIN Next LT Arabic" panose="020B0503020203050203" pitchFamily="34" charset="-78"/>
                <a:cs typeface="DIN Next LT Arabic" panose="020B0503020203050203" pitchFamily="34" charset="-78"/>
                <a:sym typeface="DIN Next LT Arabic" panose="020B0503020203050203" pitchFamily="34" charset="-78"/>
              </a:rPr>
              <a:t>Use compatible fonts (TTF) if output is for PowerPoint.</a:t>
            </a:r>
          </a:p>
        </p:txBody>
      </p:sp>
      <p:sp>
        <p:nvSpPr>
          <p:cNvPr id="87" name="object 14">
            <a:extLst>
              <a:ext uri="{FF2B5EF4-FFF2-40B4-BE49-F238E27FC236}">
                <a16:creationId xmlns:a16="http://schemas.microsoft.com/office/drawing/2014/main" id="{F56EDE2F-3122-4323-AF42-2DAB839217DA}"/>
              </a:ext>
            </a:extLst>
          </p:cNvPr>
          <p:cNvSpPr txBox="1"/>
          <p:nvPr userDrawn="1"/>
        </p:nvSpPr>
        <p:spPr>
          <a:xfrm>
            <a:off x="1463677" y="3546196"/>
            <a:ext cx="1023037" cy="329204"/>
          </a:xfrm>
          <a:prstGeom prst="rect">
            <a:avLst/>
          </a:prstGeom>
        </p:spPr>
        <p:txBody>
          <a:bodyPr vert="horz" wrap="none" lIns="0" tIns="21220" rIns="0" bIns="0" rtlCol="0">
            <a:spAutoFit/>
          </a:bodyPr>
          <a:lstStyle/>
          <a:p>
            <a:pPr marL="21220">
              <a:spcBef>
                <a:spcPts val="168"/>
              </a:spcBef>
            </a:pPr>
            <a:r>
              <a:rPr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Headline</a:t>
            </a:r>
          </a:p>
        </p:txBody>
      </p:sp>
      <p:sp>
        <p:nvSpPr>
          <p:cNvPr id="88" name="object 14">
            <a:extLst>
              <a:ext uri="{FF2B5EF4-FFF2-40B4-BE49-F238E27FC236}">
                <a16:creationId xmlns:a16="http://schemas.microsoft.com/office/drawing/2014/main" id="{CC2A017F-6855-4435-A4B7-0754CA5DC349}"/>
              </a:ext>
            </a:extLst>
          </p:cNvPr>
          <p:cNvSpPr txBox="1"/>
          <p:nvPr userDrawn="1"/>
        </p:nvSpPr>
        <p:spPr>
          <a:xfrm>
            <a:off x="1463677" y="4052052"/>
            <a:ext cx="586058" cy="915576"/>
          </a:xfrm>
          <a:prstGeom prst="rect">
            <a:avLst/>
          </a:prstGeom>
        </p:spPr>
        <p:txBody>
          <a:bodyPr vert="horz" wrap="none" lIns="0" tIns="0" rIns="0" bIns="0" rtlCol="0">
            <a:noAutofit/>
          </a:bodyPr>
          <a:lstStyle/>
          <a:p>
            <a:pPr>
              <a:lnSpc>
                <a:spcPct val="70000"/>
              </a:lnSpc>
            </a:pPr>
            <a:r>
              <a:rPr sz="8000">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Aa</a:t>
            </a:r>
          </a:p>
        </p:txBody>
      </p:sp>
      <p:sp>
        <p:nvSpPr>
          <p:cNvPr id="89" name="object 14">
            <a:extLst>
              <a:ext uri="{FF2B5EF4-FFF2-40B4-BE49-F238E27FC236}">
                <a16:creationId xmlns:a16="http://schemas.microsoft.com/office/drawing/2014/main" id="{869D6BB8-31B9-4A6E-AD93-45C0ADDDC2CF}"/>
              </a:ext>
            </a:extLst>
          </p:cNvPr>
          <p:cNvSpPr txBox="1"/>
          <p:nvPr userDrawn="1"/>
        </p:nvSpPr>
        <p:spPr>
          <a:xfrm>
            <a:off x="4197133" y="3546196"/>
            <a:ext cx="585417" cy="329204"/>
          </a:xfrm>
          <a:prstGeom prst="rect">
            <a:avLst/>
          </a:prstGeom>
        </p:spPr>
        <p:txBody>
          <a:bodyPr vert="horz" wrap="none" lIns="0" tIns="21220" rIns="0" bIns="0" rtlCol="0">
            <a:spAutoFit/>
          </a:bodyPr>
          <a:lstStyle/>
          <a:p>
            <a:pPr marL="21220">
              <a:spcBef>
                <a:spcPts val="168"/>
              </a:spcBef>
            </a:pPr>
            <a:r>
              <a:rPr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Body</a:t>
            </a:r>
          </a:p>
        </p:txBody>
      </p:sp>
      <p:sp>
        <p:nvSpPr>
          <p:cNvPr id="90" name="object 7">
            <a:extLst>
              <a:ext uri="{FF2B5EF4-FFF2-40B4-BE49-F238E27FC236}">
                <a16:creationId xmlns:a16="http://schemas.microsoft.com/office/drawing/2014/main" id="{9082B2CF-0B67-451A-9A35-5B20D56EE8E8}"/>
              </a:ext>
            </a:extLst>
          </p:cNvPr>
          <p:cNvSpPr txBox="1"/>
          <p:nvPr userDrawn="1"/>
        </p:nvSpPr>
        <p:spPr>
          <a:xfrm>
            <a:off x="4223384" y="4993350"/>
            <a:ext cx="2212172" cy="883202"/>
          </a:xfrm>
          <a:prstGeom prst="rect">
            <a:avLst/>
          </a:prstGeom>
        </p:spPr>
        <p:txBody>
          <a:bodyPr vert="horz" wrap="square" lIns="0" tIns="21220" rIns="0" bIns="0" rtlCol="0">
            <a:spAutoFit/>
          </a:bodyPr>
          <a:lstStyle/>
          <a:p>
            <a:pPr marL="21220"/>
            <a:r>
              <a:rPr lang="en-US" sz="2800" spc="84">
                <a:latin typeface="DIN Next LT Arabic" panose="020B0503020203050203" pitchFamily="34" charset="-78"/>
                <a:cs typeface="DIN Next LT Arabic" panose="020B0503020203050203" pitchFamily="34" charset="-78"/>
                <a:sym typeface="DIN Next LT Arabic" panose="020B0503020203050203" pitchFamily="34" charset="-78"/>
              </a:rPr>
              <a:t>DIN Next LT Arabic</a:t>
            </a:r>
          </a:p>
        </p:txBody>
      </p:sp>
      <p:sp>
        <p:nvSpPr>
          <p:cNvPr id="91" name="object 14">
            <a:extLst>
              <a:ext uri="{FF2B5EF4-FFF2-40B4-BE49-F238E27FC236}">
                <a16:creationId xmlns:a16="http://schemas.microsoft.com/office/drawing/2014/main" id="{CD8EC745-B9F6-4ECB-9D8D-9FB6D7548A63}"/>
              </a:ext>
            </a:extLst>
          </p:cNvPr>
          <p:cNvSpPr txBox="1"/>
          <p:nvPr userDrawn="1"/>
        </p:nvSpPr>
        <p:spPr>
          <a:xfrm>
            <a:off x="4228227" y="3900540"/>
            <a:ext cx="586058" cy="1067088"/>
          </a:xfrm>
          <a:prstGeom prst="rect">
            <a:avLst/>
          </a:prstGeom>
        </p:spPr>
        <p:txBody>
          <a:bodyPr vert="horz" wrap="none" lIns="0" tIns="0" rIns="0" bIns="0" rtlCol="0">
            <a:noAutofit/>
          </a:bodyPr>
          <a:lstStyle/>
          <a:p>
            <a:r>
              <a:rPr sz="6934">
                <a:latin typeface="DIN Next LT Arabic" panose="020B0503020203050203" pitchFamily="34" charset="-78"/>
                <a:cs typeface="DIN Next LT Arabic" panose="020B0503020203050203" pitchFamily="34" charset="-78"/>
                <a:sym typeface="DIN Next LT Arabic" panose="020B0503020203050203" pitchFamily="34" charset="-78"/>
              </a:rPr>
              <a:t>Aa</a:t>
            </a:r>
          </a:p>
        </p:txBody>
      </p:sp>
      <p:sp>
        <p:nvSpPr>
          <p:cNvPr id="92" name="Rectangle 91">
            <a:extLst>
              <a:ext uri="{FF2B5EF4-FFF2-40B4-BE49-F238E27FC236}">
                <a16:creationId xmlns:a16="http://schemas.microsoft.com/office/drawing/2014/main" id="{459A0548-5D47-442B-9D7B-AD25C9E9BBDC}"/>
              </a:ext>
            </a:extLst>
          </p:cNvPr>
          <p:cNvSpPr/>
          <p:nvPr userDrawn="1"/>
        </p:nvSpPr>
        <p:spPr>
          <a:xfrm>
            <a:off x="1463676" y="6133986"/>
            <a:ext cx="5852160" cy="18478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220" tIns="109220" rIns="109220" bIns="109220" rtlCol="0" anchor="ctr"/>
          <a:lstStyle/>
          <a:p>
            <a:pPr algn="l"/>
            <a:r>
              <a:rPr lang="en-GB" sz="2000" b="1">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Note:</a:t>
            </a:r>
            <a:r>
              <a:rPr lang="en-GB" sz="20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 This template is built based on six column guide and will give the flexibly to work on two and three column formats. Before continuing, be sure that the Guides are turned on. Click on the View menu option and then check Guides.</a:t>
            </a:r>
          </a:p>
        </p:txBody>
      </p:sp>
      <p:sp>
        <p:nvSpPr>
          <p:cNvPr id="93" name="Rectangle 92">
            <a:extLst>
              <a:ext uri="{FF2B5EF4-FFF2-40B4-BE49-F238E27FC236}">
                <a16:creationId xmlns:a16="http://schemas.microsoft.com/office/drawing/2014/main" id="{607474EB-D790-4BB8-951F-F12918C198D8}"/>
              </a:ext>
            </a:extLst>
          </p:cNvPr>
          <p:cNvSpPr/>
          <p:nvPr userDrawn="1"/>
        </p:nvSpPr>
        <p:spPr>
          <a:xfrm>
            <a:off x="17466068" y="6257057"/>
            <a:ext cx="1097280" cy="822450"/>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endPar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94" name="Rectangle 93">
            <a:extLst>
              <a:ext uri="{FF2B5EF4-FFF2-40B4-BE49-F238E27FC236}">
                <a16:creationId xmlns:a16="http://schemas.microsoft.com/office/drawing/2014/main" id="{AEF03E68-3E44-4794-B5F0-B65F17F7326B}"/>
              </a:ext>
            </a:extLst>
          </p:cNvPr>
          <p:cNvSpPr/>
          <p:nvPr userDrawn="1"/>
        </p:nvSpPr>
        <p:spPr>
          <a:xfrm>
            <a:off x="20133298" y="6257057"/>
            <a:ext cx="1097280" cy="822450"/>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endPar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95" name="TextBox 94">
            <a:extLst>
              <a:ext uri="{FF2B5EF4-FFF2-40B4-BE49-F238E27FC236}">
                <a16:creationId xmlns:a16="http://schemas.microsoft.com/office/drawing/2014/main" id="{317710EE-59F8-40C4-BD02-AF5AC3A7BF80}"/>
              </a:ext>
            </a:extLst>
          </p:cNvPr>
          <p:cNvSpPr txBox="1"/>
          <p:nvPr userDrawn="1"/>
        </p:nvSpPr>
        <p:spPr>
          <a:xfrm>
            <a:off x="18710831" y="6207839"/>
            <a:ext cx="1274986" cy="923330"/>
          </a:xfrm>
          <a:prstGeom prst="rect">
            <a:avLst/>
          </a:prstGeom>
          <a:noFill/>
        </p:spPr>
        <p:txBody>
          <a:bodyPr wrap="square" lIns="0" tIns="0" rIns="0" bIns="0" rtlCol="0" anchor="ctr">
            <a:spAutoFit/>
          </a:bodyPr>
          <a:lstStyle>
            <a:defPPr>
              <a:defRPr lang="en-US"/>
            </a:defPPr>
            <a:lvl1pPr>
              <a:spcAft>
                <a:spcPts val="600"/>
              </a:spcAft>
              <a:defRPr sz="1000"/>
            </a:lvl1pPr>
          </a:lstStyle>
          <a:p>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Purple/</a:t>
            </a:r>
            <a:br>
              <a:rPr lang="en-GB" sz="2000">
                <a:latin typeface="DIN Next LT Arabic" panose="020B0503020203050203" pitchFamily="34" charset="-78"/>
                <a:cs typeface="DIN Next LT Arabic" panose="020B0503020203050203" pitchFamily="34" charset="-78"/>
                <a:sym typeface="DIN Next LT Arabic" panose="020B0503020203050203" pitchFamily="34" charset="-78"/>
              </a:rPr>
            </a:b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Cobalt gradient</a:t>
            </a:r>
          </a:p>
        </p:txBody>
      </p:sp>
      <p:sp>
        <p:nvSpPr>
          <p:cNvPr id="96" name="TextBox 95">
            <a:extLst>
              <a:ext uri="{FF2B5EF4-FFF2-40B4-BE49-F238E27FC236}">
                <a16:creationId xmlns:a16="http://schemas.microsoft.com/office/drawing/2014/main" id="{90862F31-BF10-4112-994C-F9296338B03B}"/>
              </a:ext>
            </a:extLst>
          </p:cNvPr>
          <p:cNvSpPr txBox="1"/>
          <p:nvPr userDrawn="1"/>
        </p:nvSpPr>
        <p:spPr>
          <a:xfrm>
            <a:off x="17466069" y="2651126"/>
            <a:ext cx="5477930" cy="3262432"/>
          </a:xfrm>
          <a:prstGeom prst="rect">
            <a:avLst/>
          </a:prstGeom>
          <a:noFill/>
        </p:spPr>
        <p:txBody>
          <a:bodyPr wrap="square" lIns="0" tIns="0" rIns="0" bIns="0" rtlCol="0">
            <a:spAutoFit/>
          </a:bodyPr>
          <a:lstStyle/>
          <a:p>
            <a:pPr algn="l">
              <a:spcAft>
                <a:spcPts val="1200"/>
              </a:spcAft>
            </a:pPr>
            <a:r>
              <a:rPr lang="en-US" sz="22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Gradients</a:t>
            </a:r>
          </a:p>
          <a:p>
            <a:pPr marL="342900" indent="-342900" algn="l">
              <a:spcAft>
                <a:spcPts val="1200"/>
              </a:spcAft>
              <a:buFont typeface="Arial" panose="020B0604020202020204" pitchFamily="34" charset="0"/>
              <a:buChar char="•"/>
            </a:pPr>
            <a:r>
              <a:rPr lang="en-GB" sz="2000" b="0">
                <a:latin typeface="DIN Next LT Arabic" panose="020B0503020203050203" pitchFamily="34" charset="-78"/>
                <a:cs typeface="DIN Next LT Arabic" panose="020B0503020203050203" pitchFamily="34" charset="-78"/>
                <a:sym typeface="DIN Next LT Arabic" panose="020B0503020203050203" pitchFamily="34" charset="-78"/>
              </a:rPr>
              <a:t>The colors are applied at both ends of the gradient, at 0% and 100%locations</a:t>
            </a:r>
          </a:p>
          <a:p>
            <a:pPr marL="342900" indent="-342900" algn="l">
              <a:spcAft>
                <a:spcPts val="1200"/>
              </a:spcAft>
              <a:buFont typeface="Arial" panose="020B0604020202020204" pitchFamily="34" charset="0"/>
              <a:buChar char="•"/>
            </a:pPr>
            <a:r>
              <a:rPr lang="en-GB" sz="2000" b="0">
                <a:latin typeface="DIN Next LT Arabic" panose="020B0503020203050203" pitchFamily="34" charset="-78"/>
                <a:cs typeface="DIN Next LT Arabic" panose="020B0503020203050203" pitchFamily="34" charset="-78"/>
                <a:sym typeface="DIN Next LT Arabic" panose="020B0503020203050203" pitchFamily="34" charset="-78"/>
              </a:rPr>
              <a:t>The mid-point is at 50%</a:t>
            </a:r>
          </a:p>
          <a:p>
            <a:pPr marL="342900" indent="-342900" algn="l">
              <a:spcAft>
                <a:spcPts val="1200"/>
              </a:spcAft>
              <a:buFont typeface="Arial" panose="020B0604020202020204" pitchFamily="34" charset="0"/>
              <a:buChar char="•"/>
            </a:pPr>
            <a:r>
              <a:rPr lang="en-GB" sz="2000" b="0">
                <a:latin typeface="DIN Next LT Arabic" panose="020B0503020203050203" pitchFamily="34" charset="-78"/>
                <a:cs typeface="DIN Next LT Arabic" panose="020B0503020203050203" pitchFamily="34" charset="-78"/>
                <a:sym typeface="DIN Next LT Arabic" panose="020B0503020203050203" pitchFamily="34" charset="-78"/>
              </a:rPr>
              <a:t>The gradients are used at a 0º angle</a:t>
            </a:r>
          </a:p>
          <a:p>
            <a:pPr marL="342900" indent="-342900" algn="l">
              <a:spcAft>
                <a:spcPts val="1200"/>
              </a:spcAft>
              <a:buFont typeface="Arial" panose="020B0604020202020204" pitchFamily="34" charset="0"/>
              <a:buChar char="•"/>
            </a:pPr>
            <a:r>
              <a:rPr lang="en-GB" sz="2000" b="0">
                <a:latin typeface="DIN Next LT Arabic" panose="020B0503020203050203" pitchFamily="34" charset="-78"/>
                <a:cs typeface="DIN Next LT Arabic" panose="020B0503020203050203" pitchFamily="34" charset="-78"/>
                <a:sym typeface="DIN Next LT Arabic" panose="020B0503020203050203" pitchFamily="34" charset="-78"/>
              </a:rPr>
              <a:t>Use the linear gradient, never radial</a:t>
            </a:r>
          </a:p>
          <a:p>
            <a:pPr marL="342900" indent="-342900" algn="l">
              <a:spcAft>
                <a:spcPts val="1200"/>
              </a:spcAft>
              <a:buFont typeface="Arial" panose="020B0604020202020204" pitchFamily="34" charset="0"/>
              <a:buChar char="•"/>
            </a:pPr>
            <a:r>
              <a:rPr lang="en-GB" sz="2000" b="0">
                <a:latin typeface="DIN Next LT Arabic" panose="020B0503020203050203" pitchFamily="34" charset="-78"/>
                <a:cs typeface="DIN Next LT Arabic" panose="020B0503020203050203" pitchFamily="34" charset="-78"/>
                <a:sym typeface="DIN Next LT Arabic" panose="020B0503020203050203" pitchFamily="34" charset="-78"/>
              </a:rPr>
              <a:t>Do not create new gradients; use only the gradients shown here</a:t>
            </a:r>
            <a:endParaRPr lang="en-US" sz="2000" b="0">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97" name="TextBox 96">
            <a:extLst>
              <a:ext uri="{FF2B5EF4-FFF2-40B4-BE49-F238E27FC236}">
                <a16:creationId xmlns:a16="http://schemas.microsoft.com/office/drawing/2014/main" id="{CD5009EA-342A-4500-8CEC-75A66CFF8A74}"/>
              </a:ext>
            </a:extLst>
          </p:cNvPr>
          <p:cNvSpPr txBox="1"/>
          <p:nvPr userDrawn="1"/>
        </p:nvSpPr>
        <p:spPr>
          <a:xfrm>
            <a:off x="15622613" y="6595751"/>
            <a:ext cx="718145"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Grey 3</a:t>
            </a:r>
          </a:p>
        </p:txBody>
      </p:sp>
      <p:sp>
        <p:nvSpPr>
          <p:cNvPr id="98" name="TextBox 97">
            <a:extLst>
              <a:ext uri="{FF2B5EF4-FFF2-40B4-BE49-F238E27FC236}">
                <a16:creationId xmlns:a16="http://schemas.microsoft.com/office/drawing/2014/main" id="{C1AE71E0-3AD8-4C17-8718-268BBC37EE95}"/>
              </a:ext>
            </a:extLst>
          </p:cNvPr>
          <p:cNvSpPr txBox="1"/>
          <p:nvPr userDrawn="1"/>
        </p:nvSpPr>
        <p:spPr>
          <a:xfrm>
            <a:off x="15622613" y="4551523"/>
            <a:ext cx="718145"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Grey 1</a:t>
            </a:r>
          </a:p>
        </p:txBody>
      </p:sp>
      <p:sp>
        <p:nvSpPr>
          <p:cNvPr id="99" name="TextBox 98">
            <a:extLst>
              <a:ext uri="{FF2B5EF4-FFF2-40B4-BE49-F238E27FC236}">
                <a16:creationId xmlns:a16="http://schemas.microsoft.com/office/drawing/2014/main" id="{548B9553-339E-4A4B-A2A6-E5335D4D7A77}"/>
              </a:ext>
            </a:extLst>
          </p:cNvPr>
          <p:cNvSpPr txBox="1"/>
          <p:nvPr userDrawn="1"/>
        </p:nvSpPr>
        <p:spPr>
          <a:xfrm>
            <a:off x="15622613" y="7617865"/>
            <a:ext cx="718145"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Grey 4</a:t>
            </a:r>
          </a:p>
        </p:txBody>
      </p:sp>
      <p:sp>
        <p:nvSpPr>
          <p:cNvPr id="100" name="TextBox 99">
            <a:extLst>
              <a:ext uri="{FF2B5EF4-FFF2-40B4-BE49-F238E27FC236}">
                <a16:creationId xmlns:a16="http://schemas.microsoft.com/office/drawing/2014/main" id="{E5F60CB7-DABF-4632-8547-0D42F0B20BFD}"/>
              </a:ext>
            </a:extLst>
          </p:cNvPr>
          <p:cNvSpPr txBox="1"/>
          <p:nvPr userDrawn="1"/>
        </p:nvSpPr>
        <p:spPr>
          <a:xfrm>
            <a:off x="15622613" y="8639979"/>
            <a:ext cx="718145"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Grey 5</a:t>
            </a:r>
          </a:p>
        </p:txBody>
      </p:sp>
      <p:sp>
        <p:nvSpPr>
          <p:cNvPr id="101" name="TextBox 100">
            <a:extLst>
              <a:ext uri="{FF2B5EF4-FFF2-40B4-BE49-F238E27FC236}">
                <a16:creationId xmlns:a16="http://schemas.microsoft.com/office/drawing/2014/main" id="{E44E275E-D4D0-4346-8E38-B250EEE1478E}"/>
              </a:ext>
            </a:extLst>
          </p:cNvPr>
          <p:cNvSpPr txBox="1"/>
          <p:nvPr userDrawn="1"/>
        </p:nvSpPr>
        <p:spPr>
          <a:xfrm>
            <a:off x="15622613" y="5573637"/>
            <a:ext cx="718145"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Grey 2</a:t>
            </a:r>
          </a:p>
        </p:txBody>
      </p:sp>
      <p:sp>
        <p:nvSpPr>
          <p:cNvPr id="102" name="object 12">
            <a:extLst>
              <a:ext uri="{FF2B5EF4-FFF2-40B4-BE49-F238E27FC236}">
                <a16:creationId xmlns:a16="http://schemas.microsoft.com/office/drawing/2014/main" id="{A0216981-8F63-4E79-9127-20EF0EB85D1B}"/>
              </a:ext>
            </a:extLst>
          </p:cNvPr>
          <p:cNvSpPr txBox="1"/>
          <p:nvPr userDrawn="1"/>
        </p:nvSpPr>
        <p:spPr>
          <a:xfrm>
            <a:off x="8153917" y="2651126"/>
            <a:ext cx="5960042" cy="359981"/>
          </a:xfrm>
          <a:prstGeom prst="rect">
            <a:avLst/>
          </a:prstGeom>
        </p:spPr>
        <p:txBody>
          <a:bodyPr vert="horz" wrap="square" lIns="0" tIns="21220" rIns="0" bIns="0" rtlCol="0">
            <a:spAutoFit/>
          </a:bodyPr>
          <a:lstStyle/>
          <a:p>
            <a:pPr marL="21220">
              <a:spcBef>
                <a:spcPts val="168"/>
              </a:spcBef>
            </a:pPr>
            <a:r>
              <a:rPr sz="22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Colour palette </a:t>
            </a:r>
            <a:r>
              <a:rPr lang="en-US" sz="22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a:t>
            </a:r>
            <a:r>
              <a:rPr sz="22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 </a:t>
            </a:r>
            <a:r>
              <a:rPr lang="en-GB" sz="2200">
                <a:latin typeface="DIN Next LT Arabic" panose="020B0503020203050203" pitchFamily="34" charset="-78"/>
                <a:cs typeface="DIN Next LT Arabic" panose="020B0503020203050203" pitchFamily="34" charset="-78"/>
                <a:sym typeface="DIN Next LT Arabic" panose="020B0503020203050203" pitchFamily="34" charset="-78"/>
              </a:rPr>
              <a:t>Standard KPMG Colours</a:t>
            </a:r>
            <a:endParaRPr sz="2200">
              <a:latin typeface="DIN Next LT Arabic" panose="020B0503020203050203" pitchFamily="34" charset="-78"/>
              <a:cs typeface="DIN Next LT Arabic" panose="020B0503020203050203" pitchFamily="34" charset="-78"/>
              <a:sym typeface="DIN Next LT Arabic" panose="020B0503020203050203" pitchFamily="34" charset="-78"/>
            </a:endParaRPr>
          </a:p>
        </p:txBody>
      </p:sp>
      <p:sp>
        <p:nvSpPr>
          <p:cNvPr id="103" name="TextBox 102">
            <a:extLst>
              <a:ext uri="{FF2B5EF4-FFF2-40B4-BE49-F238E27FC236}">
                <a16:creationId xmlns:a16="http://schemas.microsoft.com/office/drawing/2014/main" id="{31241172-4C8D-46B6-9E92-6C521FC97505}"/>
              </a:ext>
            </a:extLst>
          </p:cNvPr>
          <p:cNvSpPr txBox="1"/>
          <p:nvPr userDrawn="1"/>
        </p:nvSpPr>
        <p:spPr>
          <a:xfrm>
            <a:off x="8153916" y="3530539"/>
            <a:ext cx="2728092" cy="615553"/>
          </a:xfrm>
          <a:prstGeom prst="rect">
            <a:avLst/>
          </a:prstGeom>
          <a:noFill/>
        </p:spPr>
        <p:txBody>
          <a:bodyPr wrap="square" lIns="0" tIns="0" rIns="0" bIns="0" rtlCol="0">
            <a:spAutoFit/>
          </a:bodyPr>
          <a:lstStyle/>
          <a:p>
            <a:pPr algn="l">
              <a:spcAft>
                <a:spcPts val="1200"/>
              </a:spcAft>
            </a:pPr>
            <a:r>
              <a:rPr lang="en-US"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Primary </a:t>
            </a:r>
            <a:br>
              <a:rPr lang="en-US"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br>
            <a:r>
              <a:rPr lang="en-US"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Colors</a:t>
            </a:r>
          </a:p>
        </p:txBody>
      </p:sp>
      <p:sp>
        <p:nvSpPr>
          <p:cNvPr id="104" name="TextBox 103">
            <a:extLst>
              <a:ext uri="{FF2B5EF4-FFF2-40B4-BE49-F238E27FC236}">
                <a16:creationId xmlns:a16="http://schemas.microsoft.com/office/drawing/2014/main" id="{C9E7B0CF-AEFD-4D5E-8A4C-807B45A27781}"/>
              </a:ext>
            </a:extLst>
          </p:cNvPr>
          <p:cNvSpPr txBox="1"/>
          <p:nvPr userDrawn="1"/>
        </p:nvSpPr>
        <p:spPr>
          <a:xfrm>
            <a:off x="11360666" y="3222763"/>
            <a:ext cx="2790824" cy="923330"/>
          </a:xfrm>
          <a:prstGeom prst="rect">
            <a:avLst/>
          </a:prstGeom>
          <a:noFill/>
        </p:spPr>
        <p:txBody>
          <a:bodyPr wrap="square" lIns="0" tIns="0" rIns="0" bIns="0" rtlCol="0">
            <a:spAutoFit/>
          </a:bodyPr>
          <a:lstStyle/>
          <a:p>
            <a:pPr algn="l">
              <a:spcAft>
                <a:spcPts val="1200"/>
              </a:spcAft>
            </a:pPr>
            <a:r>
              <a:rPr lang="en-US"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Accent Colors for Infographics and charts only</a:t>
            </a:r>
          </a:p>
        </p:txBody>
      </p:sp>
      <p:sp>
        <p:nvSpPr>
          <p:cNvPr id="105" name="Rectangle 104">
            <a:extLst>
              <a:ext uri="{FF2B5EF4-FFF2-40B4-BE49-F238E27FC236}">
                <a16:creationId xmlns:a16="http://schemas.microsoft.com/office/drawing/2014/main" id="{D627D661-3C30-48B0-A851-AD955AFD6842}"/>
              </a:ext>
            </a:extLst>
          </p:cNvPr>
          <p:cNvSpPr/>
          <p:nvPr userDrawn="1"/>
        </p:nvSpPr>
        <p:spPr>
          <a:xfrm>
            <a:off x="8182854" y="5299833"/>
            <a:ext cx="1097280" cy="822450"/>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30</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73</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226</a:t>
            </a:r>
          </a:p>
        </p:txBody>
      </p:sp>
      <p:sp>
        <p:nvSpPr>
          <p:cNvPr id="106" name="Rectangle 105">
            <a:extLst>
              <a:ext uri="{FF2B5EF4-FFF2-40B4-BE49-F238E27FC236}">
                <a16:creationId xmlns:a16="http://schemas.microsoft.com/office/drawing/2014/main" id="{7B7E5966-055B-4A98-AB02-AACACB297980}"/>
              </a:ext>
            </a:extLst>
          </p:cNvPr>
          <p:cNvSpPr/>
          <p:nvPr userDrawn="1"/>
        </p:nvSpPr>
        <p:spPr>
          <a:xfrm>
            <a:off x="8182854" y="4270709"/>
            <a:ext cx="1097280" cy="82245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0</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141</a:t>
            </a:r>
          </a:p>
        </p:txBody>
      </p:sp>
      <p:sp>
        <p:nvSpPr>
          <p:cNvPr id="107" name="Rectangle 106">
            <a:extLst>
              <a:ext uri="{FF2B5EF4-FFF2-40B4-BE49-F238E27FC236}">
                <a16:creationId xmlns:a16="http://schemas.microsoft.com/office/drawing/2014/main" id="{BE3D2069-A4CE-4DA3-A2A2-C8033CA4E536}"/>
              </a:ext>
            </a:extLst>
          </p:cNvPr>
          <p:cNvSpPr/>
          <p:nvPr userDrawn="1"/>
        </p:nvSpPr>
        <p:spPr>
          <a:xfrm>
            <a:off x="8182854" y="6328955"/>
            <a:ext cx="1097280" cy="822450"/>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35</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60</a:t>
            </a:r>
          </a:p>
        </p:txBody>
      </p:sp>
      <p:sp>
        <p:nvSpPr>
          <p:cNvPr id="108" name="Rectangle 107">
            <a:extLst>
              <a:ext uri="{FF2B5EF4-FFF2-40B4-BE49-F238E27FC236}">
                <a16:creationId xmlns:a16="http://schemas.microsoft.com/office/drawing/2014/main" id="{F71A2664-6926-4485-A9B6-1CEC3F0E086C}"/>
              </a:ext>
            </a:extLst>
          </p:cNvPr>
          <p:cNvSpPr/>
          <p:nvPr userDrawn="1"/>
        </p:nvSpPr>
        <p:spPr>
          <a:xfrm>
            <a:off x="8182854" y="7358079"/>
            <a:ext cx="1097280" cy="822450"/>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172</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234</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p:txBody>
      </p:sp>
      <p:sp>
        <p:nvSpPr>
          <p:cNvPr id="109" name="Rectangle 108">
            <a:extLst>
              <a:ext uri="{FF2B5EF4-FFF2-40B4-BE49-F238E27FC236}">
                <a16:creationId xmlns:a16="http://schemas.microsoft.com/office/drawing/2014/main" id="{18C6AC56-41DE-485E-B6CA-EC4E39BC8267}"/>
              </a:ext>
            </a:extLst>
          </p:cNvPr>
          <p:cNvSpPr/>
          <p:nvPr userDrawn="1"/>
        </p:nvSpPr>
        <p:spPr>
          <a:xfrm>
            <a:off x="8182854" y="8380189"/>
            <a:ext cx="1097280" cy="82245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0</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184</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245</a:t>
            </a:r>
          </a:p>
        </p:txBody>
      </p:sp>
      <p:sp>
        <p:nvSpPr>
          <p:cNvPr id="110" name="Rectangle 109">
            <a:extLst>
              <a:ext uri="{FF2B5EF4-FFF2-40B4-BE49-F238E27FC236}">
                <a16:creationId xmlns:a16="http://schemas.microsoft.com/office/drawing/2014/main" id="{E3E3AAB5-542F-462D-AA8F-CE5D7ECF2BB3}"/>
              </a:ext>
            </a:extLst>
          </p:cNvPr>
          <p:cNvSpPr/>
          <p:nvPr userDrawn="1"/>
        </p:nvSpPr>
        <p:spPr>
          <a:xfrm>
            <a:off x="8182854" y="9409309"/>
            <a:ext cx="1097280" cy="822450"/>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114</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19</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234</a:t>
            </a:r>
          </a:p>
        </p:txBody>
      </p:sp>
      <p:sp>
        <p:nvSpPr>
          <p:cNvPr id="111" name="Rectangle 110">
            <a:extLst>
              <a:ext uri="{FF2B5EF4-FFF2-40B4-BE49-F238E27FC236}">
                <a16:creationId xmlns:a16="http://schemas.microsoft.com/office/drawing/2014/main" id="{E2A2EE0A-3B09-4CC8-8E49-DA3985DC5CC6}"/>
              </a:ext>
            </a:extLst>
          </p:cNvPr>
          <p:cNvSpPr/>
          <p:nvPr userDrawn="1"/>
        </p:nvSpPr>
        <p:spPr>
          <a:xfrm>
            <a:off x="8182854" y="10425645"/>
            <a:ext cx="1097280" cy="822450"/>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253</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156</a:t>
            </a:r>
          </a:p>
        </p:txBody>
      </p:sp>
      <p:sp>
        <p:nvSpPr>
          <p:cNvPr id="112" name="TextBox 111">
            <a:extLst>
              <a:ext uri="{FF2B5EF4-FFF2-40B4-BE49-F238E27FC236}">
                <a16:creationId xmlns:a16="http://schemas.microsoft.com/office/drawing/2014/main" id="{450D0B18-9AAA-4328-8EAD-AA86D018926D}"/>
              </a:ext>
            </a:extLst>
          </p:cNvPr>
          <p:cNvSpPr txBox="1"/>
          <p:nvPr userDrawn="1"/>
        </p:nvSpPr>
        <p:spPr>
          <a:xfrm>
            <a:off x="9400627" y="6595751"/>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Spectrum Blue</a:t>
            </a:r>
          </a:p>
        </p:txBody>
      </p:sp>
      <p:sp>
        <p:nvSpPr>
          <p:cNvPr id="113" name="TextBox 112">
            <a:extLst>
              <a:ext uri="{FF2B5EF4-FFF2-40B4-BE49-F238E27FC236}">
                <a16:creationId xmlns:a16="http://schemas.microsoft.com/office/drawing/2014/main" id="{43844290-7836-4FB9-9E00-46E3E5A403E1}"/>
              </a:ext>
            </a:extLst>
          </p:cNvPr>
          <p:cNvSpPr txBox="1"/>
          <p:nvPr userDrawn="1"/>
        </p:nvSpPr>
        <p:spPr>
          <a:xfrm>
            <a:off x="9400627" y="4551523"/>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KPMG blue</a:t>
            </a:r>
          </a:p>
        </p:txBody>
      </p:sp>
      <p:sp>
        <p:nvSpPr>
          <p:cNvPr id="114" name="TextBox 113">
            <a:extLst>
              <a:ext uri="{FF2B5EF4-FFF2-40B4-BE49-F238E27FC236}">
                <a16:creationId xmlns:a16="http://schemas.microsoft.com/office/drawing/2014/main" id="{C13DA9E5-6E57-411E-B6A0-D92370C06856}"/>
              </a:ext>
            </a:extLst>
          </p:cNvPr>
          <p:cNvSpPr txBox="1"/>
          <p:nvPr userDrawn="1"/>
        </p:nvSpPr>
        <p:spPr>
          <a:xfrm>
            <a:off x="9400627" y="7617865"/>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Light Blue</a:t>
            </a:r>
          </a:p>
        </p:txBody>
      </p:sp>
      <p:sp>
        <p:nvSpPr>
          <p:cNvPr id="115" name="TextBox 114">
            <a:extLst>
              <a:ext uri="{FF2B5EF4-FFF2-40B4-BE49-F238E27FC236}">
                <a16:creationId xmlns:a16="http://schemas.microsoft.com/office/drawing/2014/main" id="{D40F3406-B098-424A-9681-741838D326B3}"/>
              </a:ext>
            </a:extLst>
          </p:cNvPr>
          <p:cNvSpPr txBox="1"/>
          <p:nvPr userDrawn="1"/>
        </p:nvSpPr>
        <p:spPr>
          <a:xfrm>
            <a:off x="9400627" y="5573637"/>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Cobalt Blue</a:t>
            </a:r>
          </a:p>
        </p:txBody>
      </p:sp>
      <p:sp>
        <p:nvSpPr>
          <p:cNvPr id="116" name="TextBox 115">
            <a:extLst>
              <a:ext uri="{FF2B5EF4-FFF2-40B4-BE49-F238E27FC236}">
                <a16:creationId xmlns:a16="http://schemas.microsoft.com/office/drawing/2014/main" id="{6BDF82C1-EA6A-4769-BEC6-53189C4941B5}"/>
              </a:ext>
            </a:extLst>
          </p:cNvPr>
          <p:cNvSpPr txBox="1"/>
          <p:nvPr userDrawn="1"/>
        </p:nvSpPr>
        <p:spPr>
          <a:xfrm>
            <a:off x="9400627" y="8638747"/>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Pacific Blue</a:t>
            </a:r>
          </a:p>
        </p:txBody>
      </p:sp>
      <p:sp>
        <p:nvSpPr>
          <p:cNvPr id="117" name="TextBox 116">
            <a:extLst>
              <a:ext uri="{FF2B5EF4-FFF2-40B4-BE49-F238E27FC236}">
                <a16:creationId xmlns:a16="http://schemas.microsoft.com/office/drawing/2014/main" id="{C77D46A9-F61D-4A37-A171-F1E09C608663}"/>
              </a:ext>
            </a:extLst>
          </p:cNvPr>
          <p:cNvSpPr txBox="1"/>
          <p:nvPr userDrawn="1"/>
        </p:nvSpPr>
        <p:spPr>
          <a:xfrm>
            <a:off x="9400627" y="9660861"/>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Purple</a:t>
            </a:r>
          </a:p>
        </p:txBody>
      </p:sp>
      <p:sp>
        <p:nvSpPr>
          <p:cNvPr id="118" name="TextBox 117">
            <a:extLst>
              <a:ext uri="{FF2B5EF4-FFF2-40B4-BE49-F238E27FC236}">
                <a16:creationId xmlns:a16="http://schemas.microsoft.com/office/drawing/2014/main" id="{63B1F8A4-2F61-4A65-9C7D-19F3AF694E3E}"/>
              </a:ext>
            </a:extLst>
          </p:cNvPr>
          <p:cNvSpPr txBox="1"/>
          <p:nvPr userDrawn="1"/>
        </p:nvSpPr>
        <p:spPr>
          <a:xfrm>
            <a:off x="9400627" y="10682981"/>
            <a:ext cx="175049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Pink</a:t>
            </a:r>
          </a:p>
        </p:txBody>
      </p:sp>
      <p:sp>
        <p:nvSpPr>
          <p:cNvPr id="119" name="Rectangle 118">
            <a:extLst>
              <a:ext uri="{FF2B5EF4-FFF2-40B4-BE49-F238E27FC236}">
                <a16:creationId xmlns:a16="http://schemas.microsoft.com/office/drawing/2014/main" id="{9B3F18CA-31B2-478D-A2CE-1D65E63B0289}"/>
              </a:ext>
            </a:extLst>
          </p:cNvPr>
          <p:cNvSpPr/>
          <p:nvPr userDrawn="1"/>
        </p:nvSpPr>
        <p:spPr>
          <a:xfrm>
            <a:off x="11360666" y="4271723"/>
            <a:ext cx="1097280" cy="822450"/>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118</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210</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p:txBody>
      </p:sp>
      <p:sp>
        <p:nvSpPr>
          <p:cNvPr id="120" name="TextBox 119">
            <a:extLst>
              <a:ext uri="{FF2B5EF4-FFF2-40B4-BE49-F238E27FC236}">
                <a16:creationId xmlns:a16="http://schemas.microsoft.com/office/drawing/2014/main" id="{C58FDFB7-D698-4D57-AAFF-250F2C95FF43}"/>
              </a:ext>
            </a:extLst>
          </p:cNvPr>
          <p:cNvSpPr txBox="1"/>
          <p:nvPr userDrawn="1"/>
        </p:nvSpPr>
        <p:spPr>
          <a:xfrm>
            <a:off x="12578438" y="4524503"/>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Blue</a:t>
            </a:r>
          </a:p>
        </p:txBody>
      </p:sp>
      <p:sp>
        <p:nvSpPr>
          <p:cNvPr id="121" name="Rectangle 120">
            <a:extLst>
              <a:ext uri="{FF2B5EF4-FFF2-40B4-BE49-F238E27FC236}">
                <a16:creationId xmlns:a16="http://schemas.microsoft.com/office/drawing/2014/main" id="{DADF6F05-045A-46C6-BAB2-D09994A26C91}"/>
              </a:ext>
            </a:extLst>
          </p:cNvPr>
          <p:cNvSpPr/>
          <p:nvPr userDrawn="1"/>
        </p:nvSpPr>
        <p:spPr>
          <a:xfrm>
            <a:off x="11374256" y="5292823"/>
            <a:ext cx="1097280" cy="822450"/>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81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13</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188</a:t>
            </a:r>
          </a:p>
        </p:txBody>
      </p:sp>
      <p:sp>
        <p:nvSpPr>
          <p:cNvPr id="122" name="Rectangle 121">
            <a:extLst>
              <a:ext uri="{FF2B5EF4-FFF2-40B4-BE49-F238E27FC236}">
                <a16:creationId xmlns:a16="http://schemas.microsoft.com/office/drawing/2014/main" id="{70D43CC1-B310-42B7-9987-C7C930637969}"/>
              </a:ext>
            </a:extLst>
          </p:cNvPr>
          <p:cNvSpPr/>
          <p:nvPr userDrawn="1"/>
        </p:nvSpPr>
        <p:spPr>
          <a:xfrm>
            <a:off x="11374256" y="6321947"/>
            <a:ext cx="1097280" cy="822450"/>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180</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151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p:txBody>
      </p:sp>
      <p:sp>
        <p:nvSpPr>
          <p:cNvPr id="123" name="Rectangle 122">
            <a:extLst>
              <a:ext uri="{FF2B5EF4-FFF2-40B4-BE49-F238E27FC236}">
                <a16:creationId xmlns:a16="http://schemas.microsoft.com/office/drawing/2014/main" id="{10141450-B708-4127-A0C6-88213DF9FDE3}"/>
              </a:ext>
            </a:extLst>
          </p:cNvPr>
          <p:cNvSpPr/>
          <p:nvPr userDrawn="1"/>
        </p:nvSpPr>
        <p:spPr>
          <a:xfrm>
            <a:off x="11374256" y="7351069"/>
            <a:ext cx="1097280" cy="822450"/>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171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13</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130</a:t>
            </a:r>
          </a:p>
        </p:txBody>
      </p:sp>
      <p:sp>
        <p:nvSpPr>
          <p:cNvPr id="124" name="Rectangle 123">
            <a:extLst>
              <a:ext uri="{FF2B5EF4-FFF2-40B4-BE49-F238E27FC236}">
                <a16:creationId xmlns:a16="http://schemas.microsoft.com/office/drawing/2014/main" id="{3724FC0F-A38C-4604-94A6-D96C305023DB}"/>
              </a:ext>
            </a:extLst>
          </p:cNvPr>
          <p:cNvSpPr/>
          <p:nvPr userDrawn="1"/>
        </p:nvSpPr>
        <p:spPr>
          <a:xfrm>
            <a:off x="11374256" y="8380193"/>
            <a:ext cx="1097280" cy="822450"/>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163</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218</a:t>
            </a:r>
          </a:p>
        </p:txBody>
      </p:sp>
      <p:sp>
        <p:nvSpPr>
          <p:cNvPr id="125" name="Rectangle 124">
            <a:extLst>
              <a:ext uri="{FF2B5EF4-FFF2-40B4-BE49-F238E27FC236}">
                <a16:creationId xmlns:a16="http://schemas.microsoft.com/office/drawing/2014/main" id="{904DD51B-46CA-4632-AA89-302491FDA952}"/>
              </a:ext>
            </a:extLst>
          </p:cNvPr>
          <p:cNvSpPr/>
          <p:nvPr userDrawn="1"/>
        </p:nvSpPr>
        <p:spPr>
          <a:xfrm>
            <a:off x="11374256" y="9409313"/>
            <a:ext cx="1097280" cy="822450"/>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9</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142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126</a:t>
            </a:r>
          </a:p>
        </p:txBody>
      </p:sp>
      <p:sp>
        <p:nvSpPr>
          <p:cNvPr id="126" name="Rectangle 125">
            <a:extLst>
              <a:ext uri="{FF2B5EF4-FFF2-40B4-BE49-F238E27FC236}">
                <a16:creationId xmlns:a16="http://schemas.microsoft.com/office/drawing/2014/main" id="{7443A33D-4741-4429-BE53-BFA0165B39EA}"/>
              </a:ext>
            </a:extLst>
          </p:cNvPr>
          <p:cNvSpPr/>
          <p:nvPr userDrawn="1"/>
        </p:nvSpPr>
        <p:spPr>
          <a:xfrm>
            <a:off x="11374256" y="10425649"/>
            <a:ext cx="1097280" cy="822450"/>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0</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192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174</a:t>
            </a:r>
          </a:p>
        </p:txBody>
      </p:sp>
      <p:sp>
        <p:nvSpPr>
          <p:cNvPr id="127" name="Rectangle 126">
            <a:extLst>
              <a:ext uri="{FF2B5EF4-FFF2-40B4-BE49-F238E27FC236}">
                <a16:creationId xmlns:a16="http://schemas.microsoft.com/office/drawing/2014/main" id="{BDFF48B7-FF03-4807-AC4E-24857BE091D2}"/>
              </a:ext>
            </a:extLst>
          </p:cNvPr>
          <p:cNvSpPr/>
          <p:nvPr userDrawn="1"/>
        </p:nvSpPr>
        <p:spPr>
          <a:xfrm>
            <a:off x="11374256" y="11454769"/>
            <a:ext cx="1097280" cy="822450"/>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accent3"/>
                </a:solidFill>
                <a:latin typeface="DIN Next LT Arabic" panose="020B0503020203050203" pitchFamily="34" charset="-78"/>
                <a:cs typeface="DIN Next LT Arabic" panose="020B0503020203050203" pitchFamily="34" charset="-78"/>
                <a:sym typeface="DIN Next LT Arabic" panose="020B0503020203050203" pitchFamily="34" charset="-78"/>
              </a:rPr>
              <a:t>99</a:t>
            </a:r>
          </a:p>
          <a:p>
            <a:pPr algn="ctr"/>
            <a:r>
              <a:rPr lang="en-GB" sz="1600">
                <a:solidFill>
                  <a:schemeClr val="accent3"/>
                </a:solidFill>
                <a:latin typeface="DIN Next LT Arabic" panose="020B0503020203050203" pitchFamily="34" charset="-78"/>
                <a:cs typeface="DIN Next LT Arabic" panose="020B0503020203050203" pitchFamily="34" charset="-78"/>
                <a:sym typeface="DIN Next LT Arabic" panose="020B0503020203050203" pitchFamily="34" charset="-78"/>
              </a:rPr>
              <a:t>235</a:t>
            </a:r>
          </a:p>
          <a:p>
            <a:pPr algn="ctr"/>
            <a:r>
              <a:rPr lang="en-GB" sz="1600">
                <a:solidFill>
                  <a:schemeClr val="accent3"/>
                </a:solidFill>
                <a:latin typeface="DIN Next LT Arabic" panose="020B0503020203050203" pitchFamily="34" charset="-78"/>
                <a:cs typeface="DIN Next LT Arabic" panose="020B0503020203050203" pitchFamily="34" charset="-78"/>
                <a:sym typeface="DIN Next LT Arabic" panose="020B0503020203050203" pitchFamily="34" charset="-78"/>
              </a:rPr>
              <a:t>218</a:t>
            </a:r>
          </a:p>
        </p:txBody>
      </p:sp>
      <p:sp>
        <p:nvSpPr>
          <p:cNvPr id="128" name="TextBox 127">
            <a:extLst>
              <a:ext uri="{FF2B5EF4-FFF2-40B4-BE49-F238E27FC236}">
                <a16:creationId xmlns:a16="http://schemas.microsoft.com/office/drawing/2014/main" id="{7897DE96-89C5-4906-A032-30D63399DD14}"/>
              </a:ext>
            </a:extLst>
          </p:cNvPr>
          <p:cNvSpPr txBox="1"/>
          <p:nvPr userDrawn="1"/>
        </p:nvSpPr>
        <p:spPr>
          <a:xfrm>
            <a:off x="12578438" y="7617865"/>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Dark Pink</a:t>
            </a:r>
          </a:p>
        </p:txBody>
      </p:sp>
      <p:sp>
        <p:nvSpPr>
          <p:cNvPr id="129" name="TextBox 128">
            <a:extLst>
              <a:ext uri="{FF2B5EF4-FFF2-40B4-BE49-F238E27FC236}">
                <a16:creationId xmlns:a16="http://schemas.microsoft.com/office/drawing/2014/main" id="{185D8D33-1F34-4513-850A-1E1052378B2A}"/>
              </a:ext>
            </a:extLst>
          </p:cNvPr>
          <p:cNvSpPr txBox="1"/>
          <p:nvPr userDrawn="1"/>
        </p:nvSpPr>
        <p:spPr>
          <a:xfrm>
            <a:off x="12578438" y="5573637"/>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Dark Purple</a:t>
            </a:r>
          </a:p>
        </p:txBody>
      </p:sp>
      <p:sp>
        <p:nvSpPr>
          <p:cNvPr id="130" name="TextBox 129">
            <a:extLst>
              <a:ext uri="{FF2B5EF4-FFF2-40B4-BE49-F238E27FC236}">
                <a16:creationId xmlns:a16="http://schemas.microsoft.com/office/drawing/2014/main" id="{CFE83ED6-6983-44EA-B906-348FA784B923}"/>
              </a:ext>
            </a:extLst>
          </p:cNvPr>
          <p:cNvSpPr txBox="1"/>
          <p:nvPr userDrawn="1"/>
        </p:nvSpPr>
        <p:spPr>
          <a:xfrm>
            <a:off x="12578438" y="8639979"/>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Light Pink</a:t>
            </a:r>
          </a:p>
        </p:txBody>
      </p:sp>
      <p:sp>
        <p:nvSpPr>
          <p:cNvPr id="131" name="TextBox 130">
            <a:extLst>
              <a:ext uri="{FF2B5EF4-FFF2-40B4-BE49-F238E27FC236}">
                <a16:creationId xmlns:a16="http://schemas.microsoft.com/office/drawing/2014/main" id="{704FE184-26F6-433A-95DD-A95C0F4AC523}"/>
              </a:ext>
            </a:extLst>
          </p:cNvPr>
          <p:cNvSpPr txBox="1"/>
          <p:nvPr userDrawn="1"/>
        </p:nvSpPr>
        <p:spPr>
          <a:xfrm>
            <a:off x="12578438" y="9662093"/>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Dark Green</a:t>
            </a:r>
          </a:p>
        </p:txBody>
      </p:sp>
      <p:sp>
        <p:nvSpPr>
          <p:cNvPr id="132" name="TextBox 131">
            <a:extLst>
              <a:ext uri="{FF2B5EF4-FFF2-40B4-BE49-F238E27FC236}">
                <a16:creationId xmlns:a16="http://schemas.microsoft.com/office/drawing/2014/main" id="{0864BAD5-166D-4A4C-8A32-46425FA7D5D9}"/>
              </a:ext>
            </a:extLst>
          </p:cNvPr>
          <p:cNvSpPr txBox="1"/>
          <p:nvPr userDrawn="1"/>
        </p:nvSpPr>
        <p:spPr>
          <a:xfrm>
            <a:off x="12578438" y="6595751"/>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Light Purple</a:t>
            </a:r>
          </a:p>
        </p:txBody>
      </p:sp>
      <p:sp>
        <p:nvSpPr>
          <p:cNvPr id="133" name="TextBox 132">
            <a:extLst>
              <a:ext uri="{FF2B5EF4-FFF2-40B4-BE49-F238E27FC236}">
                <a16:creationId xmlns:a16="http://schemas.microsoft.com/office/drawing/2014/main" id="{0678A330-9300-4FAB-AA84-852B79FCDC2C}"/>
              </a:ext>
            </a:extLst>
          </p:cNvPr>
          <p:cNvSpPr txBox="1"/>
          <p:nvPr userDrawn="1"/>
        </p:nvSpPr>
        <p:spPr>
          <a:xfrm>
            <a:off x="12578438" y="10684207"/>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Green</a:t>
            </a:r>
          </a:p>
        </p:txBody>
      </p:sp>
      <p:sp>
        <p:nvSpPr>
          <p:cNvPr id="134" name="TextBox 133">
            <a:extLst>
              <a:ext uri="{FF2B5EF4-FFF2-40B4-BE49-F238E27FC236}">
                <a16:creationId xmlns:a16="http://schemas.microsoft.com/office/drawing/2014/main" id="{9CB3A312-5073-493A-8BEE-95CAE080ECF7}"/>
              </a:ext>
            </a:extLst>
          </p:cNvPr>
          <p:cNvSpPr txBox="1"/>
          <p:nvPr userDrawn="1"/>
        </p:nvSpPr>
        <p:spPr>
          <a:xfrm>
            <a:off x="12578438" y="11706321"/>
            <a:ext cx="1463040" cy="307777"/>
          </a:xfrm>
          <a:prstGeom prst="rect">
            <a:avLst/>
          </a:prstGeom>
          <a:noFill/>
        </p:spPr>
        <p:txBody>
          <a:bodyPr wrap="squar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Light Green</a:t>
            </a:r>
          </a:p>
        </p:txBody>
      </p:sp>
      <p:sp>
        <p:nvSpPr>
          <p:cNvPr id="135" name="TextBox 134">
            <a:extLst>
              <a:ext uri="{FF2B5EF4-FFF2-40B4-BE49-F238E27FC236}">
                <a16:creationId xmlns:a16="http://schemas.microsoft.com/office/drawing/2014/main" id="{192DE09A-5C03-4DC9-A8FA-4F9BCB2B3C8D}"/>
              </a:ext>
            </a:extLst>
          </p:cNvPr>
          <p:cNvSpPr txBox="1"/>
          <p:nvPr userDrawn="1"/>
        </p:nvSpPr>
        <p:spPr>
          <a:xfrm>
            <a:off x="14351517" y="3222763"/>
            <a:ext cx="2276474" cy="923330"/>
          </a:xfrm>
          <a:prstGeom prst="rect">
            <a:avLst/>
          </a:prstGeom>
          <a:noFill/>
        </p:spPr>
        <p:txBody>
          <a:bodyPr wrap="square" lIns="0" tIns="0" rIns="0" bIns="0" rtlCol="0">
            <a:spAutoFit/>
          </a:bodyPr>
          <a:lstStyle/>
          <a:p>
            <a:pPr algn="l">
              <a:spcAft>
                <a:spcPts val="1200"/>
              </a:spcAft>
            </a:pPr>
            <a:r>
              <a:rPr lang="en-US" sz="20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Neutrals for Infographics and charts only </a:t>
            </a:r>
          </a:p>
        </p:txBody>
      </p:sp>
      <p:sp>
        <p:nvSpPr>
          <p:cNvPr id="136" name="Rectangle 135">
            <a:extLst>
              <a:ext uri="{FF2B5EF4-FFF2-40B4-BE49-F238E27FC236}">
                <a16:creationId xmlns:a16="http://schemas.microsoft.com/office/drawing/2014/main" id="{CD8CD1CA-558C-4794-A2A1-3B611011A5C3}"/>
              </a:ext>
            </a:extLst>
          </p:cNvPr>
          <p:cNvSpPr/>
          <p:nvPr userDrawn="1"/>
        </p:nvSpPr>
        <p:spPr>
          <a:xfrm>
            <a:off x="14365106" y="4270709"/>
            <a:ext cx="1097280" cy="82245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51</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51</a:t>
            </a:r>
          </a:p>
        </p:txBody>
      </p:sp>
      <p:sp>
        <p:nvSpPr>
          <p:cNvPr id="137" name="Rectangle 136">
            <a:extLst>
              <a:ext uri="{FF2B5EF4-FFF2-40B4-BE49-F238E27FC236}">
                <a16:creationId xmlns:a16="http://schemas.microsoft.com/office/drawing/2014/main" id="{FFE0C07C-818E-4FAE-8FCA-F4D4C358CEC3}"/>
              </a:ext>
            </a:extLst>
          </p:cNvPr>
          <p:cNvSpPr/>
          <p:nvPr userDrawn="1"/>
        </p:nvSpPr>
        <p:spPr>
          <a:xfrm>
            <a:off x="14365106" y="5299833"/>
            <a:ext cx="1097280" cy="822450"/>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102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102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102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102</a:t>
            </a:r>
          </a:p>
          <a:p>
            <a:pPr algn="ctr"/>
            <a:endParaRPr lang="en-GB" sz="1600">
              <a:solidFill>
                <a:schemeClr val="bg1"/>
              </a:solidFill>
            </a:endParaRPr>
          </a:p>
        </p:txBody>
      </p:sp>
      <p:sp>
        <p:nvSpPr>
          <p:cNvPr id="138" name="Rectangle 137">
            <a:extLst>
              <a:ext uri="{FF2B5EF4-FFF2-40B4-BE49-F238E27FC236}">
                <a16:creationId xmlns:a16="http://schemas.microsoft.com/office/drawing/2014/main" id="{41E64925-D54E-420A-82FD-AB931C3300D3}"/>
              </a:ext>
            </a:extLst>
          </p:cNvPr>
          <p:cNvSpPr/>
          <p:nvPr userDrawn="1"/>
        </p:nvSpPr>
        <p:spPr>
          <a:xfrm>
            <a:off x="14365106" y="6328955"/>
            <a:ext cx="1097280" cy="822450"/>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152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152</a:t>
            </a:r>
          </a:p>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152</a:t>
            </a:r>
          </a:p>
        </p:txBody>
      </p:sp>
      <p:sp>
        <p:nvSpPr>
          <p:cNvPr id="139" name="Rectangle 138">
            <a:extLst>
              <a:ext uri="{FF2B5EF4-FFF2-40B4-BE49-F238E27FC236}">
                <a16:creationId xmlns:a16="http://schemas.microsoft.com/office/drawing/2014/main" id="{5E882A8D-68E6-4135-8237-D793C6911AE2}"/>
              </a:ext>
            </a:extLst>
          </p:cNvPr>
          <p:cNvSpPr/>
          <p:nvPr userDrawn="1"/>
        </p:nvSpPr>
        <p:spPr>
          <a:xfrm>
            <a:off x="14365106" y="7358079"/>
            <a:ext cx="1097280" cy="82245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178</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178</a:t>
            </a:r>
          </a:p>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178</a:t>
            </a:r>
          </a:p>
        </p:txBody>
      </p:sp>
      <p:sp>
        <p:nvSpPr>
          <p:cNvPr id="140" name="Rectangle 139">
            <a:extLst>
              <a:ext uri="{FF2B5EF4-FFF2-40B4-BE49-F238E27FC236}">
                <a16:creationId xmlns:a16="http://schemas.microsoft.com/office/drawing/2014/main" id="{AA7D848E-86C5-4691-8D64-5F96770BF24B}"/>
              </a:ext>
            </a:extLst>
          </p:cNvPr>
          <p:cNvSpPr/>
          <p:nvPr userDrawn="1"/>
        </p:nvSpPr>
        <p:spPr>
          <a:xfrm>
            <a:off x="14365106" y="8387199"/>
            <a:ext cx="1097280" cy="82245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229</a:t>
            </a:r>
          </a:p>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229</a:t>
            </a:r>
          </a:p>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229</a:t>
            </a:r>
          </a:p>
        </p:txBody>
      </p:sp>
      <p:sp>
        <p:nvSpPr>
          <p:cNvPr id="141" name="Rectangle 140">
            <a:extLst>
              <a:ext uri="{FF2B5EF4-FFF2-40B4-BE49-F238E27FC236}">
                <a16:creationId xmlns:a16="http://schemas.microsoft.com/office/drawing/2014/main" id="{5314C683-8ABF-49F8-A09C-35FFB227627D}"/>
              </a:ext>
            </a:extLst>
          </p:cNvPr>
          <p:cNvSpPr/>
          <p:nvPr userDrawn="1"/>
        </p:nvSpPr>
        <p:spPr>
          <a:xfrm>
            <a:off x="14351516" y="9415955"/>
            <a:ext cx="1097280" cy="82245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109220" tIns="109220" rIns="109220" bIns="109220" rtlCol="0" anchor="ctr"/>
          <a:lstStyle/>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a:p>
            <a:pPr algn="ctr"/>
            <a:r>
              <a:rPr lang="en-GB" sz="1600">
                <a:solidFill>
                  <a:schemeClr val="tx1"/>
                </a:solidFill>
                <a:latin typeface="DIN Next LT Arabic" panose="020B0503020203050203" pitchFamily="34" charset="-78"/>
                <a:cs typeface="DIN Next LT Arabic" panose="020B0503020203050203" pitchFamily="34" charset="-78"/>
                <a:sym typeface="DIN Next LT Arabic" panose="020B0503020203050203" pitchFamily="34" charset="-78"/>
              </a:rPr>
              <a:t>255</a:t>
            </a:r>
          </a:p>
        </p:txBody>
      </p:sp>
      <p:sp>
        <p:nvSpPr>
          <p:cNvPr id="142" name="TextBox 141">
            <a:extLst>
              <a:ext uri="{FF2B5EF4-FFF2-40B4-BE49-F238E27FC236}">
                <a16:creationId xmlns:a16="http://schemas.microsoft.com/office/drawing/2014/main" id="{2C4E0D88-66E5-450D-B088-F8F855A66898}"/>
              </a:ext>
            </a:extLst>
          </p:cNvPr>
          <p:cNvSpPr txBox="1"/>
          <p:nvPr userDrawn="1"/>
        </p:nvSpPr>
        <p:spPr>
          <a:xfrm>
            <a:off x="15609023" y="9668735"/>
            <a:ext cx="628377" cy="307777"/>
          </a:xfrm>
          <a:prstGeom prst="rect">
            <a:avLst/>
          </a:prstGeom>
          <a:noFill/>
        </p:spPr>
        <p:txBody>
          <a:bodyPr wrap="none" lIns="0" tIns="0" rIns="0" bIns="0" rtlCol="0" anchor="ctr">
            <a:spAutoFit/>
          </a:bodyPr>
          <a:lstStyle/>
          <a:p>
            <a:pPr algn="l">
              <a:spcAft>
                <a:spcPts val="1200"/>
              </a:spcAft>
            </a:pP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White</a:t>
            </a:r>
          </a:p>
        </p:txBody>
      </p:sp>
      <p:graphicFrame>
        <p:nvGraphicFramePr>
          <p:cNvPr id="143" name="Chart 142">
            <a:extLst>
              <a:ext uri="{FF2B5EF4-FFF2-40B4-BE49-F238E27FC236}">
                <a16:creationId xmlns:a16="http://schemas.microsoft.com/office/drawing/2014/main" id="{A8FA9A05-14EF-4B7B-84CD-A68F6BBD608C}"/>
              </a:ext>
            </a:extLst>
          </p:cNvPr>
          <p:cNvGraphicFramePr>
            <a:graphicFrameLocks/>
          </p:cNvGraphicFramePr>
          <p:nvPr userDrawn="1">
            <p:custDataLst>
              <p:tags r:id="rId2"/>
            </p:custDataLst>
            <p:extLst>
              <p:ext uri="{D42A27DB-BD31-4B8C-83A1-F6EECF244321}">
                <p14:modId xmlns:p14="http://schemas.microsoft.com/office/powerpoint/2010/main" val="2496731236"/>
              </p:ext>
            </p:extLst>
          </p:nvPr>
        </p:nvGraphicFramePr>
        <p:xfrm>
          <a:off x="17598152" y="7458934"/>
          <a:ext cx="4366340" cy="3586832"/>
        </p:xfrm>
        <a:graphic>
          <a:graphicData uri="http://schemas.openxmlformats.org/drawingml/2006/chart">
            <c:chart xmlns:c="http://schemas.openxmlformats.org/drawingml/2006/chart" xmlns:r="http://schemas.openxmlformats.org/officeDocument/2006/relationships" r:id="rId6"/>
          </a:graphicData>
        </a:graphic>
      </p:graphicFrame>
      <p:sp>
        <p:nvSpPr>
          <p:cNvPr id="144" name="TextBox 143">
            <a:extLst>
              <a:ext uri="{FF2B5EF4-FFF2-40B4-BE49-F238E27FC236}">
                <a16:creationId xmlns:a16="http://schemas.microsoft.com/office/drawing/2014/main" id="{3A6BFD42-D1DB-4EBC-8206-556797715883}"/>
              </a:ext>
            </a:extLst>
          </p:cNvPr>
          <p:cNvSpPr txBox="1"/>
          <p:nvPr userDrawn="1"/>
        </p:nvSpPr>
        <p:spPr>
          <a:xfrm>
            <a:off x="17466069" y="7614950"/>
            <a:ext cx="3090458" cy="338554"/>
          </a:xfrm>
          <a:prstGeom prst="rect">
            <a:avLst/>
          </a:prstGeom>
          <a:noFill/>
        </p:spPr>
        <p:txBody>
          <a:bodyPr wrap="square" lIns="0" tIns="0" rIns="0" bIns="0" rtlCol="0">
            <a:spAutoFit/>
          </a:bodyPr>
          <a:lstStyle/>
          <a:p>
            <a:pPr algn="l">
              <a:spcAft>
                <a:spcPts val="1200"/>
              </a:spcAft>
            </a:pPr>
            <a:r>
              <a:rPr lang="en-US" sz="2200" b="1">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rPr>
              <a:t>Color order for charts</a:t>
            </a:r>
          </a:p>
        </p:txBody>
      </p:sp>
      <p:grpSp>
        <p:nvGrpSpPr>
          <p:cNvPr id="145" name="Group 144">
            <a:extLst>
              <a:ext uri="{FF2B5EF4-FFF2-40B4-BE49-F238E27FC236}">
                <a16:creationId xmlns:a16="http://schemas.microsoft.com/office/drawing/2014/main" id="{D1EC7693-59C7-47BB-B438-2C04634153D8}"/>
              </a:ext>
            </a:extLst>
          </p:cNvPr>
          <p:cNvGrpSpPr/>
          <p:nvPr userDrawn="1"/>
        </p:nvGrpSpPr>
        <p:grpSpPr>
          <a:xfrm>
            <a:off x="17466068" y="11248114"/>
            <a:ext cx="4584088" cy="1382036"/>
            <a:chOff x="8733034" y="5828164"/>
            <a:chExt cx="2292044" cy="691018"/>
          </a:xfrm>
        </p:grpSpPr>
        <p:sp>
          <p:nvSpPr>
            <p:cNvPr id="146" name="Rectangle 145">
              <a:extLst>
                <a:ext uri="{FF2B5EF4-FFF2-40B4-BE49-F238E27FC236}">
                  <a16:creationId xmlns:a16="http://schemas.microsoft.com/office/drawing/2014/main" id="{5219A023-D0D0-4FB4-8C5F-4794B4563217}"/>
                </a:ext>
              </a:extLst>
            </p:cNvPr>
            <p:cNvSpPr/>
            <p:nvPr/>
          </p:nvSpPr>
          <p:spPr>
            <a:xfrm>
              <a:off x="9320105" y="5828164"/>
              <a:ext cx="237296" cy="31001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3</a:t>
              </a:r>
            </a:p>
          </p:txBody>
        </p:sp>
        <p:sp>
          <p:nvSpPr>
            <p:cNvPr id="147" name="Rectangle 146">
              <a:extLst>
                <a:ext uri="{FF2B5EF4-FFF2-40B4-BE49-F238E27FC236}">
                  <a16:creationId xmlns:a16="http://schemas.microsoft.com/office/drawing/2014/main" id="{13C39C7D-DE39-4233-99C3-4DB3902C2CA7}"/>
                </a:ext>
              </a:extLst>
            </p:cNvPr>
            <p:cNvSpPr/>
            <p:nvPr/>
          </p:nvSpPr>
          <p:spPr>
            <a:xfrm>
              <a:off x="8733034" y="5828164"/>
              <a:ext cx="237296" cy="310018"/>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a:t>
              </a:r>
            </a:p>
          </p:txBody>
        </p:sp>
        <p:sp>
          <p:nvSpPr>
            <p:cNvPr id="148" name="Rectangle 147">
              <a:extLst>
                <a:ext uri="{FF2B5EF4-FFF2-40B4-BE49-F238E27FC236}">
                  <a16:creationId xmlns:a16="http://schemas.microsoft.com/office/drawing/2014/main" id="{27BB20FB-BBAA-47BB-8F6A-07EAAEBC5CCF}"/>
                </a:ext>
              </a:extLst>
            </p:cNvPr>
            <p:cNvSpPr/>
            <p:nvPr/>
          </p:nvSpPr>
          <p:spPr>
            <a:xfrm>
              <a:off x="9613640" y="5828164"/>
              <a:ext cx="237296" cy="310018"/>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4</a:t>
              </a:r>
            </a:p>
          </p:txBody>
        </p:sp>
        <p:sp>
          <p:nvSpPr>
            <p:cNvPr id="149" name="Rectangle 148">
              <a:extLst>
                <a:ext uri="{FF2B5EF4-FFF2-40B4-BE49-F238E27FC236}">
                  <a16:creationId xmlns:a16="http://schemas.microsoft.com/office/drawing/2014/main" id="{00C67A99-9F98-4024-A935-D0E37F6758B3}"/>
                </a:ext>
              </a:extLst>
            </p:cNvPr>
            <p:cNvSpPr/>
            <p:nvPr/>
          </p:nvSpPr>
          <p:spPr>
            <a:xfrm>
              <a:off x="10200711" y="5828164"/>
              <a:ext cx="237296" cy="310018"/>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6</a:t>
              </a:r>
            </a:p>
          </p:txBody>
        </p:sp>
        <p:sp>
          <p:nvSpPr>
            <p:cNvPr id="150" name="Rectangle 149">
              <a:extLst>
                <a:ext uri="{FF2B5EF4-FFF2-40B4-BE49-F238E27FC236}">
                  <a16:creationId xmlns:a16="http://schemas.microsoft.com/office/drawing/2014/main" id="{236F85FC-EBEE-4DE4-B3B4-82617D328D0B}"/>
                </a:ext>
              </a:extLst>
            </p:cNvPr>
            <p:cNvSpPr/>
            <p:nvPr/>
          </p:nvSpPr>
          <p:spPr>
            <a:xfrm>
              <a:off x="9907176" y="5828164"/>
              <a:ext cx="237296" cy="310018"/>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5</a:t>
              </a:r>
            </a:p>
          </p:txBody>
        </p:sp>
        <p:sp>
          <p:nvSpPr>
            <p:cNvPr id="151" name="Rectangle 150">
              <a:extLst>
                <a:ext uri="{FF2B5EF4-FFF2-40B4-BE49-F238E27FC236}">
                  <a16:creationId xmlns:a16="http://schemas.microsoft.com/office/drawing/2014/main" id="{54EE9327-7720-4CF3-A17E-F7F1E23E8AC7}"/>
                </a:ext>
              </a:extLst>
            </p:cNvPr>
            <p:cNvSpPr/>
            <p:nvPr/>
          </p:nvSpPr>
          <p:spPr>
            <a:xfrm>
              <a:off x="10787782" y="5828164"/>
              <a:ext cx="237296" cy="310018"/>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8</a:t>
              </a:r>
            </a:p>
          </p:txBody>
        </p:sp>
        <p:sp>
          <p:nvSpPr>
            <p:cNvPr id="152" name="Rectangle 151">
              <a:extLst>
                <a:ext uri="{FF2B5EF4-FFF2-40B4-BE49-F238E27FC236}">
                  <a16:creationId xmlns:a16="http://schemas.microsoft.com/office/drawing/2014/main" id="{0545AD30-7567-4D0F-A253-FDC2D7232D6E}"/>
                </a:ext>
              </a:extLst>
            </p:cNvPr>
            <p:cNvSpPr/>
            <p:nvPr/>
          </p:nvSpPr>
          <p:spPr>
            <a:xfrm>
              <a:off x="9026569" y="5828164"/>
              <a:ext cx="237296" cy="310018"/>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2</a:t>
              </a:r>
            </a:p>
          </p:txBody>
        </p:sp>
        <p:sp>
          <p:nvSpPr>
            <p:cNvPr id="153" name="Rectangle 152">
              <a:extLst>
                <a:ext uri="{FF2B5EF4-FFF2-40B4-BE49-F238E27FC236}">
                  <a16:creationId xmlns:a16="http://schemas.microsoft.com/office/drawing/2014/main" id="{703D87B1-08C1-4BD5-BAD9-BB234B8949D6}"/>
                </a:ext>
              </a:extLst>
            </p:cNvPr>
            <p:cNvSpPr/>
            <p:nvPr/>
          </p:nvSpPr>
          <p:spPr>
            <a:xfrm>
              <a:off x="10494247" y="5828164"/>
              <a:ext cx="237296" cy="310018"/>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7</a:t>
              </a:r>
            </a:p>
          </p:txBody>
        </p:sp>
        <p:grpSp>
          <p:nvGrpSpPr>
            <p:cNvPr id="154" name="Group 153">
              <a:extLst>
                <a:ext uri="{FF2B5EF4-FFF2-40B4-BE49-F238E27FC236}">
                  <a16:creationId xmlns:a16="http://schemas.microsoft.com/office/drawing/2014/main" id="{71CA767B-4836-42D8-A400-97BF89854BC3}"/>
                </a:ext>
              </a:extLst>
            </p:cNvPr>
            <p:cNvGrpSpPr/>
            <p:nvPr/>
          </p:nvGrpSpPr>
          <p:grpSpPr>
            <a:xfrm>
              <a:off x="8733034" y="6209164"/>
              <a:ext cx="1704975" cy="310018"/>
              <a:chOff x="11081318" y="5828164"/>
              <a:chExt cx="1704975" cy="310018"/>
            </a:xfrm>
          </p:grpSpPr>
          <p:sp>
            <p:nvSpPr>
              <p:cNvPr id="155" name="Rectangle 154">
                <a:extLst>
                  <a:ext uri="{FF2B5EF4-FFF2-40B4-BE49-F238E27FC236}">
                    <a16:creationId xmlns:a16="http://schemas.microsoft.com/office/drawing/2014/main" id="{E79D9207-CA17-453F-A9DD-4A20D997E763}"/>
                  </a:ext>
                </a:extLst>
              </p:cNvPr>
              <p:cNvSpPr/>
              <p:nvPr/>
            </p:nvSpPr>
            <p:spPr>
              <a:xfrm>
                <a:off x="11374854" y="5828164"/>
                <a:ext cx="237296" cy="310018"/>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10</a:t>
                </a:r>
              </a:p>
            </p:txBody>
          </p:sp>
          <p:sp>
            <p:nvSpPr>
              <p:cNvPr id="156" name="Rectangle 155">
                <a:extLst>
                  <a:ext uri="{FF2B5EF4-FFF2-40B4-BE49-F238E27FC236}">
                    <a16:creationId xmlns:a16="http://schemas.microsoft.com/office/drawing/2014/main" id="{CF62D0A7-8252-4311-AB97-CF55A5B42B80}"/>
                  </a:ext>
                </a:extLst>
              </p:cNvPr>
              <p:cNvSpPr/>
              <p:nvPr/>
            </p:nvSpPr>
            <p:spPr>
              <a:xfrm>
                <a:off x="11668390" y="5828164"/>
                <a:ext cx="237296" cy="310018"/>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11</a:t>
                </a:r>
              </a:p>
            </p:txBody>
          </p:sp>
          <p:sp>
            <p:nvSpPr>
              <p:cNvPr id="157" name="Rectangle 156">
                <a:extLst>
                  <a:ext uri="{FF2B5EF4-FFF2-40B4-BE49-F238E27FC236}">
                    <a16:creationId xmlns:a16="http://schemas.microsoft.com/office/drawing/2014/main" id="{2C456C68-243D-4993-A760-75F92469FF27}"/>
                  </a:ext>
                </a:extLst>
              </p:cNvPr>
              <p:cNvSpPr/>
              <p:nvPr/>
            </p:nvSpPr>
            <p:spPr>
              <a:xfrm>
                <a:off x="12548997" y="5828164"/>
                <a:ext cx="237296" cy="310018"/>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ysClr val="windowText" lastClr="000000"/>
                    </a:solidFill>
                    <a:latin typeface="DIN Next LT Arabic" panose="020B0503020203050203" pitchFamily="34" charset="-78"/>
                    <a:cs typeface="DIN Next LT Arabic" panose="020B0503020203050203" pitchFamily="34" charset="-78"/>
                    <a:sym typeface="DIN Next LT Arabic" panose="020B0503020203050203" pitchFamily="34" charset="-78"/>
                  </a:rPr>
                  <a:t>14</a:t>
                </a:r>
              </a:p>
            </p:txBody>
          </p:sp>
          <p:sp>
            <p:nvSpPr>
              <p:cNvPr id="158" name="Rectangle 157">
                <a:extLst>
                  <a:ext uri="{FF2B5EF4-FFF2-40B4-BE49-F238E27FC236}">
                    <a16:creationId xmlns:a16="http://schemas.microsoft.com/office/drawing/2014/main" id="{DB7FB587-293B-4A08-BA46-DAC13E13EF42}"/>
                  </a:ext>
                </a:extLst>
              </p:cNvPr>
              <p:cNvSpPr/>
              <p:nvPr/>
            </p:nvSpPr>
            <p:spPr>
              <a:xfrm>
                <a:off x="12255462" y="5828164"/>
                <a:ext cx="237296" cy="310018"/>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13</a:t>
                </a:r>
              </a:p>
            </p:txBody>
          </p:sp>
          <p:sp>
            <p:nvSpPr>
              <p:cNvPr id="159" name="Rectangle 158">
                <a:extLst>
                  <a:ext uri="{FF2B5EF4-FFF2-40B4-BE49-F238E27FC236}">
                    <a16:creationId xmlns:a16="http://schemas.microsoft.com/office/drawing/2014/main" id="{1E1298F0-5D90-4927-AAE2-481DBBBB4197}"/>
                  </a:ext>
                </a:extLst>
              </p:cNvPr>
              <p:cNvSpPr/>
              <p:nvPr/>
            </p:nvSpPr>
            <p:spPr>
              <a:xfrm>
                <a:off x="11961925" y="5828164"/>
                <a:ext cx="237296" cy="310018"/>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12</a:t>
                </a:r>
              </a:p>
            </p:txBody>
          </p:sp>
          <p:sp>
            <p:nvSpPr>
              <p:cNvPr id="160" name="Rectangle 159">
                <a:extLst>
                  <a:ext uri="{FF2B5EF4-FFF2-40B4-BE49-F238E27FC236}">
                    <a16:creationId xmlns:a16="http://schemas.microsoft.com/office/drawing/2014/main" id="{10D488A5-1A7D-495A-B676-BD2DCC86C223}"/>
                  </a:ext>
                </a:extLst>
              </p:cNvPr>
              <p:cNvSpPr/>
              <p:nvPr/>
            </p:nvSpPr>
            <p:spPr>
              <a:xfrm>
                <a:off x="11081318" y="5828164"/>
                <a:ext cx="237296" cy="310018"/>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16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9</a:t>
                </a:r>
              </a:p>
            </p:txBody>
          </p:sp>
        </p:grpSp>
      </p:grpSp>
      <p:sp>
        <p:nvSpPr>
          <p:cNvPr id="161" name="TextBox 160">
            <a:extLst>
              <a:ext uri="{FF2B5EF4-FFF2-40B4-BE49-F238E27FC236}">
                <a16:creationId xmlns:a16="http://schemas.microsoft.com/office/drawing/2014/main" id="{95CBDA8E-8257-406B-ABAA-26A353719197}"/>
              </a:ext>
            </a:extLst>
          </p:cNvPr>
          <p:cNvSpPr txBox="1"/>
          <p:nvPr userDrawn="1"/>
        </p:nvSpPr>
        <p:spPr>
          <a:xfrm>
            <a:off x="21378061" y="6218725"/>
            <a:ext cx="1565938" cy="923330"/>
          </a:xfrm>
          <a:prstGeom prst="rect">
            <a:avLst/>
          </a:prstGeom>
          <a:noFill/>
        </p:spPr>
        <p:txBody>
          <a:bodyPr wrap="square" lIns="0" tIns="0" rIns="0" bIns="0" rtlCol="0" anchor="ctr">
            <a:spAutoFit/>
          </a:bodyPr>
          <a:lstStyle>
            <a:defPPr>
              <a:defRPr lang="en-US"/>
            </a:defPPr>
            <a:lvl1pPr>
              <a:spcAft>
                <a:spcPts val="600"/>
              </a:spcAft>
              <a:defRPr sz="1000"/>
            </a:lvl1pPr>
          </a:lstStyle>
          <a:p>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Pacific/</a:t>
            </a:r>
            <a:br>
              <a:rPr lang="en-GB" sz="2000">
                <a:latin typeface="DIN Next LT Arabic" panose="020B0503020203050203" pitchFamily="34" charset="-78"/>
                <a:cs typeface="DIN Next LT Arabic" panose="020B0503020203050203" pitchFamily="34" charset="-78"/>
                <a:sym typeface="DIN Next LT Arabic" panose="020B0503020203050203" pitchFamily="34" charset="-78"/>
              </a:rPr>
            </a:br>
            <a:r>
              <a:rPr lang="en-GB" sz="2000">
                <a:latin typeface="DIN Next LT Arabic" panose="020B0503020203050203" pitchFamily="34" charset="-78"/>
                <a:cs typeface="DIN Next LT Arabic" panose="020B0503020203050203" pitchFamily="34" charset="-78"/>
                <a:sym typeface="DIN Next LT Arabic" panose="020B0503020203050203" pitchFamily="34" charset="-78"/>
              </a:rPr>
              <a:t>Light Blue gradient</a:t>
            </a:r>
          </a:p>
        </p:txBody>
      </p:sp>
    </p:spTree>
    <p:extLst>
      <p:ext uri="{BB962C8B-B14F-4D97-AF65-F5344CB8AC3E}">
        <p14:creationId xmlns:p14="http://schemas.microsoft.com/office/powerpoint/2010/main" val="333074047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over style 2-A">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95232A-77AC-4882-9D26-CDF681EF4BC2}"/>
              </a:ext>
            </a:extLst>
          </p:cNvPr>
          <p:cNvGraphicFramePr>
            <a:graphicFrameLocks noChangeAspect="1"/>
          </p:cNvGraphicFramePr>
          <p:nvPr userDrawn="1">
            <p:custDataLst>
              <p:tags r:id="rId1"/>
            </p:custDataLst>
            <p:extLst>
              <p:ext uri="{D42A27DB-BD31-4B8C-83A1-F6EECF244321}">
                <p14:modId xmlns:p14="http://schemas.microsoft.com/office/powerpoint/2010/main" val="2216352153"/>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a:extLst>
                          <a:ext uri="{FF2B5EF4-FFF2-40B4-BE49-F238E27FC236}">
                            <a16:creationId xmlns:a16="http://schemas.microsoft.com/office/drawing/2014/main" id="{FC95232A-77AC-4882-9D26-CDF681EF4BC2}"/>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Tree>
    <p:extLst>
      <p:ext uri="{BB962C8B-B14F-4D97-AF65-F5344CB8AC3E}">
        <p14:creationId xmlns:p14="http://schemas.microsoft.com/office/powerpoint/2010/main" val="367089758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Header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45CDA42-2F5A-4857-AF5A-59C799D05511}"/>
              </a:ext>
            </a:extLst>
          </p:cNvPr>
          <p:cNvGraphicFramePr>
            <a:graphicFrameLocks noChangeAspect="1"/>
          </p:cNvGraphicFramePr>
          <p:nvPr userDrawn="1">
            <p:custDataLst>
              <p:tags r:id="rId1"/>
            </p:custDataLst>
            <p:extLst>
              <p:ext uri="{D42A27DB-BD31-4B8C-83A1-F6EECF244321}">
                <p14:modId xmlns:p14="http://schemas.microsoft.com/office/powerpoint/2010/main" val="3029844864"/>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a:extLst>
                          <a:ext uri="{FF2B5EF4-FFF2-40B4-BE49-F238E27FC236}">
                            <a16:creationId xmlns:a16="http://schemas.microsoft.com/office/drawing/2014/main" id="{B45CDA42-2F5A-4857-AF5A-59C799D05511}"/>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140BDF6-1709-4038-8A40-FB1269320056}"/>
              </a:ext>
            </a:extLst>
          </p:cNvPr>
          <p:cNvSpPr>
            <a:spLocks noGrp="1"/>
          </p:cNvSpPr>
          <p:nvPr>
            <p:ph type="title" hasCustomPrompt="1"/>
          </p:nvPr>
        </p:nvSpPr>
        <p:spPr>
          <a:xfrm>
            <a:off x="1463676" y="1079998"/>
            <a:ext cx="21480324" cy="1206000"/>
          </a:xfrm>
        </p:spPr>
        <p:txBody>
          <a:bodyPr vert="horz"/>
          <a:lstStyle>
            <a:lvl1pPr>
              <a:defRPr>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ar-SA"/>
              <a:t>انقر لتعديل أنماط النص الرئيسي</a:t>
            </a:r>
            <a:endParaRPr lang="en-US"/>
          </a:p>
        </p:txBody>
      </p:sp>
    </p:spTree>
    <p:extLst>
      <p:ext uri="{BB962C8B-B14F-4D97-AF65-F5344CB8AC3E}">
        <p14:creationId xmlns:p14="http://schemas.microsoft.com/office/powerpoint/2010/main" val="2444220212"/>
      </p:ext>
    </p:extLst>
  </p:cSld>
  <p:clrMapOvr>
    <a:masterClrMapping/>
  </p:clrMapOvr>
  <p:extLst>
    <p:ext uri="{DCECCB84-F9BA-43D5-87BE-67443E8EF086}">
      <p15:sldGuideLst xmlns:p15="http://schemas.microsoft.com/office/powerpoint/2012/main">
        <p15:guide id="1" orient="horz" pos="118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Header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45CDA42-2F5A-4857-AF5A-59C799D05511}"/>
              </a:ext>
            </a:extLst>
          </p:cNvPr>
          <p:cNvGraphicFramePr>
            <a:graphicFrameLocks noChangeAspect="1"/>
          </p:cNvGraphicFramePr>
          <p:nvPr userDrawn="1">
            <p:custDataLst>
              <p:tags r:id="rId1"/>
            </p:custDataLst>
            <p:extLst>
              <p:ext uri="{D42A27DB-BD31-4B8C-83A1-F6EECF244321}">
                <p14:modId xmlns:p14="http://schemas.microsoft.com/office/powerpoint/2010/main" val="722558423"/>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a:extLst>
                          <a:ext uri="{FF2B5EF4-FFF2-40B4-BE49-F238E27FC236}">
                            <a16:creationId xmlns:a16="http://schemas.microsoft.com/office/drawing/2014/main" id="{B45CDA42-2F5A-4857-AF5A-59C799D05511}"/>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0140BDF6-1709-4038-8A40-FB1269320056}"/>
              </a:ext>
            </a:extLst>
          </p:cNvPr>
          <p:cNvSpPr>
            <a:spLocks noGrp="1"/>
          </p:cNvSpPr>
          <p:nvPr>
            <p:ph type="title" hasCustomPrompt="1"/>
          </p:nvPr>
        </p:nvSpPr>
        <p:spPr>
          <a:xfrm>
            <a:off x="1463676" y="1079998"/>
            <a:ext cx="21480324" cy="1206000"/>
          </a:xfrm>
        </p:spPr>
        <p:txBody>
          <a:bodyPr vert="horz"/>
          <a:lstStyle>
            <a:lvl1pPr>
              <a:defRPr>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ar-SA"/>
              <a:t>انقر لتعديل أنماط النص الرئيسي</a:t>
            </a:r>
            <a:endParaRPr lang="en-US"/>
          </a:p>
        </p:txBody>
      </p:sp>
      <p:sp>
        <p:nvSpPr>
          <p:cNvPr id="5" name="Text Placeholder 2">
            <a:extLst>
              <a:ext uri="{FF2B5EF4-FFF2-40B4-BE49-F238E27FC236}">
                <a16:creationId xmlns:a16="http://schemas.microsoft.com/office/drawing/2014/main" id="{646788C6-E600-48D6-8D87-D4F8B965ED68}"/>
              </a:ext>
            </a:extLst>
          </p:cNvPr>
          <p:cNvSpPr>
            <a:spLocks noGrp="1"/>
          </p:cNvSpPr>
          <p:nvPr>
            <p:ph type="body" sz="quarter" idx="10" hasCustomPrompt="1"/>
          </p:nvPr>
        </p:nvSpPr>
        <p:spPr>
          <a:xfrm>
            <a:off x="1455600" y="389540"/>
            <a:ext cx="21488400" cy="464536"/>
          </a:xfrm>
          <a:prstGeom prst="rect">
            <a:avLst/>
          </a:prstGeom>
        </p:spPr>
        <p:txBody>
          <a:bodyPr lIns="0" tIns="0" rIns="0" bIns="0" anchor="b" anchorCtr="0">
            <a:noAutofit/>
          </a:bodyPr>
          <a:lstStyle>
            <a:lvl1pPr>
              <a:defRPr sz="2400" b="0">
                <a:solidFill>
                  <a:schemeClr val="tx2"/>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pPr lvl="0"/>
            <a:r>
              <a:rPr lang="en-US"/>
              <a:t>Super title here</a:t>
            </a:r>
          </a:p>
        </p:txBody>
      </p:sp>
    </p:spTree>
    <p:extLst>
      <p:ext uri="{BB962C8B-B14F-4D97-AF65-F5344CB8AC3E}">
        <p14:creationId xmlns:p14="http://schemas.microsoft.com/office/powerpoint/2010/main" val="1174969155"/>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AC3B51A-FB5D-4A4D-B947-EFB1AA818278}"/>
              </a:ext>
            </a:extLst>
          </p:cNvPr>
          <p:cNvGraphicFramePr>
            <a:graphicFrameLocks noChangeAspect="1"/>
          </p:cNvGraphicFramePr>
          <p:nvPr userDrawn="1">
            <p:custDataLst>
              <p:tags r:id="rId1"/>
            </p:custDataLst>
            <p:extLst>
              <p:ext uri="{D42A27DB-BD31-4B8C-83A1-F6EECF244321}">
                <p14:modId xmlns:p14="http://schemas.microsoft.com/office/powerpoint/2010/main" val="3376771411"/>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a:extLst>
                          <a:ext uri="{FF2B5EF4-FFF2-40B4-BE49-F238E27FC236}">
                            <a16:creationId xmlns:a16="http://schemas.microsoft.com/office/drawing/2014/main" id="{BAC3B51A-FB5D-4A4D-B947-EFB1AA818278}"/>
                          </a:ext>
                        </a:extLst>
                      </p:cNvPr>
                      <p:cNvPicPr/>
                      <p:nvPr/>
                    </p:nvPicPr>
                    <p:blipFill>
                      <a:blip r:embed="rId4"/>
                      <a:stretch>
                        <a:fillRect/>
                      </a:stretch>
                    </p:blipFill>
                    <p:spPr>
                      <a:xfrm>
                        <a:off x="3176" y="3176"/>
                        <a:ext cx="3176" cy="3176"/>
                      </a:xfrm>
                      <a:prstGeom prst="rect">
                        <a:avLst/>
                      </a:prstGeom>
                    </p:spPr>
                  </p:pic>
                </p:oleObj>
              </mc:Fallback>
            </mc:AlternateContent>
          </a:graphicData>
        </a:graphic>
      </p:graphicFrame>
    </p:spTree>
    <p:extLst>
      <p:ext uri="{BB962C8B-B14F-4D97-AF65-F5344CB8AC3E}">
        <p14:creationId xmlns:p14="http://schemas.microsoft.com/office/powerpoint/2010/main" val="1715200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4_Back Cover dark Gradient">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8A9DDC5-43A8-42C1-B9B2-140E2040C7FB}"/>
              </a:ext>
            </a:extLst>
          </p:cNvPr>
          <p:cNvGraphicFramePr>
            <a:graphicFrameLocks noChangeAspect="1"/>
          </p:cNvGraphicFramePr>
          <p:nvPr userDrawn="1">
            <p:custDataLst>
              <p:tags r:id="rId1"/>
            </p:custDataLst>
            <p:extLst>
              <p:ext uri="{D42A27DB-BD31-4B8C-83A1-F6EECF244321}">
                <p14:modId xmlns:p14="http://schemas.microsoft.com/office/powerpoint/2010/main" val="745728496"/>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366" imgH="343" progId="TCLayout.ActiveDocument.1">
                  <p:embed/>
                </p:oleObj>
              </mc:Choice>
              <mc:Fallback>
                <p:oleObj name="think-cell Slide" r:id="rId4" imgW="366" imgH="343" progId="TCLayout.ActiveDocument.1">
                  <p:embed/>
                  <p:pic>
                    <p:nvPicPr>
                      <p:cNvPr id="5" name="Object 4" hidden="1">
                        <a:extLst>
                          <a:ext uri="{FF2B5EF4-FFF2-40B4-BE49-F238E27FC236}">
                            <a16:creationId xmlns:a16="http://schemas.microsoft.com/office/drawing/2014/main" id="{28A9DDC5-43A8-42C1-B9B2-140E2040C7FB}"/>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grpSp>
        <p:nvGrpSpPr>
          <p:cNvPr id="19" name="Group 18">
            <a:extLst>
              <a:ext uri="{FF2B5EF4-FFF2-40B4-BE49-F238E27FC236}">
                <a16:creationId xmlns:a16="http://schemas.microsoft.com/office/drawing/2014/main" id="{2FC5D05C-C396-422D-8FFF-F8B7D2B56C88}"/>
              </a:ext>
            </a:extLst>
          </p:cNvPr>
          <p:cNvGrpSpPr/>
          <p:nvPr userDrawn="1"/>
        </p:nvGrpSpPr>
        <p:grpSpPr>
          <a:xfrm flipH="1">
            <a:off x="6197600" y="0"/>
            <a:ext cx="18186400" cy="13716000"/>
            <a:chOff x="0" y="0"/>
            <a:chExt cx="4754880" cy="6858000"/>
          </a:xfrm>
        </p:grpSpPr>
        <p:pic>
          <p:nvPicPr>
            <p:cNvPr id="52" name="Picture 51">
              <a:extLst>
                <a:ext uri="{FF2B5EF4-FFF2-40B4-BE49-F238E27FC236}">
                  <a16:creationId xmlns:a16="http://schemas.microsoft.com/office/drawing/2014/main" id="{B5A423AC-C076-45AE-8A61-1EB185A4DD70}"/>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0" y="0"/>
              <a:ext cx="4754880" cy="6858000"/>
            </a:xfrm>
            <a:prstGeom prst="rect">
              <a:avLst/>
            </a:prstGeom>
          </p:spPr>
        </p:pic>
        <p:sp>
          <p:nvSpPr>
            <p:cNvPr id="28" name="Rectangle 27">
              <a:extLst>
                <a:ext uri="{FF2B5EF4-FFF2-40B4-BE49-F238E27FC236}">
                  <a16:creationId xmlns:a16="http://schemas.microsoft.com/office/drawing/2014/main" id="{F66419A0-929B-4B8B-BC62-AEF2CD2E4AD2}"/>
                </a:ext>
              </a:extLst>
            </p:cNvPr>
            <p:cNvSpPr/>
            <p:nvPr userDrawn="1"/>
          </p:nvSpPr>
          <p:spPr>
            <a:xfrm>
              <a:off x="0" y="0"/>
              <a:ext cx="4754880" cy="6858000"/>
            </a:xfrm>
            <a:prstGeom prst="rect">
              <a:avLst/>
            </a:prstGeom>
            <a:solidFill>
              <a:schemeClr val="accent1">
                <a:alpha val="85000"/>
              </a:schemeClr>
            </a:solidFill>
            <a:ln w="12700" cap="flat" cmpd="sng" algn="ctr">
              <a:noFill/>
              <a:prstDash val="solid"/>
              <a:miter lim="800000"/>
            </a:ln>
            <a:effectLst/>
          </p:spPr>
          <p:txBody>
            <a:bodyPr wrap="none" lIns="54610" tIns="54610" rIns="54610" bIns="54610" rtlCol="0" anchor="ctr"/>
            <a:lstStyle/>
            <a:p>
              <a:pPr marR="0" lvl="0" indent="0" algn="ctr" fontAlgn="auto">
                <a:lnSpc>
                  <a:spcPct val="100000"/>
                </a:lnSpc>
                <a:spcBef>
                  <a:spcPts val="0"/>
                </a:spcBef>
                <a:spcAft>
                  <a:spcPts val="0"/>
                </a:spcAft>
                <a:buClrTx/>
                <a:buSzTx/>
                <a:buFontTx/>
                <a:buNone/>
                <a:tabLst/>
              </a:pPr>
              <a:endParaRPr kumimoji="0" lang="en-GB" sz="1600" b="0" i="0" u="none" strike="noStrike" kern="0" cap="none" spc="0" normalizeH="0" baseline="0" noProof="0">
                <a:ln>
                  <a:noFill/>
                </a:ln>
                <a:solidFill>
                  <a:srgbClr val="FFFFFF"/>
                </a:solidFill>
                <a:effectLst/>
                <a:uLnTx/>
                <a:uFillTx/>
                <a:latin typeface="DIN Next LT Arabic" panose="020B0503020203050203" pitchFamily="34" charset="-78"/>
                <a:cs typeface="DIN Next LT Arabic" panose="020B0503020203050203" pitchFamily="34" charset="-78"/>
                <a:sym typeface="DIN Next LT Arabic" panose="020B0503020203050203" pitchFamily="34" charset="-78"/>
              </a:endParaRPr>
            </a:p>
          </p:txBody>
        </p:sp>
      </p:grpSp>
      <p:pic>
        <p:nvPicPr>
          <p:cNvPr id="29" name="Graphic 28">
            <a:extLst>
              <a:ext uri="{FF2B5EF4-FFF2-40B4-BE49-F238E27FC236}">
                <a16:creationId xmlns:a16="http://schemas.microsoft.com/office/drawing/2014/main" id="{D7E11D72-5F46-4C69-85C9-BFDBB115BA3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21110576" y="1082676"/>
            <a:ext cx="1828800" cy="736692"/>
          </a:xfrm>
          <a:prstGeom prst="rect">
            <a:avLst/>
          </a:prstGeom>
        </p:spPr>
      </p:pic>
      <p:sp>
        <p:nvSpPr>
          <p:cNvPr id="50" name="Title 4">
            <a:extLst>
              <a:ext uri="{FF2B5EF4-FFF2-40B4-BE49-F238E27FC236}">
                <a16:creationId xmlns:a16="http://schemas.microsoft.com/office/drawing/2014/main" id="{DC5EF9E4-F89A-4F60-A3B5-10981026E89A}"/>
              </a:ext>
            </a:extLst>
          </p:cNvPr>
          <p:cNvSpPr>
            <a:spLocks noGrp="1"/>
          </p:cNvSpPr>
          <p:nvPr userDrawn="1">
            <p:ph type="title"/>
          </p:nvPr>
        </p:nvSpPr>
        <p:spPr>
          <a:xfrm>
            <a:off x="12411076" y="2651126"/>
            <a:ext cx="10528300" cy="1140772"/>
          </a:xfrm>
        </p:spPr>
        <p:txBody>
          <a:bodyPr vert="horz" anchor="t">
            <a:noAutofit/>
          </a:bodyPr>
          <a:lstStyle>
            <a:lvl1pPr algn="r" rtl="1">
              <a:defRPr sz="64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stStyle>
          <a:p>
            <a:r>
              <a:rPr lang="en-US"/>
              <a:t>Click to edit Master title</a:t>
            </a:r>
          </a:p>
        </p:txBody>
      </p:sp>
      <p:sp>
        <p:nvSpPr>
          <p:cNvPr id="78" name="Content Placeholder 1">
            <a:extLst>
              <a:ext uri="{FF2B5EF4-FFF2-40B4-BE49-F238E27FC236}">
                <a16:creationId xmlns:a16="http://schemas.microsoft.com/office/drawing/2014/main" id="{8B551FEE-9036-45A0-AE54-BD6536FF53D3}"/>
              </a:ext>
            </a:extLst>
          </p:cNvPr>
          <p:cNvSpPr txBox="1">
            <a:spLocks/>
          </p:cNvSpPr>
          <p:nvPr userDrawn="1">
            <p:custDataLst>
              <p:tags r:id="rId2"/>
            </p:custDataLst>
          </p:nvPr>
        </p:nvSpPr>
        <p:spPr>
          <a:xfrm>
            <a:off x="8315327" y="12560450"/>
            <a:ext cx="14624050" cy="430887"/>
          </a:xfrm>
          <a:prstGeom prst="rect">
            <a:avLst/>
          </a:prstGeom>
        </p:spPr>
        <p:txBody>
          <a:bodyPr vert="horz" wrap="square" lIns="0" tIns="0" rIns="0" bIns="0" rtlCol="0" anchor="t" anchorCtr="0">
            <a:spAutoFit/>
          </a:bodyPr>
          <a:lstStyle>
            <a:defPPr>
              <a:defRPr lang="en-US"/>
            </a:defPPr>
            <a:lvl1pPr lvl="0" indent="0" algn="r" rtl="1">
              <a:lnSpc>
                <a:spcPct val="100000"/>
              </a:lnSpc>
              <a:spcBef>
                <a:spcPts val="0"/>
              </a:spcBef>
              <a:spcAft>
                <a:spcPts val="600"/>
              </a:spcAft>
              <a:buFontTx/>
              <a:buNone/>
              <a:defRPr sz="1200" b="0">
                <a:solidFill>
                  <a:schemeClr val="bg1"/>
                </a:solidFill>
                <a:latin typeface="DIN Next LT Arabic" panose="020B0503020203050203" pitchFamily="34" charset="-78"/>
                <a:cs typeface="DIN Next LT Arabic" panose="020B0503020203050203" pitchFamily="34" charset="-78"/>
              </a:defRPr>
            </a:lvl1pPr>
            <a:lvl2pPr marL="0" indent="0" eaLnBrk="1" hangingPunct="1">
              <a:spcAft>
                <a:spcPts val="600"/>
              </a:spcAft>
              <a:buFontTx/>
              <a:buNone/>
              <a:defRPr sz="1500" b="0" i="0">
                <a:solidFill>
                  <a:schemeClr val="tx2"/>
                </a:solidFill>
                <a:latin typeface="Univers for KPMG Light" panose="020B0403020202020204" pitchFamily="34" charset="0"/>
                <a:cs typeface="Univers for KPMG Light" panose="020B0403020202020204" pitchFamily="34" charset="0"/>
              </a:defRPr>
            </a:lvl2pPr>
            <a:lvl3pPr marL="285750" indent="-285750" eaLnBrk="1" hangingPunct="1">
              <a:spcAft>
                <a:spcPts val="600"/>
              </a:spcAft>
              <a:buClrTx/>
              <a:buFont typeface="Univers for KPMG"/>
              <a:buChar char="—"/>
              <a:defRPr sz="1500" b="0" i="0">
                <a:solidFill>
                  <a:schemeClr val="tx2"/>
                </a:solidFill>
                <a:latin typeface="Univers for KPMG Light" panose="020B0403020202020204" pitchFamily="34" charset="0"/>
                <a:cs typeface="Univers for KPMG Light" panose="020B0403020202020204" pitchFamily="34" charset="0"/>
              </a:defRPr>
            </a:lvl3pPr>
            <a:lvl4pPr marL="571500" indent="-228600" eaLnBrk="1" hangingPunct="1">
              <a:spcAft>
                <a:spcPts val="600"/>
              </a:spcAft>
              <a:buFont typeface="Univers for KPMG"/>
              <a:buChar char="-"/>
              <a:defRPr sz="1500" b="0" i="0" baseline="0">
                <a:solidFill>
                  <a:schemeClr val="tx2"/>
                </a:solidFill>
                <a:latin typeface="Univers for KPMG Light" panose="020B0403020202020204" pitchFamily="34" charset="0"/>
                <a:cs typeface="Univers for KPMG Light" panose="020B0403020202020204" pitchFamily="34" charset="0"/>
              </a:defRPr>
            </a:lvl4pPr>
            <a:lvl5pPr eaLnBrk="1" hangingPunct="1">
              <a:spcAft>
                <a:spcPts val="600"/>
              </a:spcAft>
              <a:defRPr sz="1500" b="0" i="0">
                <a:solidFill>
                  <a:schemeClr val="accent5"/>
                </a:solidFill>
                <a:latin typeface="Univers for KPMG Light" panose="020B0403020202020204" pitchFamily="34" charset="0"/>
                <a:cs typeface="Univers for KPMG Light" panose="020B0403020202020204" pitchFamily="34" charset="0"/>
              </a:defRPr>
            </a:lvl5pPr>
          </a:lstStyle>
          <a:p>
            <a:pPr lvl="0" algn="r" defTabSz="1828800" rtl="1"/>
            <a:r>
              <a:rPr lang="ar-SA" sz="1400">
                <a:solidFill>
                  <a:schemeClr val="bg1"/>
                </a:solidFill>
                <a:latin typeface="DIN Next LT Arabic" panose="020B0503020203050203" pitchFamily="34" charset="-78"/>
                <a:ea typeface="Calibri" panose="020F0502020204030204" pitchFamily="34" charset="0"/>
                <a:cs typeface="DIN Next LT Arabic" panose="020B0503020203050203" pitchFamily="34" charset="-78"/>
                <a:sym typeface="DIN Next LT Arabic" panose="020B0503020203050203" pitchFamily="34" charset="-78"/>
              </a:rPr>
              <a:t>2023© كي بي إم جي للاستشارات المهنية شركة مهنية مساهمة مقفلة، مسجلة في المملكة العربية السعودية، رأس مالها (40,000,000) ريال سعودي مدفوع بالكامل، المسماة سابقاً "شركة كي بي إم جي الفوزان وشركاه محاسبون ومراجعون قانونيون". و هي عضو غير شريك في الشبكة العالمية لشركات كي بي إم جي المستقلة والتابعة لـ كي بي إم جي العالمية المحدودة، شركة انجليزية خاصة محدودة بالضمان. جميع الحقوق محفوظة.</a:t>
            </a:r>
          </a:p>
        </p:txBody>
      </p:sp>
      <p:sp>
        <p:nvSpPr>
          <p:cNvPr id="70" name="Rectangle 69">
            <a:extLst>
              <a:ext uri="{FF2B5EF4-FFF2-40B4-BE49-F238E27FC236}">
                <a16:creationId xmlns:a16="http://schemas.microsoft.com/office/drawing/2014/main" id="{5B40CBE0-89B4-47CB-89E9-FAF753B163AA}"/>
              </a:ext>
            </a:extLst>
          </p:cNvPr>
          <p:cNvSpPr/>
          <p:nvPr userDrawn="1"/>
        </p:nvSpPr>
        <p:spPr bwMode="auto">
          <a:xfrm>
            <a:off x="14588492" y="11099954"/>
            <a:ext cx="8350884" cy="1169551"/>
          </a:xfrm>
          <a:prstGeom prst="rect">
            <a:avLst/>
          </a:prstGeom>
        </p:spPr>
        <p:txBody>
          <a:bodyPr vert="horz" wrap="square" lIns="0" tIns="0" rIns="0" bIns="0" rtlCol="0" anchor="t" anchorCtr="0">
            <a:spAutoFit/>
          </a:bodyPr>
          <a:lstStyle>
            <a:defPPr>
              <a:defRPr lang="en-US"/>
            </a:defPPr>
            <a:lvl1pPr marL="0" algn="l" defTabSz="410291" rtl="0" eaLnBrk="1" latinLnBrk="0" hangingPunct="1">
              <a:defRPr sz="1600" kern="1200">
                <a:solidFill>
                  <a:schemeClr val="tx1"/>
                </a:solidFill>
                <a:latin typeface="+mn-lt"/>
                <a:ea typeface="+mn-ea"/>
                <a:cs typeface="+mn-cs"/>
              </a:defRPr>
            </a:lvl1pPr>
            <a:lvl2pPr marL="410291" algn="l" defTabSz="410291" rtl="0" eaLnBrk="1" latinLnBrk="0" hangingPunct="1">
              <a:defRPr sz="1600" kern="1200">
                <a:solidFill>
                  <a:schemeClr val="tx1"/>
                </a:solidFill>
                <a:latin typeface="+mn-lt"/>
                <a:ea typeface="+mn-ea"/>
                <a:cs typeface="+mn-cs"/>
              </a:defRPr>
            </a:lvl2pPr>
            <a:lvl3pPr marL="820583" algn="l" defTabSz="410291" rtl="0" eaLnBrk="1" latinLnBrk="0" hangingPunct="1">
              <a:defRPr sz="1600" kern="1200">
                <a:solidFill>
                  <a:schemeClr val="tx1"/>
                </a:solidFill>
                <a:latin typeface="+mn-lt"/>
                <a:ea typeface="+mn-ea"/>
                <a:cs typeface="+mn-cs"/>
              </a:defRPr>
            </a:lvl3pPr>
            <a:lvl4pPr marL="1230874" algn="l" defTabSz="410291" rtl="0" eaLnBrk="1" latinLnBrk="0" hangingPunct="1">
              <a:defRPr sz="1600" kern="1200">
                <a:solidFill>
                  <a:schemeClr val="tx1"/>
                </a:solidFill>
                <a:latin typeface="+mn-lt"/>
                <a:ea typeface="+mn-ea"/>
                <a:cs typeface="+mn-cs"/>
              </a:defRPr>
            </a:lvl4pPr>
            <a:lvl5pPr marL="1641165" algn="l" defTabSz="410291" rtl="0" eaLnBrk="1" latinLnBrk="0" hangingPunct="1">
              <a:defRPr sz="1600" kern="1200">
                <a:solidFill>
                  <a:schemeClr val="tx1"/>
                </a:solidFill>
                <a:latin typeface="+mn-lt"/>
                <a:ea typeface="+mn-ea"/>
                <a:cs typeface="+mn-cs"/>
              </a:defRPr>
            </a:lvl5pPr>
            <a:lvl6pPr marL="2051456" algn="l" defTabSz="410291" rtl="0" eaLnBrk="1" latinLnBrk="0" hangingPunct="1">
              <a:defRPr sz="1600" kern="1200">
                <a:solidFill>
                  <a:schemeClr val="tx1"/>
                </a:solidFill>
                <a:latin typeface="+mn-lt"/>
                <a:ea typeface="+mn-ea"/>
                <a:cs typeface="+mn-cs"/>
              </a:defRPr>
            </a:lvl6pPr>
            <a:lvl7pPr marL="2461748" algn="l" defTabSz="410291" rtl="0" eaLnBrk="1" latinLnBrk="0" hangingPunct="1">
              <a:defRPr sz="1600" kern="1200">
                <a:solidFill>
                  <a:schemeClr val="tx1"/>
                </a:solidFill>
                <a:latin typeface="+mn-lt"/>
                <a:ea typeface="+mn-ea"/>
                <a:cs typeface="+mn-cs"/>
              </a:defRPr>
            </a:lvl7pPr>
            <a:lvl8pPr marL="2872039" algn="l" defTabSz="410291" rtl="0" eaLnBrk="1" latinLnBrk="0" hangingPunct="1">
              <a:defRPr sz="1600" kern="1200">
                <a:solidFill>
                  <a:schemeClr val="tx1"/>
                </a:solidFill>
                <a:latin typeface="+mn-lt"/>
                <a:ea typeface="+mn-ea"/>
                <a:cs typeface="+mn-cs"/>
              </a:defRPr>
            </a:lvl8pPr>
            <a:lvl9pPr marL="3282330" algn="l" defTabSz="410291" rtl="0" eaLnBrk="1" latinLnBrk="0" hangingPunct="1">
              <a:defRPr sz="1600" kern="1200">
                <a:solidFill>
                  <a:schemeClr val="tx1"/>
                </a:solidFill>
                <a:latin typeface="+mn-lt"/>
                <a:ea typeface="+mn-ea"/>
                <a:cs typeface="+mn-cs"/>
              </a:defRPr>
            </a:lvl9pPr>
          </a:lstStyle>
          <a:p>
            <a:pPr marL="0" lvl="0" indent="0" algn="r" defTabSz="1828800" rtl="1" eaLnBrk="1" latinLnBrk="0" hangingPunct="1">
              <a:lnSpc>
                <a:spcPct val="100000"/>
              </a:lnSpc>
              <a:spcBef>
                <a:spcPts val="0"/>
              </a:spcBef>
              <a:spcAft>
                <a:spcPts val="1200"/>
              </a:spcAft>
              <a:buFontTx/>
              <a:buNone/>
            </a:pPr>
            <a:r>
              <a:rPr lang="ar-SA" sz="1400" b="0" kern="1200" noProof="0">
                <a:solidFill>
                  <a:schemeClr val="bg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rPr>
              <a:t>حقوق النشر</a:t>
            </a:r>
          </a:p>
          <a:p>
            <a:pPr marL="0" lvl="0" indent="0" algn="r" defTabSz="1828800" rtl="1" eaLnBrk="1" latinLnBrk="0" hangingPunct="1">
              <a:lnSpc>
                <a:spcPct val="100000"/>
              </a:lnSpc>
              <a:spcBef>
                <a:spcPts val="0"/>
              </a:spcBef>
              <a:spcAft>
                <a:spcPts val="1200"/>
              </a:spcAft>
              <a:buFontTx/>
              <a:buNone/>
            </a:pPr>
            <a:r>
              <a:rPr lang="ar-SA" sz="1400" b="0" kern="1200" noProof="0">
                <a:solidFill>
                  <a:schemeClr val="bg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rPr>
              <a:t>لا يجوز نسخ أي جزء من هذا المستند أو نقله بأي شكل وبأي وسيلة، سواء كانت إلكترونية أوغيرها، بما في ذلك التصوير والتسجيل، أو بأي نظام لتخزين المعلومات أو استرجاعها، باستثناء ما قد تسمح به كي بي إم جي خطيًا.</a:t>
            </a:r>
          </a:p>
          <a:p>
            <a:pPr marL="0" lvl="0" indent="0" algn="r" defTabSz="1828800" rtl="1" eaLnBrk="1" latinLnBrk="0" hangingPunct="1">
              <a:lnSpc>
                <a:spcPct val="100000"/>
              </a:lnSpc>
              <a:spcBef>
                <a:spcPts val="0"/>
              </a:spcBef>
              <a:spcAft>
                <a:spcPts val="1200"/>
              </a:spcAft>
              <a:buFontTx/>
              <a:buNone/>
            </a:pPr>
            <a:r>
              <a:rPr lang="ar-SA" sz="1400" b="0" kern="1200" noProof="0">
                <a:solidFill>
                  <a:schemeClr val="bg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rPr>
              <a:t>جميع الحقوق محفوظة.</a:t>
            </a:r>
          </a:p>
        </p:txBody>
      </p:sp>
      <p:sp>
        <p:nvSpPr>
          <p:cNvPr id="42" name="Rectangle 41">
            <a:extLst>
              <a:ext uri="{FF2B5EF4-FFF2-40B4-BE49-F238E27FC236}">
                <a16:creationId xmlns:a16="http://schemas.microsoft.com/office/drawing/2014/main" id="{E26A7A9B-1445-4474-89B3-AA9003EE15E6}"/>
              </a:ext>
            </a:extLst>
          </p:cNvPr>
          <p:cNvSpPr/>
          <p:nvPr userDrawn="1"/>
        </p:nvSpPr>
        <p:spPr bwMode="auto">
          <a:xfrm>
            <a:off x="9104536" y="11469285"/>
            <a:ext cx="3884392" cy="800219"/>
          </a:xfrm>
          <a:prstGeom prst="rect">
            <a:avLst/>
          </a:prstGeom>
        </p:spPr>
        <p:txBody>
          <a:bodyPr vert="horz" wrap="square" lIns="0" tIns="0" rIns="0" bIns="0" rtlCol="0" anchor="t" anchorCtr="0">
            <a:spAutoFit/>
          </a:bodyPr>
          <a:lstStyle>
            <a:defPPr>
              <a:defRPr lang="en-US"/>
            </a:defPPr>
            <a:lvl1pPr marL="0" algn="l" defTabSz="410291" rtl="0" eaLnBrk="1" latinLnBrk="0" hangingPunct="1">
              <a:defRPr sz="1600" kern="1200">
                <a:solidFill>
                  <a:schemeClr val="tx1"/>
                </a:solidFill>
                <a:latin typeface="+mn-lt"/>
                <a:ea typeface="+mn-ea"/>
                <a:cs typeface="+mn-cs"/>
              </a:defRPr>
            </a:lvl1pPr>
            <a:lvl2pPr marL="410291" algn="l" defTabSz="410291" rtl="0" eaLnBrk="1" latinLnBrk="0" hangingPunct="1">
              <a:defRPr sz="1600" kern="1200">
                <a:solidFill>
                  <a:schemeClr val="tx1"/>
                </a:solidFill>
                <a:latin typeface="+mn-lt"/>
                <a:ea typeface="+mn-ea"/>
                <a:cs typeface="+mn-cs"/>
              </a:defRPr>
            </a:lvl2pPr>
            <a:lvl3pPr marL="820583" algn="l" defTabSz="410291" rtl="0" eaLnBrk="1" latinLnBrk="0" hangingPunct="1">
              <a:defRPr sz="1600" kern="1200">
                <a:solidFill>
                  <a:schemeClr val="tx1"/>
                </a:solidFill>
                <a:latin typeface="+mn-lt"/>
                <a:ea typeface="+mn-ea"/>
                <a:cs typeface="+mn-cs"/>
              </a:defRPr>
            </a:lvl3pPr>
            <a:lvl4pPr marL="1230874" algn="l" defTabSz="410291" rtl="0" eaLnBrk="1" latinLnBrk="0" hangingPunct="1">
              <a:defRPr sz="1600" kern="1200">
                <a:solidFill>
                  <a:schemeClr val="tx1"/>
                </a:solidFill>
                <a:latin typeface="+mn-lt"/>
                <a:ea typeface="+mn-ea"/>
                <a:cs typeface="+mn-cs"/>
              </a:defRPr>
            </a:lvl4pPr>
            <a:lvl5pPr marL="1641165" algn="l" defTabSz="410291" rtl="0" eaLnBrk="1" latinLnBrk="0" hangingPunct="1">
              <a:defRPr sz="1600" kern="1200">
                <a:solidFill>
                  <a:schemeClr val="tx1"/>
                </a:solidFill>
                <a:latin typeface="+mn-lt"/>
                <a:ea typeface="+mn-ea"/>
                <a:cs typeface="+mn-cs"/>
              </a:defRPr>
            </a:lvl5pPr>
            <a:lvl6pPr marL="2051456" algn="l" defTabSz="410291" rtl="0" eaLnBrk="1" latinLnBrk="0" hangingPunct="1">
              <a:defRPr sz="1600" kern="1200">
                <a:solidFill>
                  <a:schemeClr val="tx1"/>
                </a:solidFill>
                <a:latin typeface="+mn-lt"/>
                <a:ea typeface="+mn-ea"/>
                <a:cs typeface="+mn-cs"/>
              </a:defRPr>
            </a:lvl6pPr>
            <a:lvl7pPr marL="2461748" algn="l" defTabSz="410291" rtl="0" eaLnBrk="1" latinLnBrk="0" hangingPunct="1">
              <a:defRPr sz="1600" kern="1200">
                <a:solidFill>
                  <a:schemeClr val="tx1"/>
                </a:solidFill>
                <a:latin typeface="+mn-lt"/>
                <a:ea typeface="+mn-ea"/>
                <a:cs typeface="+mn-cs"/>
              </a:defRPr>
            </a:lvl7pPr>
            <a:lvl8pPr marL="2872039" algn="l" defTabSz="410291" rtl="0" eaLnBrk="1" latinLnBrk="0" hangingPunct="1">
              <a:defRPr sz="1600" kern="1200">
                <a:solidFill>
                  <a:schemeClr val="tx1"/>
                </a:solidFill>
                <a:latin typeface="+mn-lt"/>
                <a:ea typeface="+mn-ea"/>
                <a:cs typeface="+mn-cs"/>
              </a:defRPr>
            </a:lvl8pPr>
            <a:lvl9pPr marL="3282330" algn="l" defTabSz="410291" rtl="0" eaLnBrk="1" latinLnBrk="0" hangingPunct="1">
              <a:defRPr sz="1600" kern="1200">
                <a:solidFill>
                  <a:schemeClr val="tx1"/>
                </a:solidFill>
                <a:latin typeface="+mn-lt"/>
                <a:ea typeface="+mn-ea"/>
                <a:cs typeface="+mn-cs"/>
              </a:defRPr>
            </a:lvl9pPr>
          </a:lstStyle>
          <a:p>
            <a:pPr marL="0" lvl="0" indent="0" algn="r" defTabSz="1828800" rtl="1" eaLnBrk="1" latinLnBrk="0" hangingPunct="1">
              <a:lnSpc>
                <a:spcPct val="100000"/>
              </a:lnSpc>
              <a:spcBef>
                <a:spcPts val="0"/>
              </a:spcBef>
              <a:spcAft>
                <a:spcPts val="1200"/>
              </a:spcAft>
              <a:buFontTx/>
              <a:buNone/>
            </a:pPr>
            <a:r>
              <a:rPr lang="ar-SA" sz="1400" b="0" kern="1200">
                <a:solidFill>
                  <a:schemeClr val="bg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rPr>
              <a:t>استخدام شعار العميل</a:t>
            </a:r>
          </a:p>
          <a:p>
            <a:pPr marL="0" lvl="0" indent="0" algn="r" defTabSz="1828800" rtl="1" eaLnBrk="1" latinLnBrk="0" hangingPunct="1">
              <a:lnSpc>
                <a:spcPct val="100000"/>
              </a:lnSpc>
              <a:spcBef>
                <a:spcPts val="0"/>
              </a:spcBef>
              <a:spcAft>
                <a:spcPts val="1200"/>
              </a:spcAft>
              <a:buFontTx/>
              <a:buNone/>
            </a:pPr>
            <a:r>
              <a:rPr lang="ar-SA" sz="1400" b="0" kern="1200">
                <a:solidFill>
                  <a:schemeClr val="bg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rPr>
              <a:t>شعارات العميل المدرجة في العرض هي ملك للشركات / الجهات المعنية</a:t>
            </a:r>
          </a:p>
        </p:txBody>
      </p:sp>
      <p:sp>
        <p:nvSpPr>
          <p:cNvPr id="35" name="Rectangle 34">
            <a:extLst>
              <a:ext uri="{FF2B5EF4-FFF2-40B4-BE49-F238E27FC236}">
                <a16:creationId xmlns:a16="http://schemas.microsoft.com/office/drawing/2014/main" id="{556E8DAE-2AC6-45BF-90D6-5A2BDCC09A23}"/>
              </a:ext>
            </a:extLst>
          </p:cNvPr>
          <p:cNvSpPr/>
          <p:nvPr userDrawn="1"/>
        </p:nvSpPr>
        <p:spPr>
          <a:xfrm>
            <a:off x="14049828" y="4033552"/>
            <a:ext cx="8889548" cy="738664"/>
          </a:xfrm>
          <a:prstGeom prst="rect">
            <a:avLst/>
          </a:prstGeom>
        </p:spPr>
        <p:txBody>
          <a:bodyPr vert="horz" wrap="square" lIns="0" tIns="0" rIns="0" bIns="0" rtlCol="0" anchor="t" anchorCtr="0">
            <a:spAutoFit/>
          </a:bodyPr>
          <a:lstStyle/>
          <a:p>
            <a:pPr lvl="0" indent="0" algn="r" rtl="1">
              <a:lnSpc>
                <a:spcPct val="100000"/>
              </a:lnSpc>
              <a:spcBef>
                <a:spcPts val="0"/>
              </a:spcBef>
              <a:spcAft>
                <a:spcPts val="1200"/>
              </a:spcAft>
              <a:buFontTx/>
              <a:buNone/>
            </a:pPr>
            <a:r>
              <a:rPr lang="ar-AE" sz="2400" b="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rPr>
              <a:t>للمزيد من المعلومات حول هذا العرض أو الخدمات المقدمة من قبل خدمات الاستشارات في كي بي إم جي الفوزان وشركاهنأمل التواصل مع :</a:t>
            </a:r>
          </a:p>
        </p:txBody>
      </p:sp>
      <p:sp>
        <p:nvSpPr>
          <p:cNvPr id="36" name="Text Placeholder 3">
            <a:extLst>
              <a:ext uri="{FF2B5EF4-FFF2-40B4-BE49-F238E27FC236}">
                <a16:creationId xmlns:a16="http://schemas.microsoft.com/office/drawing/2014/main" id="{245F0935-290C-47B7-AE51-8978F6B6B555}"/>
              </a:ext>
            </a:extLst>
          </p:cNvPr>
          <p:cNvSpPr>
            <a:spLocks noGrp="1"/>
          </p:cNvSpPr>
          <p:nvPr userDrawn="1">
            <p:ph type="body" sz="quarter" idx="10"/>
          </p:nvPr>
        </p:nvSpPr>
        <p:spPr>
          <a:xfrm>
            <a:off x="17710484" y="5348021"/>
            <a:ext cx="5228892" cy="1894606"/>
          </a:xfrm>
        </p:spPr>
        <p:txBody>
          <a:bodyPr/>
          <a:lstStyle>
            <a:lvl1pPr algn="r" rtl="1">
              <a:spcAft>
                <a:spcPts val="400"/>
              </a:spcAft>
              <a:defRPr sz="24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spcAft>
                <a:spcPts val="400"/>
              </a:spcAft>
              <a:defRPr sz="24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spcAft>
                <a:spcPts val="400"/>
              </a:spcAft>
              <a:defRPr>
                <a:solidFill>
                  <a:schemeClr val="bg1"/>
                </a:solidFill>
              </a:defRPr>
            </a:lvl3pPr>
            <a:lvl4pPr>
              <a:spcAft>
                <a:spcPts val="400"/>
              </a:spcAft>
              <a:defRPr>
                <a:solidFill>
                  <a:schemeClr val="bg1"/>
                </a:solidFill>
              </a:defRPr>
            </a:lvl4pPr>
            <a:lvl5pPr>
              <a:spcAft>
                <a:spcPts val="400"/>
              </a:spcAft>
              <a:defRPr>
                <a:solidFill>
                  <a:schemeClr val="bg1"/>
                </a:solidFill>
              </a:defRPr>
            </a:lvl5pPr>
          </a:lstStyle>
          <a:p>
            <a:pPr lvl="0"/>
            <a:r>
              <a:rPr lang="en-US"/>
              <a:t>Click to edit Master text styles</a:t>
            </a:r>
          </a:p>
          <a:p>
            <a:pPr lvl="1"/>
            <a:r>
              <a:rPr lang="en-US"/>
              <a:t>Second level</a:t>
            </a:r>
          </a:p>
        </p:txBody>
      </p:sp>
      <p:sp>
        <p:nvSpPr>
          <p:cNvPr id="37" name="Text Placeholder 3">
            <a:extLst>
              <a:ext uri="{FF2B5EF4-FFF2-40B4-BE49-F238E27FC236}">
                <a16:creationId xmlns:a16="http://schemas.microsoft.com/office/drawing/2014/main" id="{91BB1C75-578E-49C1-B3E0-B89A2DDEABC9}"/>
              </a:ext>
            </a:extLst>
          </p:cNvPr>
          <p:cNvSpPr>
            <a:spLocks noGrp="1"/>
          </p:cNvSpPr>
          <p:nvPr userDrawn="1">
            <p:ph type="body" sz="quarter" idx="11"/>
          </p:nvPr>
        </p:nvSpPr>
        <p:spPr>
          <a:xfrm>
            <a:off x="17710484" y="8178519"/>
            <a:ext cx="5228892" cy="1894606"/>
          </a:xfrm>
        </p:spPr>
        <p:txBody>
          <a:bodyPr/>
          <a:lstStyle>
            <a:lvl1pPr algn="r" rtl="1">
              <a:spcAft>
                <a:spcPts val="400"/>
              </a:spcAft>
              <a:defRPr sz="24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1pPr>
            <a:lvl2pPr algn="r" rtl="1">
              <a:spcAft>
                <a:spcPts val="400"/>
              </a:spcAft>
              <a:defRPr sz="2400">
                <a:solidFill>
                  <a:schemeClr val="bg1"/>
                </a:solidFill>
                <a:latin typeface="DIN Next LT Arabic" panose="020B0503020203050203" pitchFamily="34" charset="-78"/>
                <a:cs typeface="DIN Next LT Arabic" panose="020B0503020203050203" pitchFamily="34" charset="-78"/>
                <a:sym typeface="DIN Next LT Arabic" panose="020B0503020203050203" pitchFamily="34" charset="-78"/>
              </a:defRPr>
            </a:lvl2pPr>
            <a:lvl3pPr>
              <a:spcAft>
                <a:spcPts val="400"/>
              </a:spcAft>
              <a:defRPr>
                <a:solidFill>
                  <a:schemeClr val="bg1"/>
                </a:solidFill>
              </a:defRPr>
            </a:lvl3pPr>
            <a:lvl4pPr>
              <a:spcAft>
                <a:spcPts val="400"/>
              </a:spcAft>
              <a:defRPr>
                <a:solidFill>
                  <a:schemeClr val="bg1"/>
                </a:solidFill>
              </a:defRPr>
            </a:lvl4pPr>
            <a:lvl5pPr>
              <a:spcAft>
                <a:spcPts val="400"/>
              </a:spcAft>
              <a:defRPr>
                <a:solidFill>
                  <a:schemeClr val="bg1"/>
                </a:solidFill>
              </a:defRPr>
            </a:lvl5pPr>
          </a:lstStyle>
          <a:p>
            <a:pPr lvl="0"/>
            <a:r>
              <a:rPr lang="en-US"/>
              <a:t>Click to edit Master text styles</a:t>
            </a:r>
          </a:p>
          <a:p>
            <a:pPr lvl="1"/>
            <a:r>
              <a:rPr lang="en-US"/>
              <a:t>Second level</a:t>
            </a:r>
          </a:p>
        </p:txBody>
      </p:sp>
      <p:sp>
        <p:nvSpPr>
          <p:cNvPr id="27" name="Title 3">
            <a:extLst>
              <a:ext uri="{FF2B5EF4-FFF2-40B4-BE49-F238E27FC236}">
                <a16:creationId xmlns:a16="http://schemas.microsoft.com/office/drawing/2014/main" id="{E5926886-B515-4A19-9252-27AB0AF8237C}"/>
              </a:ext>
            </a:extLst>
          </p:cNvPr>
          <p:cNvSpPr txBox="1">
            <a:spLocks/>
          </p:cNvSpPr>
          <p:nvPr userDrawn="1"/>
        </p:nvSpPr>
        <p:spPr>
          <a:xfrm>
            <a:off x="1004797" y="1745366"/>
            <a:ext cx="4105858" cy="786292"/>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800" kern="1200">
                <a:solidFill>
                  <a:schemeClr val="bg1"/>
                </a:solidFill>
                <a:latin typeface="+mj-lt"/>
                <a:ea typeface="+mj-ea"/>
                <a:cs typeface="+mj-cs"/>
              </a:defRPr>
            </a:lvl1pPr>
          </a:lstStyle>
          <a:p>
            <a:r>
              <a:rPr lang="en-US" sz="6400">
                <a:solidFill>
                  <a:srgbClr val="00338D"/>
                </a:solidFill>
                <a:latin typeface="KPMG Bold"/>
              </a:rPr>
              <a:t>KPMG values</a:t>
            </a:r>
          </a:p>
        </p:txBody>
      </p:sp>
      <p:pic>
        <p:nvPicPr>
          <p:cNvPr id="30" name="Picture 29">
            <a:extLst>
              <a:ext uri="{FF2B5EF4-FFF2-40B4-BE49-F238E27FC236}">
                <a16:creationId xmlns:a16="http://schemas.microsoft.com/office/drawing/2014/main" id="{58BCF971-95FD-4C41-8560-97D46538A5E1}"/>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5688" t="10017" r="12645" b="12090"/>
          <a:stretch/>
        </p:blipFill>
        <p:spPr>
          <a:xfrm>
            <a:off x="576190" y="2743202"/>
            <a:ext cx="4626236" cy="10056380"/>
          </a:xfrm>
          <a:prstGeom prst="rect">
            <a:avLst/>
          </a:prstGeom>
        </p:spPr>
      </p:pic>
    </p:spTree>
    <p:extLst>
      <p:ext uri="{BB962C8B-B14F-4D97-AF65-F5344CB8AC3E}">
        <p14:creationId xmlns:p14="http://schemas.microsoft.com/office/powerpoint/2010/main" val="40555029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A1168F-289B-4F16-A2A4-8D05424C4172}"/>
              </a:ext>
            </a:extLst>
          </p:cNvPr>
          <p:cNvSpPr/>
          <p:nvPr userDrawn="1"/>
        </p:nvSpPr>
        <p:spPr>
          <a:xfrm>
            <a:off x="0" y="0"/>
            <a:ext cx="24384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9220" tIns="109220" rIns="109220" bIns="109220" rtlCol="0" anchor="ctr"/>
          <a:lstStyle/>
          <a:p>
            <a:pPr algn="l"/>
            <a:endParaRPr lang="en-US" sz="3000" err="1">
              <a:solidFill>
                <a:schemeClr val="bg1"/>
              </a:solidFill>
            </a:endParaRPr>
          </a:p>
        </p:txBody>
      </p:sp>
      <p:sp>
        <p:nvSpPr>
          <p:cNvPr id="2" name="Rectangle 1">
            <a:extLst>
              <a:ext uri="{FF2B5EF4-FFF2-40B4-BE49-F238E27FC236}">
                <a16:creationId xmlns:a16="http://schemas.microsoft.com/office/drawing/2014/main" id="{EC2F5ED0-C902-484E-98E1-CE8D65A17056}"/>
              </a:ext>
            </a:extLst>
          </p:cNvPr>
          <p:cNvSpPr>
            <a:spLocks/>
          </p:cNvSpPr>
          <p:nvPr userDrawn="1"/>
        </p:nvSpPr>
        <p:spPr>
          <a:xfrm>
            <a:off x="12409054" y="2178050"/>
            <a:ext cx="10515600" cy="7360920"/>
          </a:xfrm>
          <a:prstGeom prst="rect">
            <a:avLst/>
          </a:prstGeom>
          <a:gradFill>
            <a:gsLst>
              <a:gs pos="100000">
                <a:schemeClr val="accent1"/>
              </a:gs>
              <a:gs pos="0">
                <a:schemeClr val="accent5"/>
              </a:gs>
            </a:gsLst>
            <a:lin ang="0" scaled="0"/>
          </a:gradFill>
        </p:spPr>
        <p:txBody>
          <a:bodyPr vert="horz" lIns="360000" tIns="360000" rIns="360000" bIns="360000" rtlCol="0" anchor="t" anchorCtr="0">
            <a:noAutofit/>
          </a:bodyPr>
          <a:lstStyle/>
          <a:p>
            <a:pPr lvl="0">
              <a:lnSpc>
                <a:spcPct val="70000"/>
              </a:lnSpc>
              <a:spcBef>
                <a:spcPct val="0"/>
              </a:spcBef>
              <a:buNone/>
            </a:pPr>
            <a:endParaRPr lang="en-US" sz="17600" baseline="0" err="1">
              <a:solidFill>
                <a:schemeClr val="bg1"/>
              </a:solidFill>
              <a:latin typeface="KPMG Bold" panose="020B0803030202040204" pitchFamily="34" charset="0"/>
              <a:ea typeface="+mj-ea"/>
              <a:cs typeface="+mj-cs"/>
            </a:endParaRPr>
          </a:p>
        </p:txBody>
      </p:sp>
      <p:sp>
        <p:nvSpPr>
          <p:cNvPr id="3" name="Title 1">
            <a:extLst>
              <a:ext uri="{FF2B5EF4-FFF2-40B4-BE49-F238E27FC236}">
                <a16:creationId xmlns:a16="http://schemas.microsoft.com/office/drawing/2014/main" id="{EB99D781-85E4-4972-9188-2C4F21C86393}"/>
              </a:ext>
            </a:extLst>
          </p:cNvPr>
          <p:cNvSpPr>
            <a:spLocks noGrp="1"/>
          </p:cNvSpPr>
          <p:nvPr>
            <p:ph type="ctrTitle" hasCustomPrompt="1"/>
          </p:nvPr>
        </p:nvSpPr>
        <p:spPr>
          <a:xfrm>
            <a:off x="15615805" y="5830311"/>
            <a:ext cx="6726082" cy="3065630"/>
          </a:xfrm>
          <a:noFill/>
        </p:spPr>
        <p:txBody>
          <a:bodyPr lIns="0" tIns="0" rIns="0" bIns="0" anchor="t" anchorCtr="0"/>
          <a:lstStyle>
            <a:lvl1pPr algn="r">
              <a:defRPr sz="13200" baseline="0">
                <a:solidFill>
                  <a:schemeClr val="bg1"/>
                </a:solidFill>
              </a:defRPr>
            </a:lvl1pPr>
          </a:lstStyle>
          <a:p>
            <a:r>
              <a:rPr lang="en-GB"/>
              <a:t>Title slide text only</a:t>
            </a:r>
            <a:endParaRPr lang="en-US"/>
          </a:p>
        </p:txBody>
      </p:sp>
      <p:sp>
        <p:nvSpPr>
          <p:cNvPr id="5" name="Text Placeholder 3">
            <a:extLst>
              <a:ext uri="{FF2B5EF4-FFF2-40B4-BE49-F238E27FC236}">
                <a16:creationId xmlns:a16="http://schemas.microsoft.com/office/drawing/2014/main" id="{A020BFBB-D989-485E-A959-688ECAEEED52}"/>
              </a:ext>
            </a:extLst>
          </p:cNvPr>
          <p:cNvSpPr>
            <a:spLocks noGrp="1"/>
          </p:cNvSpPr>
          <p:nvPr>
            <p:ph type="body" sz="quarter" idx="12" hasCustomPrompt="1"/>
          </p:nvPr>
        </p:nvSpPr>
        <p:spPr>
          <a:xfrm>
            <a:off x="19254354" y="2515088"/>
            <a:ext cx="3087532" cy="1477328"/>
          </a:xfrm>
        </p:spPr>
        <p:txBody>
          <a:bodyPr wrap="square">
            <a:spAutoFit/>
          </a:bodyPr>
          <a:lstStyle>
            <a:lvl1pPr>
              <a:lnSpc>
                <a:spcPct val="80000"/>
              </a:lnSpc>
              <a:defRPr lang="en-US" sz="120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4208401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5.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oleObject" Target="../embeddings/oleObject1.bin"/><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C764DE79-268F-4C1A-8933-263129D2AF90}" type="datetimeFigureOut">
              <a:rPr lang="en-US" dirty="0"/>
              <a:t>10/19/2026</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7D5AB3DD-9542-440C-AB5F-DC677AAFC07B}" type="slidenum">
              <a:rPr lang="en-US" smtClean="0"/>
              <a:pPr/>
              <a:t>‹#›</a:t>
            </a:fld>
            <a:endParaRPr lang="en-US"/>
          </a:p>
        </p:txBody>
      </p:sp>
    </p:spTree>
    <p:extLst>
      <p:ext uri="{BB962C8B-B14F-4D97-AF65-F5344CB8AC3E}">
        <p14:creationId xmlns:p14="http://schemas.microsoft.com/office/powerpoint/2010/main" val="335524072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9" r:id="rId12"/>
    <p:sldLayoutId id="2147483736" r:id="rId13"/>
    <p:sldLayoutId id="2147483738" r:id="rId14"/>
  </p:sldLayoutIdLst>
  <p:hf hd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43865D2-F5C5-46F7-80DB-F0B15DE49E5F}"/>
              </a:ext>
            </a:extLst>
          </p:cNvPr>
          <p:cNvGraphicFramePr>
            <a:graphicFrameLocks noChangeAspect="1"/>
          </p:cNvGraphicFramePr>
          <p:nvPr userDrawn="1">
            <p:custDataLst>
              <p:tags r:id="rId14"/>
            </p:custDataLst>
            <p:extLst>
              <p:ext uri="{D42A27DB-BD31-4B8C-83A1-F6EECF244321}">
                <p14:modId xmlns:p14="http://schemas.microsoft.com/office/powerpoint/2010/main" val="3726594087"/>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15" imgW="383" imgH="384" progId="TCLayout.ActiveDocument.1">
                  <p:embed/>
                </p:oleObj>
              </mc:Choice>
              <mc:Fallback>
                <p:oleObj name="think-cell Slide" r:id="rId15" imgW="383" imgH="384" progId="TCLayout.ActiveDocument.1">
                  <p:embed/>
                  <p:pic>
                    <p:nvPicPr>
                      <p:cNvPr id="5" name="Object 4" hidden="1">
                        <a:extLst>
                          <a:ext uri="{FF2B5EF4-FFF2-40B4-BE49-F238E27FC236}">
                            <a16:creationId xmlns:a16="http://schemas.microsoft.com/office/drawing/2014/main" id="{E43865D2-F5C5-46F7-80DB-F0B15DE49E5F}"/>
                          </a:ext>
                        </a:extLst>
                      </p:cNvPr>
                      <p:cNvPicPr/>
                      <p:nvPr/>
                    </p:nvPicPr>
                    <p:blipFill>
                      <a:blip r:embed="rId16"/>
                      <a:stretch>
                        <a:fillRect/>
                      </a:stretch>
                    </p:blipFill>
                    <p:spPr>
                      <a:xfrm>
                        <a:off x="3176" y="3176"/>
                        <a:ext cx="3176" cy="3176"/>
                      </a:xfrm>
                      <a:prstGeom prst="rect">
                        <a:avLst/>
                      </a:prstGeom>
                    </p:spPr>
                  </p:pic>
                </p:oleObj>
              </mc:Fallback>
            </mc:AlternateContent>
          </a:graphicData>
        </a:graphic>
      </p:graphicFrame>
      <p:sp>
        <p:nvSpPr>
          <p:cNvPr id="2" name="Title Placeholder 1"/>
          <p:cNvSpPr>
            <a:spLocks noGrp="1"/>
          </p:cNvSpPr>
          <p:nvPr>
            <p:ph type="title"/>
          </p:nvPr>
        </p:nvSpPr>
        <p:spPr>
          <a:xfrm>
            <a:off x="1463676" y="1079996"/>
            <a:ext cx="21480324" cy="1645920"/>
          </a:xfrm>
          <a:prstGeom prst="rect">
            <a:avLst/>
          </a:prstGeom>
        </p:spPr>
        <p:txBody>
          <a:bodyPr vert="horz" lIns="0" tIns="0" rIns="0" bIns="0" rtlCol="0" anchor="t" anchorCtr="0">
            <a:noAutofit/>
          </a:bodyPr>
          <a:lstStyle/>
          <a:p>
            <a:r>
              <a:rPr lang="ar-SA"/>
              <a:t>انقر لتعديل أنماط النص الرئيسي</a:t>
            </a:r>
            <a:endParaRPr lang="en-GB"/>
          </a:p>
        </p:txBody>
      </p:sp>
      <p:sp>
        <p:nvSpPr>
          <p:cNvPr id="3" name="Text Placeholder 2"/>
          <p:cNvSpPr>
            <a:spLocks noGrp="1"/>
          </p:cNvSpPr>
          <p:nvPr>
            <p:ph type="body" idx="1"/>
          </p:nvPr>
        </p:nvSpPr>
        <p:spPr>
          <a:xfrm>
            <a:off x="1463678" y="3366001"/>
            <a:ext cx="21480324" cy="92641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flipH="1">
            <a:off x="1463676" y="12970478"/>
            <a:ext cx="484972" cy="298824"/>
          </a:xfrm>
          <a:prstGeom prst="rect">
            <a:avLst/>
          </a:prstGeom>
        </p:spPr>
        <p:txBody>
          <a:bodyPr lIns="0" tIns="0" rIns="0" bIns="0" anchor="ctr"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rtl="1"/>
            <a:fld id="{86CB4B4D-7CA3-9044-876B-883B54F8677D}" type="slidenum">
              <a:rPr lang="en-GB" sz="1600" b="1" smtClean="0">
                <a:solidFill>
                  <a:schemeClr val="accent2"/>
                </a:solidFill>
                <a:latin typeface="DIN Next LT Arabic" panose="020B0503020203050203" pitchFamily="34" charset="-78"/>
                <a:ea typeface="Arial"/>
                <a:cs typeface="DIN Next LT Arabic" panose="020B0503020203050203" pitchFamily="34" charset="-78"/>
                <a:sym typeface="DIN Next LT Arabic" panose="020B0503020203050203" pitchFamily="34" charset="-78"/>
              </a:rPr>
              <a:pPr algn="l" rtl="1"/>
              <a:t>‹#›</a:t>
            </a:fld>
            <a:endParaRPr lang="en-GB" sz="2000" b="1">
              <a:solidFill>
                <a:schemeClr val="accent2"/>
              </a:solidFill>
              <a:latin typeface="DIN Next LT Arabic" panose="020B0503020203050203" pitchFamily="34" charset="-78"/>
              <a:ea typeface="Arial"/>
              <a:cs typeface="DIN Next LT Arabic" panose="020B0503020203050203" pitchFamily="34" charset="-78"/>
              <a:sym typeface="DIN Next LT Arabic" panose="020B0503020203050203" pitchFamily="34" charset="-78"/>
            </a:endParaRPr>
          </a:p>
        </p:txBody>
      </p:sp>
      <p:sp>
        <p:nvSpPr>
          <p:cNvPr id="26" name="Freeform 19">
            <a:extLst>
              <a:ext uri="{C183D7F6-B498-43B3-948B-1728B52AA6E4}">
                <adec:decorative xmlns:adec="http://schemas.microsoft.com/office/drawing/2017/decorative" val="1"/>
              </a:ext>
            </a:extLst>
          </p:cNvPr>
          <p:cNvSpPr>
            <a:spLocks noEditPoints="1"/>
          </p:cNvSpPr>
          <p:nvPr userDrawn="1"/>
        </p:nvSpPr>
        <p:spPr bwMode="auto">
          <a:xfrm>
            <a:off x="21975943" y="12967679"/>
            <a:ext cx="968058" cy="393786"/>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accent2"/>
          </a:solidFill>
          <a:ln>
            <a:noFill/>
          </a:ln>
        </p:spPr>
        <p:txBody>
          <a:bodyPr vert="horz" wrap="square" lIns="182880" tIns="91440" rIns="182880" bIns="91440" numCol="1" anchor="t" anchorCtr="0" compatLnSpc="1">
            <a:prstTxWarp prst="textNoShape">
              <a:avLst/>
            </a:prstTxWarp>
          </a:bodyPr>
          <a:lstStyle/>
          <a:p>
            <a:endParaRPr lang="en-GB" sz="2800">
              <a:latin typeface="DIN Next LT Arabic" panose="020B0503020203050203" pitchFamily="34" charset="-78"/>
              <a:cs typeface="DIN Next LT Arabic" panose="020B0503020203050203" pitchFamily="34" charset="-78"/>
              <a:sym typeface="DIN Next LT Arabic" panose="020B0503020203050203" pitchFamily="34" charset="-78"/>
            </a:endParaRPr>
          </a:p>
        </p:txBody>
      </p:sp>
      <p:cxnSp>
        <p:nvCxnSpPr>
          <p:cNvPr id="17" name="Straight Connector 16">
            <a:extLst>
              <a:ext uri="{FF2B5EF4-FFF2-40B4-BE49-F238E27FC236}">
                <a16:creationId xmlns:a16="http://schemas.microsoft.com/office/drawing/2014/main" id="{F024B3B3-3138-44BB-8DDD-6BDCEF24DEDC}"/>
              </a:ext>
            </a:extLst>
          </p:cNvPr>
          <p:cNvCxnSpPr>
            <a:cxnSpLocks/>
          </p:cNvCxnSpPr>
          <p:nvPr userDrawn="1"/>
        </p:nvCxnSpPr>
        <p:spPr>
          <a:xfrm flipH="1">
            <a:off x="1984766" y="12973278"/>
            <a:ext cx="0" cy="29882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B8D7F08-8E03-4313-99E7-5C473886A97B}"/>
              </a:ext>
              <a:ext uri="{C183D7F6-B498-43B3-948B-1728B52AA6E4}">
                <adec:decorative xmlns:adec="http://schemas.microsoft.com/office/drawing/2017/decorative" val="1"/>
              </a:ext>
            </a:extLst>
          </p:cNvPr>
          <p:cNvSpPr txBox="1"/>
          <p:nvPr userDrawn="1"/>
        </p:nvSpPr>
        <p:spPr>
          <a:xfrm flipH="1">
            <a:off x="8315325" y="12967678"/>
            <a:ext cx="13234822" cy="369332"/>
          </a:xfrm>
          <a:prstGeom prst="rect">
            <a:avLst/>
          </a:prstGeom>
          <a:noFill/>
        </p:spPr>
        <p:txBody>
          <a:bodyPr wrap="square" lIns="0" tIns="0" rIns="0" bIns="0" rtlCol="0">
            <a:spAutoFit/>
          </a:bodyPr>
          <a:lstStyle/>
          <a:p>
            <a:pPr lvl="0" algn="r" defTabSz="1828800" rtl="1"/>
            <a:r>
              <a:rPr lang="ar-SA" sz="1200">
                <a:solidFill>
                  <a:schemeClr val="bg1">
                    <a:lumMod val="65000"/>
                  </a:schemeClr>
                </a:solidFill>
                <a:latin typeface="DIN Next LT Arabic" panose="020B0503020203050203" pitchFamily="34" charset="-78"/>
                <a:ea typeface="Calibri" panose="020F0502020204030204" pitchFamily="34" charset="0"/>
                <a:cs typeface="DIN Next LT Arabic" panose="020B0503020203050203" pitchFamily="34" charset="-78"/>
                <a:sym typeface="DIN Next LT Arabic" panose="020B0503020203050203" pitchFamily="34" charset="-78"/>
              </a:rPr>
              <a:t>2023© كي بي إم جي للاستشارات المهنية شركة مهنية مساهمة مقفلة، مسجلة في المملكة العربية السعودية، رأس مالها (40,000,000) ريال سعودي مدفوع بالكامل، المسماة سابقاً "شركة كي بي إم جي الفوزان وشركاه محاسبون ومراجعون قانونيون". و هي عضو غير شريك في الشبكة العالمية لشركات كي بي إم جي المستقلة والتابعة لـ كي بي إم جي العالمية المحدودة، شركة انجليزية خاصة محدودة بالضمان. جميع الحقوق محفوظة.</a:t>
            </a:r>
          </a:p>
        </p:txBody>
      </p:sp>
    </p:spTree>
    <p:extLst>
      <p:ext uri="{BB962C8B-B14F-4D97-AF65-F5344CB8AC3E}">
        <p14:creationId xmlns:p14="http://schemas.microsoft.com/office/powerpoint/2010/main" val="3180506728"/>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txStyles>
    <p:titleStyle>
      <a:lvl1pPr algn="r" defTabSz="1828800" rtl="1" eaLnBrk="1" latinLnBrk="0" hangingPunct="1">
        <a:lnSpc>
          <a:spcPct val="90000"/>
        </a:lnSpc>
        <a:spcBef>
          <a:spcPct val="0"/>
        </a:spcBef>
        <a:buNone/>
        <a:defRPr sz="5600" b="1" kern="1200">
          <a:solidFill>
            <a:schemeClr val="accent2"/>
          </a:solidFill>
          <a:latin typeface="DIN Next LT Arabic" panose="020B0503020203050203" pitchFamily="34" charset="-78"/>
          <a:ea typeface="+mj-ea"/>
          <a:cs typeface="DIN Next LT Arabic" panose="020B0503020203050203" pitchFamily="34" charset="-78"/>
          <a:sym typeface="DIN Next LT Arabic" panose="020B0503020203050203" pitchFamily="34" charset="-78"/>
        </a:defRPr>
      </a:lvl1pPr>
    </p:titleStyle>
    <p:bodyStyle>
      <a:lvl1pPr marL="0" indent="0" algn="r" defTabSz="1828800" rtl="1" eaLnBrk="1" latinLnBrk="0" hangingPunct="1">
        <a:lnSpc>
          <a:spcPct val="100000"/>
        </a:lnSpc>
        <a:spcBef>
          <a:spcPts val="0"/>
        </a:spcBef>
        <a:spcAft>
          <a:spcPts val="1200"/>
        </a:spcAft>
        <a:buFontTx/>
        <a:buNone/>
        <a:defRPr sz="2000" b="1" kern="1200">
          <a:solidFill>
            <a:schemeClr val="accent2"/>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defRPr>
      </a:lvl1pPr>
      <a:lvl2pPr marL="0" indent="0" algn="r" defTabSz="1828800" rtl="1" eaLnBrk="1" latinLnBrk="0" hangingPunct="1">
        <a:lnSpc>
          <a:spcPct val="100000"/>
        </a:lnSpc>
        <a:spcBef>
          <a:spcPts val="0"/>
        </a:spcBef>
        <a:spcAft>
          <a:spcPts val="1200"/>
        </a:spcAft>
        <a:buFontTx/>
        <a:buNone/>
        <a:defRPr sz="2000" kern="1200">
          <a:solidFill>
            <a:schemeClr val="tx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defRPr>
      </a:lvl2pPr>
      <a:lvl3pPr marL="288000" indent="-288000" algn="r" defTabSz="1828800" rtl="1"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defRPr>
      </a:lvl3pPr>
      <a:lvl4pPr marL="576000" indent="-288000" algn="r" defTabSz="1828800" rtl="1"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defRPr>
      </a:lvl4pPr>
      <a:lvl5pPr marL="864000" indent="-288000" algn="r" defTabSz="1828800" rtl="1" eaLnBrk="1" latinLnBrk="0" hangingPunct="1">
        <a:lnSpc>
          <a:spcPct val="100000"/>
        </a:lnSpc>
        <a:spcBef>
          <a:spcPts val="0"/>
        </a:spcBef>
        <a:spcAft>
          <a:spcPts val="1200"/>
        </a:spcAft>
        <a:buClrTx/>
        <a:buFont typeface="Arial" panose="020B0604020202020204" pitchFamily="34" charset="0"/>
        <a:buChar char="•"/>
        <a:defRPr sz="2000" kern="1200" baseline="0">
          <a:solidFill>
            <a:schemeClr val="tx1"/>
          </a:solidFill>
          <a:latin typeface="DIN Next LT Arabic" panose="020B0503020203050203" pitchFamily="34" charset="-78"/>
          <a:ea typeface="+mn-ea"/>
          <a:cs typeface="DIN Next LT Arabic" panose="020B0503020203050203" pitchFamily="34" charset="-78"/>
          <a:sym typeface="DIN Next LT Arabic" panose="020B0503020203050203" pitchFamily="34" charset="-78"/>
        </a:defRPr>
      </a:lvl5pPr>
      <a:lvl6pPr marL="1438276" indent="-361950" algn="l" defTabSz="1828800" rtl="0" eaLnBrk="1" latinLnBrk="0" hangingPunct="1">
        <a:lnSpc>
          <a:spcPct val="100000"/>
        </a:lnSpc>
        <a:spcBef>
          <a:spcPts val="0"/>
        </a:spcBef>
        <a:spcAft>
          <a:spcPts val="1200"/>
        </a:spcAft>
        <a:buClr>
          <a:schemeClr val="tx2"/>
        </a:buClr>
        <a:buFont typeface="Arial" panose="020B0604020202020204" pitchFamily="34" charset="0"/>
        <a:buChar char="-"/>
        <a:defRPr sz="3000" kern="1200">
          <a:solidFill>
            <a:schemeClr val="tx2"/>
          </a:solidFill>
          <a:latin typeface="+mn-lt"/>
          <a:ea typeface="+mn-ea"/>
          <a:cs typeface="+mn-cs"/>
        </a:defRPr>
      </a:lvl6pPr>
      <a:lvl7pPr marL="1793876" indent="-355600" algn="l" defTabSz="1828800" rtl="0" eaLnBrk="1" latinLnBrk="0" hangingPunct="1">
        <a:lnSpc>
          <a:spcPct val="100000"/>
        </a:lnSpc>
        <a:spcBef>
          <a:spcPts val="0"/>
        </a:spcBef>
        <a:spcAft>
          <a:spcPts val="1200"/>
        </a:spcAft>
        <a:buClr>
          <a:schemeClr val="tx2"/>
        </a:buClr>
        <a:buFont typeface="Arial" panose="020B0604020202020204" pitchFamily="34" charset="0"/>
        <a:buChar char="•"/>
        <a:defRPr sz="3000" kern="1200">
          <a:solidFill>
            <a:schemeClr val="tx2"/>
          </a:solidFill>
          <a:latin typeface="+mn-lt"/>
          <a:ea typeface="+mn-ea"/>
          <a:cs typeface="+mn-cs"/>
        </a:defRPr>
      </a:lvl7pPr>
      <a:lvl8pPr marL="2149476" indent="-355600" algn="l" defTabSz="1828800" rtl="0" eaLnBrk="1" latinLnBrk="0" hangingPunct="1">
        <a:lnSpc>
          <a:spcPct val="100000"/>
        </a:lnSpc>
        <a:spcBef>
          <a:spcPts val="0"/>
        </a:spcBef>
        <a:spcAft>
          <a:spcPts val="1200"/>
        </a:spcAft>
        <a:buClr>
          <a:schemeClr val="tx2"/>
        </a:buClr>
        <a:buFont typeface="Arial" panose="020B0604020202020204" pitchFamily="34" charset="0"/>
        <a:buChar char="-"/>
        <a:defRPr sz="3000" kern="1200">
          <a:solidFill>
            <a:schemeClr val="tx2"/>
          </a:solidFill>
          <a:latin typeface="+mn-lt"/>
          <a:ea typeface="+mn-ea"/>
          <a:cs typeface="+mn-cs"/>
        </a:defRPr>
      </a:lvl8pPr>
      <a:lvl9pPr marL="2514600" indent="-365126" algn="l" defTabSz="1828800" rtl="0" eaLnBrk="1" latinLnBrk="0" hangingPunct="1">
        <a:lnSpc>
          <a:spcPct val="90000"/>
        </a:lnSpc>
        <a:spcBef>
          <a:spcPts val="1000"/>
        </a:spcBef>
        <a:buFont typeface="Arial" panose="020B0604020202020204" pitchFamily="34" charset="0"/>
        <a:buChar char="•"/>
        <a:defRPr sz="3000" kern="1200">
          <a:solidFill>
            <a:schemeClr val="tx2"/>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6" orient="horz" pos="341">
          <p15:clr>
            <a:srgbClr val="F26B43"/>
          </p15:clr>
        </p15:guide>
        <p15:guide id="7" pos="461">
          <p15:clr>
            <a:srgbClr val="F26B43"/>
          </p15:clr>
        </p15:guide>
        <p15:guide id="13" pos="7226">
          <p15:clr>
            <a:srgbClr val="F26B43"/>
          </p15:clr>
        </p15:guide>
        <p15:guide id="14" orient="horz" pos="3978">
          <p15:clr>
            <a:srgbClr val="F26B43"/>
          </p15:clr>
        </p15:guide>
        <p15:guide id="15" pos="1469">
          <p15:clr>
            <a:srgbClr val="9FCC3B"/>
          </p15:clr>
        </p15:guide>
        <p15:guide id="16" pos="1617">
          <p15:clr>
            <a:srgbClr val="9FCC3B"/>
          </p15:clr>
        </p15:guide>
        <p15:guide id="17" pos="6216">
          <p15:clr>
            <a:srgbClr val="9FCC3B"/>
          </p15:clr>
        </p15:guide>
        <p15:guide id="18" pos="6075">
          <p15:clr>
            <a:srgbClr val="9FCC3B"/>
          </p15:clr>
        </p15:guide>
        <p15:guide id="19" pos="2619">
          <p15:clr>
            <a:srgbClr val="9FCC3B"/>
          </p15:clr>
        </p15:guide>
        <p15:guide id="20" pos="2763">
          <p15:clr>
            <a:srgbClr val="9FCC3B"/>
          </p15:clr>
        </p15:guide>
        <p15:guide id="21" pos="4925">
          <p15:clr>
            <a:srgbClr val="9FCC3B"/>
          </p15:clr>
        </p15:guide>
        <p15:guide id="22" pos="5067">
          <p15:clr>
            <a:srgbClr val="9FCC3B"/>
          </p15:clr>
        </p15:guide>
        <p15:guide id="23" pos="3773">
          <p15:clr>
            <a:srgbClr val="9FCC3B"/>
          </p15:clr>
        </p15:guide>
        <p15:guide id="24" pos="3909">
          <p15:clr>
            <a:srgbClr val="9FCC3B"/>
          </p15:clr>
        </p15:guide>
        <p15:guide id="25" orient="horz" pos="864">
          <p15:clr>
            <a:srgbClr val="F26B43"/>
          </p15:clr>
        </p15:guide>
        <p15:guide id="27" orient="horz" pos="686">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11.svg"/><Relationship Id="rId7"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 Id="rId9" Type="http://schemas.openxmlformats.org/officeDocument/2006/relationships/chart" Target="../charts/chart7.xml"/></Relationships>
</file>

<file path=ppt/slides/_rels/slide3.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image" Target="../media/image11.svg"/><Relationship Id="rId7" Type="http://schemas.openxmlformats.org/officeDocument/2006/relationships/chart" Target="../charts/chart1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 Id="rId9" Type="http://schemas.openxmlformats.org/officeDocument/2006/relationships/chart" Target="../charts/chart1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1C5CB6-2CF4-48B7-BD34-D61DF4FCD265}"/>
              </a:ext>
            </a:extLst>
          </p:cNvPr>
          <p:cNvPicPr>
            <a:picLocks noChangeAspect="1"/>
          </p:cNvPicPr>
          <p:nvPr/>
        </p:nvPicPr>
        <p:blipFill>
          <a:blip r:embed="rId2"/>
          <a:srcRect/>
          <a:stretch/>
        </p:blipFill>
        <p:spPr>
          <a:xfrm>
            <a:off x="776706" y="461320"/>
            <a:ext cx="2387832" cy="646841"/>
          </a:xfrm>
          <a:prstGeom prst="rect">
            <a:avLst/>
          </a:prstGeom>
        </p:spPr>
      </p:pic>
      <p:sp>
        <p:nvSpPr>
          <p:cNvPr id="6" name="Google Shape;57;p1">
            <a:extLst>
              <a:ext uri="{FF2B5EF4-FFF2-40B4-BE49-F238E27FC236}">
                <a16:creationId xmlns:a16="http://schemas.microsoft.com/office/drawing/2014/main" id="{915102A2-838D-9312-7010-34DE06D00526}"/>
              </a:ext>
            </a:extLst>
          </p:cNvPr>
          <p:cNvSpPr txBox="1"/>
          <p:nvPr/>
        </p:nvSpPr>
        <p:spPr>
          <a:xfrm>
            <a:off x="1415833" y="9709762"/>
            <a:ext cx="20896726" cy="3513796"/>
          </a:xfrm>
          <a:prstGeom prst="rect">
            <a:avLst/>
          </a:prstGeom>
          <a:noFill/>
          <a:ln>
            <a:noFill/>
          </a:ln>
        </p:spPr>
        <p:txBody>
          <a:bodyPr spcFirstLastPara="1" wrap="square" lIns="243656" tIns="243656" rIns="243656" bIns="243656" anchor="t" anchorCtr="0">
            <a:spAutoFit/>
          </a:bodyPr>
          <a:lstStyle/>
          <a:p>
            <a:pPr algn="r" rtl="1">
              <a:buClr>
                <a:schemeClr val="lt1"/>
              </a:buClr>
              <a:buSzPts val="3600"/>
            </a:pPr>
            <a:r>
              <a:rPr lang="ar-SA" sz="5611">
                <a:solidFill>
                  <a:schemeClr val="bg1"/>
                </a:solidFill>
                <a:latin typeface="Bahij TheSansArabic ExtraBold" panose="02040503050201020203" pitchFamily="18" charset="-78"/>
                <a:ea typeface="Cairo"/>
                <a:cs typeface="Bahij TheSansArabic ExtraBold" panose="02040503050201020203" pitchFamily="18" charset="-78"/>
                <a:sym typeface="Cairo"/>
              </a:rPr>
              <a:t>متابعة أعمال الإيرادات وتحقيق المستهدف</a:t>
            </a:r>
            <a:endParaRPr lang="ar-SA" sz="3600">
              <a:solidFill>
                <a:srgbClr val="79A3D6"/>
              </a:solidFill>
              <a:latin typeface="Bahij TheSansArabic ExtraBold" panose="02040503050201020203" pitchFamily="18" charset="-78"/>
              <a:cs typeface="Bahij TheSansArabic ExtraBold" panose="02040503050201020203" pitchFamily="18" charset="-78"/>
              <a:sym typeface="Cairo"/>
            </a:endParaRPr>
          </a:p>
          <a:p>
            <a:pPr algn="r" rtl="1">
              <a:buClr>
                <a:schemeClr val="lt1"/>
              </a:buClr>
              <a:buSzPts val="3600"/>
            </a:pPr>
            <a:r>
              <a:rPr lang="ar-SA" sz="2805">
                <a:solidFill>
                  <a:srgbClr val="79A3D6"/>
                </a:solidFill>
                <a:latin typeface="Bahij TheSansArabic ExtraBold" panose="02040503050201020203" pitchFamily="18" charset="-78"/>
                <a:ea typeface="Cairo"/>
                <a:cs typeface="Bahij TheSansArabic ExtraBold" panose="02040503050201020203" pitchFamily="18" charset="-78"/>
                <a:sym typeface="Cairo"/>
              </a:rPr>
              <a:t>أكتوبر 2025م </a:t>
            </a:r>
          </a:p>
          <a:p>
            <a:pPr algn="r" rtl="1">
              <a:buClr>
                <a:schemeClr val="lt1"/>
              </a:buClr>
              <a:buSzPts val="3600"/>
            </a:pPr>
            <a:endParaRPr lang="ar-SA" sz="2805">
              <a:solidFill>
                <a:srgbClr val="79A3D6"/>
              </a:solidFill>
              <a:latin typeface="Bahij TheSansArabic ExtraBold" panose="02040503050201020203" pitchFamily="18" charset="-78"/>
              <a:ea typeface="Cairo"/>
              <a:cs typeface="Bahij TheSansArabic ExtraBold" panose="02040503050201020203" pitchFamily="18" charset="-78"/>
              <a:sym typeface="Cairo"/>
            </a:endParaRPr>
          </a:p>
          <a:p>
            <a:pPr algn="r" rtl="1">
              <a:buClr>
                <a:schemeClr val="lt1"/>
              </a:buClr>
              <a:buSzPts val="3600"/>
            </a:pPr>
            <a:endParaRPr lang="ar-SA" sz="2805">
              <a:solidFill>
                <a:srgbClr val="79A3D6"/>
              </a:solidFill>
              <a:latin typeface="Bahij TheSansArabic ExtraBold" panose="02040503050201020203" pitchFamily="18" charset="-78"/>
              <a:cs typeface="Bahij TheSansArabic ExtraBold" panose="02040503050201020203" pitchFamily="18" charset="-78"/>
              <a:sym typeface="Cairo"/>
            </a:endParaRPr>
          </a:p>
          <a:p>
            <a:pPr algn="r" rtl="1">
              <a:buClr>
                <a:schemeClr val="lt1"/>
              </a:buClr>
              <a:buSzPts val="3600"/>
            </a:pPr>
            <a:endParaRPr lang="ar-SA" sz="2805">
              <a:solidFill>
                <a:srgbClr val="79A3D6"/>
              </a:solidFill>
              <a:latin typeface="Bahij TheSansArabic ExtraBold" panose="02040503050201020203" pitchFamily="18" charset="-78"/>
              <a:cs typeface="Bahij TheSansArabic ExtraBold" panose="02040503050201020203" pitchFamily="18" charset="-78"/>
              <a:sym typeface="Cairo"/>
            </a:endParaRPr>
          </a:p>
          <a:p>
            <a:pPr algn="r" rtl="1">
              <a:buClr>
                <a:schemeClr val="lt1"/>
              </a:buClr>
              <a:buSzPts val="3600"/>
            </a:pPr>
            <a:endParaRPr lang="ar-SA" sz="2805">
              <a:solidFill>
                <a:srgbClr val="79A3D6"/>
              </a:solidFill>
              <a:latin typeface="Bahij TheSansArabic ExtraBold" panose="02040503050201020203" pitchFamily="18" charset="-78"/>
              <a:cs typeface="Bahij TheSansArabic ExtraBold" panose="02040503050201020203" pitchFamily="18" charset="-78"/>
              <a:sym typeface="Cairo"/>
            </a:endParaRPr>
          </a:p>
        </p:txBody>
      </p:sp>
      <p:sp>
        <p:nvSpPr>
          <p:cNvPr id="3" name="TextBox 2">
            <a:extLst>
              <a:ext uri="{FF2B5EF4-FFF2-40B4-BE49-F238E27FC236}">
                <a16:creationId xmlns:a16="http://schemas.microsoft.com/office/drawing/2014/main" id="{32E0F2AF-2AC9-150E-DAC0-ABA04DF73E33}"/>
              </a:ext>
            </a:extLst>
          </p:cNvPr>
          <p:cNvSpPr txBox="1"/>
          <p:nvPr/>
        </p:nvSpPr>
        <p:spPr>
          <a:xfrm>
            <a:off x="258792" y="12961948"/>
            <a:ext cx="7355120" cy="523220"/>
          </a:xfrm>
          <a:prstGeom prst="rect">
            <a:avLst/>
          </a:prstGeom>
          <a:noFill/>
        </p:spPr>
        <p:txBody>
          <a:bodyPr wrap="square">
            <a:spAutoFit/>
          </a:bodyPr>
          <a:lstStyle/>
          <a:p>
            <a:pPr rtl="1">
              <a:buClr>
                <a:schemeClr val="lt1"/>
              </a:buClr>
              <a:buSzPts val="3600"/>
            </a:pPr>
            <a:r>
              <a:rPr lang="ar-SA" sz="2800">
                <a:solidFill>
                  <a:schemeClr val="bg1"/>
                </a:solidFill>
                <a:latin typeface="Bahij TheSansArabic ExtraBold" panose="02040503050201020203" pitchFamily="18" charset="-78"/>
                <a:cs typeface="Bahij TheSansArabic ExtraBold" panose="02040503050201020203" pitchFamily="18" charset="-78"/>
                <a:sym typeface="Cairo"/>
              </a:rPr>
              <a:t>إدارة تخطيط ومراقبة الإيرادات</a:t>
            </a:r>
          </a:p>
        </p:txBody>
      </p:sp>
    </p:spTree>
    <p:extLst>
      <p:ext uri="{BB962C8B-B14F-4D97-AF65-F5344CB8AC3E}">
        <p14:creationId xmlns:p14="http://schemas.microsoft.com/office/powerpoint/2010/main" val="1261137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8DBA1-EB05-F5A5-81C7-676B509E2F15}"/>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721FCA79-B689-3E5C-ED9B-34B1063C05B4}"/>
              </a:ext>
            </a:extLst>
          </p:cNvPr>
          <p:cNvSpPr/>
          <p:nvPr/>
        </p:nvSpPr>
        <p:spPr>
          <a:xfrm>
            <a:off x="115617" y="2279209"/>
            <a:ext cx="24020043" cy="10406156"/>
          </a:xfrm>
          <a:prstGeom prst="rect">
            <a:avLst/>
          </a:prstGeom>
          <a:solidFill>
            <a:srgbClr val="F5F5F5"/>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1AA1666-FA68-0FBD-24A5-DBD7AE6470F6}"/>
              </a:ext>
            </a:extLst>
          </p:cNvPr>
          <p:cNvGrpSpPr/>
          <p:nvPr/>
        </p:nvGrpSpPr>
        <p:grpSpPr>
          <a:xfrm>
            <a:off x="6688186" y="263023"/>
            <a:ext cx="17695824" cy="799889"/>
            <a:chOff x="6897658" y="1223860"/>
            <a:chExt cx="5473691" cy="430888"/>
          </a:xfrm>
        </p:grpSpPr>
        <p:grpSp>
          <p:nvGrpSpPr>
            <p:cNvPr id="13" name="Group 12">
              <a:extLst>
                <a:ext uri="{FF2B5EF4-FFF2-40B4-BE49-F238E27FC236}">
                  <a16:creationId xmlns:a16="http://schemas.microsoft.com/office/drawing/2014/main" id="{B077B9B0-E000-558F-4C96-FDDA0EC5B271}"/>
                </a:ext>
              </a:extLst>
            </p:cNvPr>
            <p:cNvGrpSpPr/>
            <p:nvPr/>
          </p:nvGrpSpPr>
          <p:grpSpPr>
            <a:xfrm>
              <a:off x="6897658" y="1223860"/>
              <a:ext cx="5473691" cy="430888"/>
              <a:chOff x="1533984" y="1062731"/>
              <a:chExt cx="10852794" cy="854330"/>
            </a:xfrm>
          </p:grpSpPr>
          <p:sp>
            <p:nvSpPr>
              <p:cNvPr id="14" name="Freeform 13">
                <a:extLst>
                  <a:ext uri="{FF2B5EF4-FFF2-40B4-BE49-F238E27FC236}">
                    <a16:creationId xmlns:a16="http://schemas.microsoft.com/office/drawing/2014/main" id="{43AEBF43-D85C-E14A-311F-917168516D90}"/>
                  </a:ext>
                </a:extLst>
              </p:cNvPr>
              <p:cNvSpPr/>
              <p:nvPr/>
            </p:nvSpPr>
            <p:spPr>
              <a:xfrm>
                <a:off x="4893052" y="1072296"/>
                <a:ext cx="7493726" cy="844765"/>
              </a:xfrm>
              <a:custGeom>
                <a:avLst/>
                <a:gdLst>
                  <a:gd name="connsiteX0" fmla="*/ 7493726 w 7493726"/>
                  <a:gd name="connsiteY0" fmla="*/ 0 h 844765"/>
                  <a:gd name="connsiteX1" fmla="*/ 7493726 w 7493726"/>
                  <a:gd name="connsiteY1" fmla="*/ 844765 h 844765"/>
                  <a:gd name="connsiteX2" fmla="*/ 0 w 7493726"/>
                  <a:gd name="connsiteY2" fmla="*/ 836298 h 844765"/>
                  <a:gd name="connsiteX3" fmla="*/ 508000 w 7493726"/>
                  <a:gd name="connsiteY3" fmla="*/ 16933 h 844765"/>
                  <a:gd name="connsiteX4" fmla="*/ 7493726 w 7493726"/>
                  <a:gd name="connsiteY4" fmla="*/ 0 h 844765"/>
                  <a:gd name="connsiteX5" fmla="*/ 690975 w 7493726"/>
                  <a:gd name="connsiteY5" fmla="*/ 105483 h 844765"/>
                  <a:gd name="connsiteX6" fmla="*/ 563975 w 7493726"/>
                  <a:gd name="connsiteY6" fmla="*/ 319779 h 844765"/>
                  <a:gd name="connsiteX7" fmla="*/ 817975 w 7493726"/>
                  <a:gd name="connsiteY7" fmla="*/ 319779 h 844765"/>
                  <a:gd name="connsiteX8" fmla="*/ 690975 w 7493726"/>
                  <a:gd name="connsiteY8" fmla="*/ 105483 h 844765"/>
                  <a:gd name="connsiteX9" fmla="*/ 256198 w 7493726"/>
                  <a:gd name="connsiteY9" fmla="*/ 515369 h 844765"/>
                  <a:gd name="connsiteX10" fmla="*/ 383198 w 7493726"/>
                  <a:gd name="connsiteY10" fmla="*/ 729665 h 844765"/>
                  <a:gd name="connsiteX11" fmla="*/ 510198 w 7493726"/>
                  <a:gd name="connsiteY11" fmla="*/ 515369 h 844765"/>
                  <a:gd name="connsiteX12" fmla="*/ 256198 w 7493726"/>
                  <a:gd name="connsiteY12" fmla="*/ 515369 h 84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93726" h="844765">
                    <a:moveTo>
                      <a:pt x="7493726" y="0"/>
                    </a:moveTo>
                    <a:lnTo>
                      <a:pt x="7493726" y="844765"/>
                    </a:lnTo>
                    <a:lnTo>
                      <a:pt x="0" y="836298"/>
                    </a:lnTo>
                    <a:lnTo>
                      <a:pt x="508000" y="16933"/>
                    </a:lnTo>
                    <a:lnTo>
                      <a:pt x="7493726" y="0"/>
                    </a:lnTo>
                    <a:close/>
                    <a:moveTo>
                      <a:pt x="690975" y="105483"/>
                    </a:moveTo>
                    <a:lnTo>
                      <a:pt x="563975" y="319779"/>
                    </a:lnTo>
                    <a:lnTo>
                      <a:pt x="817975" y="319779"/>
                    </a:lnTo>
                    <a:lnTo>
                      <a:pt x="690975" y="105483"/>
                    </a:lnTo>
                    <a:close/>
                    <a:moveTo>
                      <a:pt x="256198" y="515369"/>
                    </a:moveTo>
                    <a:lnTo>
                      <a:pt x="383198" y="729665"/>
                    </a:lnTo>
                    <a:lnTo>
                      <a:pt x="510198" y="515369"/>
                    </a:lnTo>
                    <a:lnTo>
                      <a:pt x="256198" y="515369"/>
                    </a:lnTo>
                    <a:close/>
                  </a:path>
                </a:pathLst>
              </a:cu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LB" sz="3608"/>
              </a:p>
            </p:txBody>
          </p:sp>
          <p:sp>
            <p:nvSpPr>
              <p:cNvPr id="15" name="Triangle 14">
                <a:extLst>
                  <a:ext uri="{FF2B5EF4-FFF2-40B4-BE49-F238E27FC236}">
                    <a16:creationId xmlns:a16="http://schemas.microsoft.com/office/drawing/2014/main" id="{971A2D07-8145-90A5-B6CC-2651DCC71C78}"/>
                  </a:ext>
                </a:extLst>
              </p:cNvPr>
              <p:cNvSpPr/>
              <p:nvPr/>
            </p:nvSpPr>
            <p:spPr>
              <a:xfrm>
                <a:off x="4703493"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6" name="Triangle 15">
                <a:extLst>
                  <a:ext uri="{FF2B5EF4-FFF2-40B4-BE49-F238E27FC236}">
                    <a16:creationId xmlns:a16="http://schemas.microsoft.com/office/drawing/2014/main" id="{A3A0A86C-7A03-6BE9-10B4-6C131016B2A1}"/>
                  </a:ext>
                </a:extLst>
              </p:cNvPr>
              <p:cNvSpPr/>
              <p:nvPr/>
            </p:nvSpPr>
            <p:spPr>
              <a:xfrm>
                <a:off x="3535093"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7" name="Triangle 16">
                <a:extLst>
                  <a:ext uri="{FF2B5EF4-FFF2-40B4-BE49-F238E27FC236}">
                    <a16:creationId xmlns:a16="http://schemas.microsoft.com/office/drawing/2014/main" id="{60505BCC-68E6-C3E2-1E15-4B0D96BCFC05}"/>
                  </a:ext>
                </a:extLst>
              </p:cNvPr>
              <p:cNvSpPr/>
              <p:nvPr/>
            </p:nvSpPr>
            <p:spPr>
              <a:xfrm>
                <a:off x="2375160"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8" name="Triangle 17">
                <a:extLst>
                  <a:ext uri="{FF2B5EF4-FFF2-40B4-BE49-F238E27FC236}">
                    <a16:creationId xmlns:a16="http://schemas.microsoft.com/office/drawing/2014/main" id="{5F9BEA0D-604B-CEF5-3C7B-DBBB37AD871C}"/>
                  </a:ext>
                </a:extLst>
              </p:cNvPr>
              <p:cNvSpPr/>
              <p:nvPr/>
            </p:nvSpPr>
            <p:spPr>
              <a:xfrm rot="10800000">
                <a:off x="4404184"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9" name="Triangle 18">
                <a:extLst>
                  <a:ext uri="{FF2B5EF4-FFF2-40B4-BE49-F238E27FC236}">
                    <a16:creationId xmlns:a16="http://schemas.microsoft.com/office/drawing/2014/main" id="{5EA82A37-70C7-5527-5353-42652B1479D9}"/>
                  </a:ext>
                </a:extLst>
              </p:cNvPr>
              <p:cNvSpPr/>
              <p:nvPr/>
            </p:nvSpPr>
            <p:spPr>
              <a:xfrm rot="10800000">
                <a:off x="2660051"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0" name="Triangle 19">
                <a:extLst>
                  <a:ext uri="{FF2B5EF4-FFF2-40B4-BE49-F238E27FC236}">
                    <a16:creationId xmlns:a16="http://schemas.microsoft.com/office/drawing/2014/main" id="{F97C3E02-72F4-6D04-133C-A0DFEDBD3441}"/>
                  </a:ext>
                </a:extLst>
              </p:cNvPr>
              <p:cNvSpPr/>
              <p:nvPr/>
            </p:nvSpPr>
            <p:spPr>
              <a:xfrm rot="10800000">
                <a:off x="1533984"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1" name="Triangle 20">
                <a:extLst>
                  <a:ext uri="{FF2B5EF4-FFF2-40B4-BE49-F238E27FC236}">
                    <a16:creationId xmlns:a16="http://schemas.microsoft.com/office/drawing/2014/main" id="{6682F398-CA34-8C50-5EB0-7A89436F0811}"/>
                  </a:ext>
                </a:extLst>
              </p:cNvPr>
              <p:cNvSpPr/>
              <p:nvPr/>
            </p:nvSpPr>
            <p:spPr>
              <a:xfrm>
                <a:off x="2900093" y="1685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2" name="Triangle 21">
                <a:extLst>
                  <a:ext uri="{FF2B5EF4-FFF2-40B4-BE49-F238E27FC236}">
                    <a16:creationId xmlns:a16="http://schemas.microsoft.com/office/drawing/2014/main" id="{724B218E-B970-C895-FE75-CB461BB5BD59}"/>
                  </a:ext>
                </a:extLst>
              </p:cNvPr>
              <p:cNvSpPr/>
              <p:nvPr/>
            </p:nvSpPr>
            <p:spPr>
              <a:xfrm>
                <a:off x="4127759" y="1685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3" name="Triangle 22">
                <a:extLst>
                  <a:ext uri="{FF2B5EF4-FFF2-40B4-BE49-F238E27FC236}">
                    <a16:creationId xmlns:a16="http://schemas.microsoft.com/office/drawing/2014/main" id="{53D5A865-70C6-51F1-FB5E-CE3D00F567AB}"/>
                  </a:ext>
                </a:extLst>
              </p:cNvPr>
              <p:cNvSpPr/>
              <p:nvPr/>
            </p:nvSpPr>
            <p:spPr>
              <a:xfrm rot="10800000">
                <a:off x="4404184" y="1062731"/>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4" name="Triangle 23">
                <a:extLst>
                  <a:ext uri="{FF2B5EF4-FFF2-40B4-BE49-F238E27FC236}">
                    <a16:creationId xmlns:a16="http://schemas.microsoft.com/office/drawing/2014/main" id="{B5B815C1-5E26-6603-DED0-9459C7E19A83}"/>
                  </a:ext>
                </a:extLst>
              </p:cNvPr>
              <p:cNvSpPr/>
              <p:nvPr/>
            </p:nvSpPr>
            <p:spPr>
              <a:xfrm rot="10800000">
                <a:off x="4988384" y="1062731"/>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grpSp>
        <p:sp>
          <p:nvSpPr>
            <p:cNvPr id="3" name="TextBox 2">
              <a:extLst>
                <a:ext uri="{FF2B5EF4-FFF2-40B4-BE49-F238E27FC236}">
                  <a16:creationId xmlns:a16="http://schemas.microsoft.com/office/drawing/2014/main" id="{D390DDCD-CC36-5797-C43D-3229F88E660A}"/>
                </a:ext>
              </a:extLst>
            </p:cNvPr>
            <p:cNvSpPr txBox="1"/>
            <p:nvPr/>
          </p:nvSpPr>
          <p:spPr>
            <a:xfrm>
              <a:off x="9033163" y="1296547"/>
              <a:ext cx="3250365" cy="281851"/>
            </a:xfrm>
            <a:prstGeom prst="rect">
              <a:avLst/>
            </a:prstGeom>
            <a:noFill/>
          </p:spPr>
          <p:txBody>
            <a:bodyPr wrap="square">
              <a:spAutoFit/>
            </a:bodyPr>
            <a:lstStyle/>
            <a:p>
              <a:pPr algn="justLow" defTabSz="916000" rtl="1">
                <a:buClr>
                  <a:prstClr val="white"/>
                </a:buClr>
                <a:buSzPts val="3600"/>
              </a:pPr>
              <a:r>
                <a:rPr lang="ar-SA" sz="2800" kern="1200">
                  <a:solidFill>
                    <a:schemeClr val="bg1"/>
                  </a:solidFill>
                  <a:latin typeface="Bahij TheSansArabic ExtraBold" panose="02040503050201020203" pitchFamily="18" charset="-78"/>
                  <a:ea typeface="Cairo"/>
                  <a:cs typeface="Bahij TheSansArabic ExtraBold" panose="02040503050201020203" pitchFamily="18" charset="-78"/>
                  <a:sym typeface="Cairo"/>
                </a:rPr>
                <a:t>السيناريو الأول لإقفال الإيرادات لعام 2026م</a:t>
              </a:r>
            </a:p>
          </p:txBody>
        </p:sp>
      </p:grpSp>
      <p:grpSp>
        <p:nvGrpSpPr>
          <p:cNvPr id="9" name="Group 8">
            <a:extLst>
              <a:ext uri="{FF2B5EF4-FFF2-40B4-BE49-F238E27FC236}">
                <a16:creationId xmlns:a16="http://schemas.microsoft.com/office/drawing/2014/main" id="{10C3D75E-B75F-7E68-E172-2AA3590F7A64}"/>
              </a:ext>
            </a:extLst>
          </p:cNvPr>
          <p:cNvGrpSpPr/>
          <p:nvPr/>
        </p:nvGrpSpPr>
        <p:grpSpPr>
          <a:xfrm>
            <a:off x="20831844" y="3059678"/>
            <a:ext cx="3276517" cy="9055808"/>
            <a:chOff x="9310448" y="3059678"/>
            <a:chExt cx="3276517" cy="9055808"/>
          </a:xfrm>
        </p:grpSpPr>
        <p:sp>
          <p:nvSpPr>
            <p:cNvPr id="37" name="Rectangle: Rounded Corners 36">
              <a:extLst>
                <a:ext uri="{FF2B5EF4-FFF2-40B4-BE49-F238E27FC236}">
                  <a16:creationId xmlns:a16="http://schemas.microsoft.com/office/drawing/2014/main" id="{C9077164-D877-8FDB-E22C-81488092DE7D}"/>
                </a:ext>
              </a:extLst>
            </p:cNvPr>
            <p:cNvSpPr/>
            <p:nvPr/>
          </p:nvSpPr>
          <p:spPr>
            <a:xfrm>
              <a:off x="9413204" y="3059678"/>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CA26CD73-124D-B2FC-A726-8FD0FFB4D885}"/>
                </a:ext>
              </a:extLst>
            </p:cNvPr>
            <p:cNvSpPr/>
            <p:nvPr/>
          </p:nvSpPr>
          <p:spPr>
            <a:xfrm>
              <a:off x="9413203" y="4617767"/>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CE78E71E-8675-B46C-0652-9A5146CB8A7D}"/>
                </a:ext>
              </a:extLst>
            </p:cNvPr>
            <p:cNvSpPr/>
            <p:nvPr/>
          </p:nvSpPr>
          <p:spPr>
            <a:xfrm>
              <a:off x="9413203" y="6175857"/>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D694A7A6-58C8-10DB-7E80-7EEEEEF97FCC}"/>
                </a:ext>
              </a:extLst>
            </p:cNvPr>
            <p:cNvSpPr/>
            <p:nvPr/>
          </p:nvSpPr>
          <p:spPr>
            <a:xfrm>
              <a:off x="9413203" y="7733946"/>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E5F7AEE4-F14C-4C23-5328-04089A68100B}"/>
                </a:ext>
              </a:extLst>
            </p:cNvPr>
            <p:cNvSpPr/>
            <p:nvPr/>
          </p:nvSpPr>
          <p:spPr>
            <a:xfrm>
              <a:off x="9413203" y="9292036"/>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55E13CBA-83D3-E50A-D122-FE69DA41FAA5}"/>
                </a:ext>
              </a:extLst>
            </p:cNvPr>
            <p:cNvSpPr/>
            <p:nvPr/>
          </p:nvSpPr>
          <p:spPr>
            <a:xfrm>
              <a:off x="9413203" y="10850125"/>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FFF5B036-0976-8181-DCBB-D0249D97906F}"/>
                </a:ext>
              </a:extLst>
            </p:cNvPr>
            <p:cNvSpPr txBox="1"/>
            <p:nvPr/>
          </p:nvSpPr>
          <p:spPr>
            <a:xfrm>
              <a:off x="9326765" y="3499172"/>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إيرادات استثمارية </a:t>
              </a:r>
            </a:p>
          </p:txBody>
        </p:sp>
        <p:sp>
          <p:nvSpPr>
            <p:cNvPr id="49" name="TextBox 48">
              <a:extLst>
                <a:ext uri="{FF2B5EF4-FFF2-40B4-BE49-F238E27FC236}">
                  <a16:creationId xmlns:a16="http://schemas.microsoft.com/office/drawing/2014/main" id="{B1F8D3BE-006F-A3E9-D1FC-2FF7EA02DA6F}"/>
                </a:ext>
              </a:extLst>
            </p:cNvPr>
            <p:cNvSpPr txBox="1"/>
            <p:nvPr/>
          </p:nvSpPr>
          <p:spPr>
            <a:xfrm>
              <a:off x="9343918" y="5078551"/>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الرسوم والتراخيص </a:t>
              </a:r>
            </a:p>
          </p:txBody>
        </p:sp>
        <p:sp>
          <p:nvSpPr>
            <p:cNvPr id="85" name="TextBox 84">
              <a:extLst>
                <a:ext uri="{FF2B5EF4-FFF2-40B4-BE49-F238E27FC236}">
                  <a16:creationId xmlns:a16="http://schemas.microsoft.com/office/drawing/2014/main" id="{22172B6D-9C3F-DB5D-D94B-774BE93BD11C}"/>
                </a:ext>
              </a:extLst>
            </p:cNvPr>
            <p:cNvSpPr txBox="1"/>
            <p:nvPr/>
          </p:nvSpPr>
          <p:spPr>
            <a:xfrm>
              <a:off x="9370896" y="6629117"/>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جزاءات وغرامات </a:t>
              </a:r>
            </a:p>
          </p:txBody>
        </p:sp>
        <p:sp>
          <p:nvSpPr>
            <p:cNvPr id="95" name="TextBox 94">
              <a:extLst>
                <a:ext uri="{FF2B5EF4-FFF2-40B4-BE49-F238E27FC236}">
                  <a16:creationId xmlns:a16="http://schemas.microsoft.com/office/drawing/2014/main" id="{EB015575-BBB9-CBD4-819C-D56EE0108386}"/>
                </a:ext>
              </a:extLst>
            </p:cNvPr>
            <p:cNvSpPr txBox="1"/>
            <p:nvPr/>
          </p:nvSpPr>
          <p:spPr>
            <a:xfrm>
              <a:off x="9310448" y="8148522"/>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التبغ والإيواء </a:t>
              </a:r>
            </a:p>
          </p:txBody>
        </p:sp>
        <p:sp>
          <p:nvSpPr>
            <p:cNvPr id="101" name="TextBox 100">
              <a:extLst>
                <a:ext uri="{FF2B5EF4-FFF2-40B4-BE49-F238E27FC236}">
                  <a16:creationId xmlns:a16="http://schemas.microsoft.com/office/drawing/2014/main" id="{D2B458DE-0DB3-A0E8-252B-DD400ED8B607}"/>
                </a:ext>
              </a:extLst>
            </p:cNvPr>
            <p:cNvSpPr txBox="1"/>
            <p:nvPr/>
          </p:nvSpPr>
          <p:spPr>
            <a:xfrm>
              <a:off x="9364888" y="9733384"/>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أخرى</a:t>
              </a:r>
            </a:p>
          </p:txBody>
        </p:sp>
        <p:sp>
          <p:nvSpPr>
            <p:cNvPr id="102" name="TextBox 101">
              <a:extLst>
                <a:ext uri="{FF2B5EF4-FFF2-40B4-BE49-F238E27FC236}">
                  <a16:creationId xmlns:a16="http://schemas.microsoft.com/office/drawing/2014/main" id="{07A5DABC-6412-B716-F9BE-0549AD3CA379}"/>
                </a:ext>
              </a:extLst>
            </p:cNvPr>
            <p:cNvSpPr txBox="1"/>
            <p:nvPr/>
          </p:nvSpPr>
          <p:spPr>
            <a:xfrm>
              <a:off x="9343918" y="11288531"/>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نقل الملكية</a:t>
              </a:r>
            </a:p>
          </p:txBody>
        </p:sp>
      </p:grpSp>
      <p:sp>
        <p:nvSpPr>
          <p:cNvPr id="261" name="Rectangle: Rounded Corners 260">
            <a:extLst>
              <a:ext uri="{FF2B5EF4-FFF2-40B4-BE49-F238E27FC236}">
                <a16:creationId xmlns:a16="http://schemas.microsoft.com/office/drawing/2014/main" id="{DAD97482-DCB9-B82E-756E-F2042308EA9D}"/>
              </a:ext>
            </a:extLst>
          </p:cNvPr>
          <p:cNvSpPr/>
          <p:nvPr/>
        </p:nvSpPr>
        <p:spPr>
          <a:xfrm>
            <a:off x="115617" y="1488435"/>
            <a:ext cx="24020043" cy="815152"/>
          </a:xfrm>
          <a:prstGeom prst="roundRect">
            <a:avLst>
              <a:gd name="adj" fmla="val 6592"/>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TextBox 261">
            <a:extLst>
              <a:ext uri="{FF2B5EF4-FFF2-40B4-BE49-F238E27FC236}">
                <a16:creationId xmlns:a16="http://schemas.microsoft.com/office/drawing/2014/main" id="{16500E24-021A-35C8-66DF-5AA0FD806ECC}"/>
              </a:ext>
            </a:extLst>
          </p:cNvPr>
          <p:cNvSpPr txBox="1"/>
          <p:nvPr/>
        </p:nvSpPr>
        <p:spPr>
          <a:xfrm>
            <a:off x="13682652" y="1628448"/>
            <a:ext cx="9192723" cy="523220"/>
          </a:xfrm>
          <a:prstGeom prst="rect">
            <a:avLst/>
          </a:prstGeom>
          <a:noFill/>
        </p:spPr>
        <p:txBody>
          <a:bodyPr wrap="square" rtlCol="0">
            <a:spAutoFit/>
          </a:bodyPr>
          <a:lstStyle/>
          <a:p>
            <a:pPr algn="r"/>
            <a:r>
              <a:rPr lang="ar-SA" sz="2800">
                <a:solidFill>
                  <a:srgbClr val="106946"/>
                </a:solidFill>
                <a:latin typeface="Bahij TheSansArabic Bold" panose="02040503050201020203" charset="-78"/>
                <a:cs typeface="Bahij TheSansArabic Bold" panose="02040503050201020203" charset="-78"/>
              </a:rPr>
              <a:t>مقارنة الاداء حسب التبويب </a:t>
            </a:r>
            <a:endParaRPr lang="en-US" sz="2800">
              <a:solidFill>
                <a:srgbClr val="106946"/>
              </a:solidFill>
              <a:latin typeface="Bahij TheSansArabic Bold" panose="02040503050201020203" charset="-78"/>
              <a:cs typeface="Bahij TheSansArabic Bold" panose="02040503050201020203" charset="-78"/>
            </a:endParaRPr>
          </a:p>
        </p:txBody>
      </p:sp>
      <p:sp>
        <p:nvSpPr>
          <p:cNvPr id="263" name="Rectangle 262">
            <a:extLst>
              <a:ext uri="{FF2B5EF4-FFF2-40B4-BE49-F238E27FC236}">
                <a16:creationId xmlns:a16="http://schemas.microsoft.com/office/drawing/2014/main" id="{3B200D8B-A145-970E-19BB-80D4C3F87E17}"/>
              </a:ext>
            </a:extLst>
          </p:cNvPr>
          <p:cNvSpPr/>
          <p:nvPr/>
        </p:nvSpPr>
        <p:spPr>
          <a:xfrm>
            <a:off x="22963694" y="1482075"/>
            <a:ext cx="1171966" cy="846429"/>
          </a:xfrm>
          <a:prstGeom prst="rect">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4" name="Graphic 263" descr="Upward trend with solid fill">
            <a:extLst>
              <a:ext uri="{FF2B5EF4-FFF2-40B4-BE49-F238E27FC236}">
                <a16:creationId xmlns:a16="http://schemas.microsoft.com/office/drawing/2014/main" id="{96CA829E-BCA4-2340-484B-01D0B7EA25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45423" y="1521744"/>
            <a:ext cx="757465" cy="757465"/>
          </a:xfrm>
          <a:prstGeom prst="rect">
            <a:avLst/>
          </a:prstGeom>
        </p:spPr>
      </p:pic>
      <p:sp>
        <p:nvSpPr>
          <p:cNvPr id="185" name="Rectangle: Rounded Corners 184">
            <a:extLst>
              <a:ext uri="{FF2B5EF4-FFF2-40B4-BE49-F238E27FC236}">
                <a16:creationId xmlns:a16="http://schemas.microsoft.com/office/drawing/2014/main" id="{9F5BAD9D-1CD9-A084-5A8E-BFCB4F94C95B}"/>
              </a:ext>
            </a:extLst>
          </p:cNvPr>
          <p:cNvSpPr/>
          <p:nvPr/>
        </p:nvSpPr>
        <p:spPr>
          <a:xfrm>
            <a:off x="12045918"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Rounded Corners 185">
            <a:extLst>
              <a:ext uri="{FF2B5EF4-FFF2-40B4-BE49-F238E27FC236}">
                <a16:creationId xmlns:a16="http://schemas.microsoft.com/office/drawing/2014/main" id="{3FD1587E-B4C9-113E-1600-17472C403025}"/>
              </a:ext>
            </a:extLst>
          </p:cNvPr>
          <p:cNvSpPr/>
          <p:nvPr/>
        </p:nvSpPr>
        <p:spPr>
          <a:xfrm>
            <a:off x="12045918"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Rounded Corners 187">
            <a:extLst>
              <a:ext uri="{FF2B5EF4-FFF2-40B4-BE49-F238E27FC236}">
                <a16:creationId xmlns:a16="http://schemas.microsoft.com/office/drawing/2014/main" id="{2CAFECCD-CB9F-6773-F67B-1BB5A4EF3353}"/>
              </a:ext>
            </a:extLst>
          </p:cNvPr>
          <p:cNvSpPr/>
          <p:nvPr/>
        </p:nvSpPr>
        <p:spPr>
          <a:xfrm>
            <a:off x="12045918"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Rounded Corners 188">
            <a:extLst>
              <a:ext uri="{FF2B5EF4-FFF2-40B4-BE49-F238E27FC236}">
                <a16:creationId xmlns:a16="http://schemas.microsoft.com/office/drawing/2014/main" id="{5B4A7DAC-D57B-4CCE-AE2E-89B6F91C55F7}"/>
              </a:ext>
            </a:extLst>
          </p:cNvPr>
          <p:cNvSpPr/>
          <p:nvPr/>
        </p:nvSpPr>
        <p:spPr>
          <a:xfrm>
            <a:off x="12045918"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Rounded Corners 189">
            <a:extLst>
              <a:ext uri="{FF2B5EF4-FFF2-40B4-BE49-F238E27FC236}">
                <a16:creationId xmlns:a16="http://schemas.microsoft.com/office/drawing/2014/main" id="{008847C2-5957-9DE0-E07D-857190A38A4C}"/>
              </a:ext>
            </a:extLst>
          </p:cNvPr>
          <p:cNvSpPr/>
          <p:nvPr/>
        </p:nvSpPr>
        <p:spPr>
          <a:xfrm>
            <a:off x="12045918"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Rounded Corners 240">
            <a:extLst>
              <a:ext uri="{FF2B5EF4-FFF2-40B4-BE49-F238E27FC236}">
                <a16:creationId xmlns:a16="http://schemas.microsoft.com/office/drawing/2014/main" id="{F8B1E50D-10A1-C0DC-A8F2-E501659A4D7A}"/>
              </a:ext>
            </a:extLst>
          </p:cNvPr>
          <p:cNvSpPr/>
          <p:nvPr/>
        </p:nvSpPr>
        <p:spPr>
          <a:xfrm>
            <a:off x="12045918"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TextBox 258">
            <a:extLst>
              <a:ext uri="{FF2B5EF4-FFF2-40B4-BE49-F238E27FC236}">
                <a16:creationId xmlns:a16="http://schemas.microsoft.com/office/drawing/2014/main" id="{6664AB38-7251-F57B-D707-385F6971AAA8}"/>
              </a:ext>
            </a:extLst>
          </p:cNvPr>
          <p:cNvSpPr txBox="1"/>
          <p:nvPr/>
        </p:nvSpPr>
        <p:spPr>
          <a:xfrm>
            <a:off x="12252029"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ديسمبر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555" name="Rectangle: Rounded Corners 554">
            <a:extLst>
              <a:ext uri="{FF2B5EF4-FFF2-40B4-BE49-F238E27FC236}">
                <a16:creationId xmlns:a16="http://schemas.microsoft.com/office/drawing/2014/main" id="{8BE8F478-A2DD-3841-5211-C49B5B138876}"/>
              </a:ext>
            </a:extLst>
          </p:cNvPr>
          <p:cNvSpPr/>
          <p:nvPr/>
        </p:nvSpPr>
        <p:spPr>
          <a:xfrm>
            <a:off x="14117845"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Rounded Corners 555">
            <a:extLst>
              <a:ext uri="{FF2B5EF4-FFF2-40B4-BE49-F238E27FC236}">
                <a16:creationId xmlns:a16="http://schemas.microsoft.com/office/drawing/2014/main" id="{0C7C0BC2-2872-3ED8-D48D-5A2692DA6C29}"/>
              </a:ext>
            </a:extLst>
          </p:cNvPr>
          <p:cNvSpPr/>
          <p:nvPr/>
        </p:nvSpPr>
        <p:spPr>
          <a:xfrm>
            <a:off x="14117845"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Rounded Corners 556">
            <a:extLst>
              <a:ext uri="{FF2B5EF4-FFF2-40B4-BE49-F238E27FC236}">
                <a16:creationId xmlns:a16="http://schemas.microsoft.com/office/drawing/2014/main" id="{F435CCDA-05CF-03D3-9B51-5B99B97975CC}"/>
              </a:ext>
            </a:extLst>
          </p:cNvPr>
          <p:cNvSpPr/>
          <p:nvPr/>
        </p:nvSpPr>
        <p:spPr>
          <a:xfrm>
            <a:off x="14117845"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Rounded Corners 557">
            <a:extLst>
              <a:ext uri="{FF2B5EF4-FFF2-40B4-BE49-F238E27FC236}">
                <a16:creationId xmlns:a16="http://schemas.microsoft.com/office/drawing/2014/main" id="{2ECDC854-8390-737D-0965-8CCDA545BADC}"/>
              </a:ext>
            </a:extLst>
          </p:cNvPr>
          <p:cNvSpPr/>
          <p:nvPr/>
        </p:nvSpPr>
        <p:spPr>
          <a:xfrm>
            <a:off x="14117845"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Rounded Corners 558">
            <a:extLst>
              <a:ext uri="{FF2B5EF4-FFF2-40B4-BE49-F238E27FC236}">
                <a16:creationId xmlns:a16="http://schemas.microsoft.com/office/drawing/2014/main" id="{B6D58D51-5543-9AD9-1838-2072A638B3D9}"/>
              </a:ext>
            </a:extLst>
          </p:cNvPr>
          <p:cNvSpPr/>
          <p:nvPr/>
        </p:nvSpPr>
        <p:spPr>
          <a:xfrm>
            <a:off x="14117845"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Rounded Corners 559">
            <a:extLst>
              <a:ext uri="{FF2B5EF4-FFF2-40B4-BE49-F238E27FC236}">
                <a16:creationId xmlns:a16="http://schemas.microsoft.com/office/drawing/2014/main" id="{1F44F292-CE10-63C9-93C6-508383DDA38B}"/>
              </a:ext>
            </a:extLst>
          </p:cNvPr>
          <p:cNvSpPr/>
          <p:nvPr/>
        </p:nvSpPr>
        <p:spPr>
          <a:xfrm>
            <a:off x="14117845"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TextBox 568">
            <a:extLst>
              <a:ext uri="{FF2B5EF4-FFF2-40B4-BE49-F238E27FC236}">
                <a16:creationId xmlns:a16="http://schemas.microsoft.com/office/drawing/2014/main" id="{09B57377-DAC8-C17A-9891-A40E1EF053B1}"/>
              </a:ext>
            </a:extLst>
          </p:cNvPr>
          <p:cNvSpPr txBox="1"/>
          <p:nvPr/>
        </p:nvSpPr>
        <p:spPr>
          <a:xfrm>
            <a:off x="14323956"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نوفمبر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581" name="Rectangle: Rounded Corners 580">
            <a:extLst>
              <a:ext uri="{FF2B5EF4-FFF2-40B4-BE49-F238E27FC236}">
                <a16:creationId xmlns:a16="http://schemas.microsoft.com/office/drawing/2014/main" id="{F0FB292A-7C12-9913-ACF5-52DD96DD7421}"/>
              </a:ext>
            </a:extLst>
          </p:cNvPr>
          <p:cNvSpPr/>
          <p:nvPr/>
        </p:nvSpPr>
        <p:spPr>
          <a:xfrm>
            <a:off x="16189772"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Rounded Corners 581">
            <a:extLst>
              <a:ext uri="{FF2B5EF4-FFF2-40B4-BE49-F238E27FC236}">
                <a16:creationId xmlns:a16="http://schemas.microsoft.com/office/drawing/2014/main" id="{C0A207CB-99D5-DECF-E08C-722822CD2FE1}"/>
              </a:ext>
            </a:extLst>
          </p:cNvPr>
          <p:cNvSpPr/>
          <p:nvPr/>
        </p:nvSpPr>
        <p:spPr>
          <a:xfrm>
            <a:off x="16189772"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Rounded Corners 582">
            <a:extLst>
              <a:ext uri="{FF2B5EF4-FFF2-40B4-BE49-F238E27FC236}">
                <a16:creationId xmlns:a16="http://schemas.microsoft.com/office/drawing/2014/main" id="{EE384784-C729-6849-97B5-21C56A815A7B}"/>
              </a:ext>
            </a:extLst>
          </p:cNvPr>
          <p:cNvSpPr/>
          <p:nvPr/>
        </p:nvSpPr>
        <p:spPr>
          <a:xfrm>
            <a:off x="16189772"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Rounded Corners 583">
            <a:extLst>
              <a:ext uri="{FF2B5EF4-FFF2-40B4-BE49-F238E27FC236}">
                <a16:creationId xmlns:a16="http://schemas.microsoft.com/office/drawing/2014/main" id="{02E00411-6D89-948B-96CA-60F6F20EF6F8}"/>
              </a:ext>
            </a:extLst>
          </p:cNvPr>
          <p:cNvSpPr/>
          <p:nvPr/>
        </p:nvSpPr>
        <p:spPr>
          <a:xfrm>
            <a:off x="16189772"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Rounded Corners 584">
            <a:extLst>
              <a:ext uri="{FF2B5EF4-FFF2-40B4-BE49-F238E27FC236}">
                <a16:creationId xmlns:a16="http://schemas.microsoft.com/office/drawing/2014/main" id="{F40CC1D8-F511-0A85-3A2D-641FCE40BC69}"/>
              </a:ext>
            </a:extLst>
          </p:cNvPr>
          <p:cNvSpPr/>
          <p:nvPr/>
        </p:nvSpPr>
        <p:spPr>
          <a:xfrm>
            <a:off x="16189772"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Rounded Corners 585">
            <a:extLst>
              <a:ext uri="{FF2B5EF4-FFF2-40B4-BE49-F238E27FC236}">
                <a16:creationId xmlns:a16="http://schemas.microsoft.com/office/drawing/2014/main" id="{E5A30E40-92CB-3AFA-A66D-282BE4CD1505}"/>
              </a:ext>
            </a:extLst>
          </p:cNvPr>
          <p:cNvSpPr/>
          <p:nvPr/>
        </p:nvSpPr>
        <p:spPr>
          <a:xfrm>
            <a:off x="16189772"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TextBox 594">
            <a:extLst>
              <a:ext uri="{FF2B5EF4-FFF2-40B4-BE49-F238E27FC236}">
                <a16:creationId xmlns:a16="http://schemas.microsoft.com/office/drawing/2014/main" id="{C522025B-41E7-6BF3-A34B-F4F02107BDC7}"/>
              </a:ext>
            </a:extLst>
          </p:cNvPr>
          <p:cNvSpPr txBox="1"/>
          <p:nvPr/>
        </p:nvSpPr>
        <p:spPr>
          <a:xfrm>
            <a:off x="16395883"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أكتوبر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607" name="Rectangle: Rounded Corners 606">
            <a:extLst>
              <a:ext uri="{FF2B5EF4-FFF2-40B4-BE49-F238E27FC236}">
                <a16:creationId xmlns:a16="http://schemas.microsoft.com/office/drawing/2014/main" id="{07D660BC-696C-A32D-7F92-DB72B7A05D4B}"/>
              </a:ext>
            </a:extLst>
          </p:cNvPr>
          <p:cNvSpPr/>
          <p:nvPr/>
        </p:nvSpPr>
        <p:spPr>
          <a:xfrm>
            <a:off x="18261699"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Rectangle: Rounded Corners 607">
            <a:extLst>
              <a:ext uri="{FF2B5EF4-FFF2-40B4-BE49-F238E27FC236}">
                <a16:creationId xmlns:a16="http://schemas.microsoft.com/office/drawing/2014/main" id="{21B6961D-FCF8-DB41-8182-2102A426A0D3}"/>
              </a:ext>
            </a:extLst>
          </p:cNvPr>
          <p:cNvSpPr/>
          <p:nvPr/>
        </p:nvSpPr>
        <p:spPr>
          <a:xfrm>
            <a:off x="18261699"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Rounded Corners 608">
            <a:extLst>
              <a:ext uri="{FF2B5EF4-FFF2-40B4-BE49-F238E27FC236}">
                <a16:creationId xmlns:a16="http://schemas.microsoft.com/office/drawing/2014/main" id="{10FB0F9F-4876-A921-9EAC-5AE1DA621EC1}"/>
              </a:ext>
            </a:extLst>
          </p:cNvPr>
          <p:cNvSpPr/>
          <p:nvPr/>
        </p:nvSpPr>
        <p:spPr>
          <a:xfrm>
            <a:off x="18261699"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Rectangle: Rounded Corners 609">
            <a:extLst>
              <a:ext uri="{FF2B5EF4-FFF2-40B4-BE49-F238E27FC236}">
                <a16:creationId xmlns:a16="http://schemas.microsoft.com/office/drawing/2014/main" id="{E133F170-E6C7-E876-3AF5-42F632DB9F14}"/>
              </a:ext>
            </a:extLst>
          </p:cNvPr>
          <p:cNvSpPr/>
          <p:nvPr/>
        </p:nvSpPr>
        <p:spPr>
          <a:xfrm>
            <a:off x="18261699"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Rectangle: Rounded Corners 610">
            <a:extLst>
              <a:ext uri="{FF2B5EF4-FFF2-40B4-BE49-F238E27FC236}">
                <a16:creationId xmlns:a16="http://schemas.microsoft.com/office/drawing/2014/main" id="{76700576-FC71-7FD2-6166-AB467262C5C1}"/>
              </a:ext>
            </a:extLst>
          </p:cNvPr>
          <p:cNvSpPr/>
          <p:nvPr/>
        </p:nvSpPr>
        <p:spPr>
          <a:xfrm>
            <a:off x="18261699"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Rectangle: Rounded Corners 611">
            <a:extLst>
              <a:ext uri="{FF2B5EF4-FFF2-40B4-BE49-F238E27FC236}">
                <a16:creationId xmlns:a16="http://schemas.microsoft.com/office/drawing/2014/main" id="{49062E3F-F265-5A77-B81B-E54EEDB119A1}"/>
              </a:ext>
            </a:extLst>
          </p:cNvPr>
          <p:cNvSpPr/>
          <p:nvPr/>
        </p:nvSpPr>
        <p:spPr>
          <a:xfrm>
            <a:off x="18261699"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TextBox 620">
            <a:extLst>
              <a:ext uri="{FF2B5EF4-FFF2-40B4-BE49-F238E27FC236}">
                <a16:creationId xmlns:a16="http://schemas.microsoft.com/office/drawing/2014/main" id="{120D9499-AF51-141F-24F6-F8B87F7C3615}"/>
              </a:ext>
            </a:extLst>
          </p:cNvPr>
          <p:cNvSpPr txBox="1"/>
          <p:nvPr/>
        </p:nvSpPr>
        <p:spPr>
          <a:xfrm>
            <a:off x="18317631" y="2539034"/>
            <a:ext cx="1513335" cy="584775"/>
          </a:xfrm>
          <a:prstGeom prst="rect">
            <a:avLst/>
          </a:prstGeom>
          <a:noFill/>
        </p:spPr>
        <p:txBody>
          <a:bodyPr wrap="square" rtlCol="0">
            <a:spAutoFit/>
          </a:bodyPr>
          <a:lstStyle/>
          <a:p>
            <a:pPr algn="ctr"/>
            <a:r>
              <a:rPr lang="ar-SA" sz="1600" b="1">
                <a:solidFill>
                  <a:srgbClr val="106946"/>
                </a:solidFill>
                <a:latin typeface="Bahij TheSansArabic Bold" panose="02040503050201020203" charset="-78"/>
                <a:cs typeface="Bahij TheSansArabic Bold" panose="02040503050201020203" charset="-78"/>
              </a:rPr>
              <a:t>الإجمالي حتى سبتمبر</a:t>
            </a:r>
            <a:endParaRPr lang="en-US" sz="1600" b="1">
              <a:solidFill>
                <a:srgbClr val="106946"/>
              </a:solidFill>
              <a:latin typeface="Bahij TheSansArabic Bold" panose="02040503050201020203" charset="-78"/>
              <a:cs typeface="Bahij TheSansArabic Bold" panose="02040503050201020203" charset="-78"/>
            </a:endParaRPr>
          </a:p>
        </p:txBody>
      </p:sp>
      <p:graphicFrame>
        <p:nvGraphicFramePr>
          <p:cNvPr id="7" name="Chart 6">
            <a:extLst>
              <a:ext uri="{FF2B5EF4-FFF2-40B4-BE49-F238E27FC236}">
                <a16:creationId xmlns:a16="http://schemas.microsoft.com/office/drawing/2014/main" id="{60C5CD0A-871F-F6D5-D164-840ADDB3F572}"/>
              </a:ext>
            </a:extLst>
          </p:cNvPr>
          <p:cNvGraphicFramePr>
            <a:graphicFrameLocks noChangeAspect="1"/>
          </p:cNvGraphicFramePr>
          <p:nvPr>
            <p:extLst>
              <p:ext uri="{D42A27DB-BD31-4B8C-83A1-F6EECF244321}">
                <p14:modId xmlns:p14="http://schemas.microsoft.com/office/powerpoint/2010/main" val="1097233928"/>
              </p:ext>
            </p:extLst>
          </p:nvPr>
        </p:nvGraphicFramePr>
        <p:xfrm>
          <a:off x="12087820" y="2443600"/>
          <a:ext cx="1634354" cy="1027694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B496822D-F93C-B60F-9EB9-2F51FEB0EE96}"/>
              </a:ext>
            </a:extLst>
          </p:cNvPr>
          <p:cNvGraphicFramePr>
            <a:graphicFrameLocks noChangeAspect="1"/>
          </p:cNvGraphicFramePr>
          <p:nvPr>
            <p:extLst>
              <p:ext uri="{D42A27DB-BD31-4B8C-83A1-F6EECF244321}">
                <p14:modId xmlns:p14="http://schemas.microsoft.com/office/powerpoint/2010/main" val="4189775684"/>
              </p:ext>
            </p:extLst>
          </p:nvPr>
        </p:nvGraphicFramePr>
        <p:xfrm>
          <a:off x="14157889" y="2443600"/>
          <a:ext cx="1634354" cy="1027694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2CCD6606-AB3E-F0A1-69F5-D5D56FB61C9C}"/>
              </a:ext>
            </a:extLst>
          </p:cNvPr>
          <p:cNvGraphicFramePr>
            <a:graphicFrameLocks noChangeAspect="1"/>
          </p:cNvGraphicFramePr>
          <p:nvPr>
            <p:extLst>
              <p:ext uri="{D42A27DB-BD31-4B8C-83A1-F6EECF244321}">
                <p14:modId xmlns:p14="http://schemas.microsoft.com/office/powerpoint/2010/main" val="3294649743"/>
              </p:ext>
            </p:extLst>
          </p:nvPr>
        </p:nvGraphicFramePr>
        <p:xfrm>
          <a:off x="16227958" y="2443600"/>
          <a:ext cx="1634354" cy="1027694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A50F971C-9886-21E3-0320-4A82CDCF7462}"/>
              </a:ext>
            </a:extLst>
          </p:cNvPr>
          <p:cNvGraphicFramePr>
            <a:graphicFrameLocks noChangeAspect="1"/>
          </p:cNvGraphicFramePr>
          <p:nvPr>
            <p:extLst>
              <p:ext uri="{D42A27DB-BD31-4B8C-83A1-F6EECF244321}">
                <p14:modId xmlns:p14="http://schemas.microsoft.com/office/powerpoint/2010/main" val="2442627521"/>
              </p:ext>
            </p:extLst>
          </p:nvPr>
        </p:nvGraphicFramePr>
        <p:xfrm>
          <a:off x="18252194" y="2425357"/>
          <a:ext cx="1634354" cy="10276941"/>
        </p:xfrm>
        <a:graphic>
          <a:graphicData uri="http://schemas.openxmlformats.org/drawingml/2006/chart">
            <c:chart xmlns:c="http://schemas.openxmlformats.org/drawingml/2006/chart" xmlns:r="http://schemas.openxmlformats.org/officeDocument/2006/relationships" r:id="rId7"/>
          </a:graphicData>
        </a:graphic>
      </p:graphicFrame>
      <p:grpSp>
        <p:nvGrpSpPr>
          <p:cNvPr id="613" name="Group 612">
            <a:extLst>
              <a:ext uri="{FF2B5EF4-FFF2-40B4-BE49-F238E27FC236}">
                <a16:creationId xmlns:a16="http://schemas.microsoft.com/office/drawing/2014/main" id="{5A5164F6-B597-7CBC-C817-6F7A89BFA009}"/>
              </a:ext>
            </a:extLst>
          </p:cNvPr>
          <p:cNvGrpSpPr/>
          <p:nvPr/>
        </p:nvGrpSpPr>
        <p:grpSpPr>
          <a:xfrm>
            <a:off x="18991259" y="3104190"/>
            <a:ext cx="847611" cy="316517"/>
            <a:chOff x="-6600343" y="3070054"/>
            <a:chExt cx="846866" cy="316517"/>
          </a:xfrm>
        </p:grpSpPr>
        <p:sp>
          <p:nvSpPr>
            <p:cNvPr id="630" name="Rectangle: Rounded Corners 629">
              <a:extLst>
                <a:ext uri="{FF2B5EF4-FFF2-40B4-BE49-F238E27FC236}">
                  <a16:creationId xmlns:a16="http://schemas.microsoft.com/office/drawing/2014/main" id="{4D851AA0-7F6B-0D43-C0E0-041ECED422E2}"/>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a:t>
              </a:r>
            </a:p>
          </p:txBody>
        </p:sp>
        <p:sp>
          <p:nvSpPr>
            <p:cNvPr id="631" name="Arrow: Down 630">
              <a:extLst>
                <a:ext uri="{FF2B5EF4-FFF2-40B4-BE49-F238E27FC236}">
                  <a16:creationId xmlns:a16="http://schemas.microsoft.com/office/drawing/2014/main" id="{8B482E05-9A37-2F9C-2596-172C589EE9B5}"/>
                </a:ext>
              </a:extLst>
            </p:cNvPr>
            <p:cNvSpPr/>
            <p:nvPr/>
          </p:nvSpPr>
          <p:spPr>
            <a:xfrm rot="10800000">
              <a:off x="-5996253" y="30942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4" name="Group 613">
            <a:extLst>
              <a:ext uri="{FF2B5EF4-FFF2-40B4-BE49-F238E27FC236}">
                <a16:creationId xmlns:a16="http://schemas.microsoft.com/office/drawing/2014/main" id="{F629106B-26DC-1D17-1396-DAE305D2D4E2}"/>
              </a:ext>
            </a:extLst>
          </p:cNvPr>
          <p:cNvGrpSpPr/>
          <p:nvPr/>
        </p:nvGrpSpPr>
        <p:grpSpPr>
          <a:xfrm>
            <a:off x="18991259" y="4667075"/>
            <a:ext cx="847611" cy="310752"/>
            <a:chOff x="-6600343" y="4603178"/>
            <a:chExt cx="846866" cy="310752"/>
          </a:xfrm>
        </p:grpSpPr>
        <p:sp>
          <p:nvSpPr>
            <p:cNvPr id="628" name="Rectangle: Rounded Corners 627">
              <a:extLst>
                <a:ext uri="{FF2B5EF4-FFF2-40B4-BE49-F238E27FC236}">
                  <a16:creationId xmlns:a16="http://schemas.microsoft.com/office/drawing/2014/main" id="{CD219C28-537E-2B05-F5F2-F5CDD95709E7}"/>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0%</a:t>
              </a:r>
            </a:p>
          </p:txBody>
        </p:sp>
        <p:sp>
          <p:nvSpPr>
            <p:cNvPr id="629" name="Arrow: Down 628">
              <a:extLst>
                <a:ext uri="{FF2B5EF4-FFF2-40B4-BE49-F238E27FC236}">
                  <a16:creationId xmlns:a16="http://schemas.microsoft.com/office/drawing/2014/main" id="{C1B5EF94-6E35-7158-066B-A7F0FA61A3E1}"/>
                </a:ext>
              </a:extLst>
            </p:cNvPr>
            <p:cNvSpPr/>
            <p:nvPr/>
          </p:nvSpPr>
          <p:spPr>
            <a:xfrm rot="10800000">
              <a:off x="-5996253" y="460932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5" name="Group 614">
            <a:extLst>
              <a:ext uri="{FF2B5EF4-FFF2-40B4-BE49-F238E27FC236}">
                <a16:creationId xmlns:a16="http://schemas.microsoft.com/office/drawing/2014/main" id="{8A8C96C5-BE3D-49C8-0E9F-9CA831498F0F}"/>
              </a:ext>
            </a:extLst>
          </p:cNvPr>
          <p:cNvGrpSpPr/>
          <p:nvPr/>
        </p:nvGrpSpPr>
        <p:grpSpPr>
          <a:xfrm>
            <a:off x="18991259" y="6224195"/>
            <a:ext cx="847611" cy="310752"/>
            <a:chOff x="-6600343" y="6171548"/>
            <a:chExt cx="846866" cy="310752"/>
          </a:xfrm>
        </p:grpSpPr>
        <p:sp>
          <p:nvSpPr>
            <p:cNvPr id="626" name="Rectangle: Rounded Corners 625">
              <a:extLst>
                <a:ext uri="{FF2B5EF4-FFF2-40B4-BE49-F238E27FC236}">
                  <a16:creationId xmlns:a16="http://schemas.microsoft.com/office/drawing/2014/main" id="{DF6DA10D-FAE5-3A92-7C46-B7C68BD58FDB}"/>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50%</a:t>
              </a:r>
            </a:p>
          </p:txBody>
        </p:sp>
        <p:sp>
          <p:nvSpPr>
            <p:cNvPr id="627" name="Arrow: Down 626">
              <a:extLst>
                <a:ext uri="{FF2B5EF4-FFF2-40B4-BE49-F238E27FC236}">
                  <a16:creationId xmlns:a16="http://schemas.microsoft.com/office/drawing/2014/main" id="{00B4C6B1-2D89-78C2-8C64-CBEAB6441F44}"/>
                </a:ext>
              </a:extLst>
            </p:cNvPr>
            <p:cNvSpPr/>
            <p:nvPr/>
          </p:nvSpPr>
          <p:spPr>
            <a:xfrm rot="10800000">
              <a:off x="-5996253" y="61776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6" name="Group 615">
            <a:extLst>
              <a:ext uri="{FF2B5EF4-FFF2-40B4-BE49-F238E27FC236}">
                <a16:creationId xmlns:a16="http://schemas.microsoft.com/office/drawing/2014/main" id="{F1CBA8E2-B38A-5F00-48CD-E749AE21CFA8}"/>
              </a:ext>
            </a:extLst>
          </p:cNvPr>
          <p:cNvGrpSpPr/>
          <p:nvPr/>
        </p:nvGrpSpPr>
        <p:grpSpPr>
          <a:xfrm>
            <a:off x="18991259" y="7781315"/>
            <a:ext cx="847611" cy="310752"/>
            <a:chOff x="-6600343" y="7739918"/>
            <a:chExt cx="846866" cy="310752"/>
          </a:xfrm>
        </p:grpSpPr>
        <p:sp>
          <p:nvSpPr>
            <p:cNvPr id="624" name="Rectangle: Rounded Corners 623">
              <a:extLst>
                <a:ext uri="{FF2B5EF4-FFF2-40B4-BE49-F238E27FC236}">
                  <a16:creationId xmlns:a16="http://schemas.microsoft.com/office/drawing/2014/main" id="{BDB0E986-B5F7-A8C4-BCF7-1CACFB6D72CE}"/>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-32%</a:t>
              </a:r>
            </a:p>
          </p:txBody>
        </p:sp>
        <p:sp>
          <p:nvSpPr>
            <p:cNvPr id="625" name="Arrow: Down 624">
              <a:extLst>
                <a:ext uri="{FF2B5EF4-FFF2-40B4-BE49-F238E27FC236}">
                  <a16:creationId xmlns:a16="http://schemas.microsoft.com/office/drawing/2014/main" id="{E73C869A-F621-1B1D-E6DC-368E6D849D29}"/>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8EC44929-308B-EF83-6E2B-0DF89C299172}"/>
              </a:ext>
            </a:extLst>
          </p:cNvPr>
          <p:cNvGrpSpPr/>
          <p:nvPr/>
        </p:nvGrpSpPr>
        <p:grpSpPr>
          <a:xfrm>
            <a:off x="18991259" y="9338435"/>
            <a:ext cx="847611" cy="310752"/>
            <a:chOff x="6117941" y="9303259"/>
            <a:chExt cx="847611" cy="310752"/>
          </a:xfrm>
        </p:grpSpPr>
        <p:sp>
          <p:nvSpPr>
            <p:cNvPr id="617" name="Rectangle: Rounded Corners 616">
              <a:extLst>
                <a:ext uri="{FF2B5EF4-FFF2-40B4-BE49-F238E27FC236}">
                  <a16:creationId xmlns:a16="http://schemas.microsoft.com/office/drawing/2014/main" id="{5AFF713B-1F6D-24A3-B23E-B1FB0EE28ACB}"/>
                </a:ext>
              </a:extLst>
            </p:cNvPr>
            <p:cNvSpPr/>
            <p:nvPr/>
          </p:nvSpPr>
          <p:spPr>
            <a:xfrm>
              <a:off x="6117941"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618" name="Arrow: Down 617">
              <a:extLst>
                <a:ext uri="{FF2B5EF4-FFF2-40B4-BE49-F238E27FC236}">
                  <a16:creationId xmlns:a16="http://schemas.microsoft.com/office/drawing/2014/main" id="{E768A28E-9B84-EFC0-29FA-99CB12409EAB}"/>
                </a:ext>
              </a:extLst>
            </p:cNvPr>
            <p:cNvSpPr/>
            <p:nvPr/>
          </p:nvSpPr>
          <p:spPr>
            <a:xfrm rot="10800000">
              <a:off x="6724596"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9" name="Group 618">
            <a:extLst>
              <a:ext uri="{FF2B5EF4-FFF2-40B4-BE49-F238E27FC236}">
                <a16:creationId xmlns:a16="http://schemas.microsoft.com/office/drawing/2014/main" id="{A138208B-4CE5-2882-9D82-0221E23856B6}"/>
              </a:ext>
            </a:extLst>
          </p:cNvPr>
          <p:cNvGrpSpPr/>
          <p:nvPr/>
        </p:nvGrpSpPr>
        <p:grpSpPr>
          <a:xfrm>
            <a:off x="18991259" y="10895554"/>
            <a:ext cx="847611" cy="310928"/>
            <a:chOff x="1503088" y="10860378"/>
            <a:chExt cx="846866" cy="310928"/>
          </a:xfrm>
        </p:grpSpPr>
        <p:sp>
          <p:nvSpPr>
            <p:cNvPr id="622" name="Rectangle: Rounded Corners 621">
              <a:extLst>
                <a:ext uri="{FF2B5EF4-FFF2-40B4-BE49-F238E27FC236}">
                  <a16:creationId xmlns:a16="http://schemas.microsoft.com/office/drawing/2014/main" id="{37BB6836-6E03-2BAC-228A-8DAE6800CC16}"/>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623" name="Arrow: Down 622">
              <a:extLst>
                <a:ext uri="{FF2B5EF4-FFF2-40B4-BE49-F238E27FC236}">
                  <a16:creationId xmlns:a16="http://schemas.microsoft.com/office/drawing/2014/main" id="{F06B954B-6797-DBBD-C719-42FB69D7C703}"/>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7" name="Group 586">
            <a:extLst>
              <a:ext uri="{FF2B5EF4-FFF2-40B4-BE49-F238E27FC236}">
                <a16:creationId xmlns:a16="http://schemas.microsoft.com/office/drawing/2014/main" id="{41E67761-9898-C290-D10F-5459C367A62A}"/>
              </a:ext>
            </a:extLst>
          </p:cNvPr>
          <p:cNvGrpSpPr/>
          <p:nvPr/>
        </p:nvGrpSpPr>
        <p:grpSpPr>
          <a:xfrm>
            <a:off x="16919332" y="3104190"/>
            <a:ext cx="847611" cy="316517"/>
            <a:chOff x="-6600343" y="3070054"/>
            <a:chExt cx="846866" cy="316517"/>
          </a:xfrm>
        </p:grpSpPr>
        <p:sp>
          <p:nvSpPr>
            <p:cNvPr id="604" name="Rectangle: Rounded Corners 603">
              <a:extLst>
                <a:ext uri="{FF2B5EF4-FFF2-40B4-BE49-F238E27FC236}">
                  <a16:creationId xmlns:a16="http://schemas.microsoft.com/office/drawing/2014/main" id="{E5E83A76-BF02-1BD8-8041-2B121C63EEEB}"/>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-56%</a:t>
              </a:r>
            </a:p>
          </p:txBody>
        </p:sp>
        <p:sp>
          <p:nvSpPr>
            <p:cNvPr id="605" name="Arrow: Down 604">
              <a:extLst>
                <a:ext uri="{FF2B5EF4-FFF2-40B4-BE49-F238E27FC236}">
                  <a16:creationId xmlns:a16="http://schemas.microsoft.com/office/drawing/2014/main" id="{BB1AF6D7-78ED-8476-CEFD-905221FFBC88}"/>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8" name="Group 587">
            <a:extLst>
              <a:ext uri="{FF2B5EF4-FFF2-40B4-BE49-F238E27FC236}">
                <a16:creationId xmlns:a16="http://schemas.microsoft.com/office/drawing/2014/main" id="{3E64E562-5A83-5E36-C354-96996EE0FDDC}"/>
              </a:ext>
            </a:extLst>
          </p:cNvPr>
          <p:cNvGrpSpPr/>
          <p:nvPr/>
        </p:nvGrpSpPr>
        <p:grpSpPr>
          <a:xfrm>
            <a:off x="16919332" y="4667075"/>
            <a:ext cx="847611" cy="310752"/>
            <a:chOff x="-6600343" y="4603178"/>
            <a:chExt cx="846866" cy="310752"/>
          </a:xfrm>
        </p:grpSpPr>
        <p:sp>
          <p:nvSpPr>
            <p:cNvPr id="602" name="Rectangle: Rounded Corners 601">
              <a:extLst>
                <a:ext uri="{FF2B5EF4-FFF2-40B4-BE49-F238E27FC236}">
                  <a16:creationId xmlns:a16="http://schemas.microsoft.com/office/drawing/2014/main" id="{B0F128A0-D15C-AED3-090E-0DE0136C0B05}"/>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-19%</a:t>
              </a:r>
            </a:p>
          </p:txBody>
        </p:sp>
        <p:sp>
          <p:nvSpPr>
            <p:cNvPr id="603" name="Arrow: Down 602">
              <a:extLst>
                <a:ext uri="{FF2B5EF4-FFF2-40B4-BE49-F238E27FC236}">
                  <a16:creationId xmlns:a16="http://schemas.microsoft.com/office/drawing/2014/main" id="{2CD18D91-2BF2-AD58-8212-19ED82169FDF}"/>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9" name="Group 588">
            <a:extLst>
              <a:ext uri="{FF2B5EF4-FFF2-40B4-BE49-F238E27FC236}">
                <a16:creationId xmlns:a16="http://schemas.microsoft.com/office/drawing/2014/main" id="{56B5B7A3-5CA0-5639-B1D5-223C8BB4CE44}"/>
              </a:ext>
            </a:extLst>
          </p:cNvPr>
          <p:cNvGrpSpPr/>
          <p:nvPr/>
        </p:nvGrpSpPr>
        <p:grpSpPr>
          <a:xfrm>
            <a:off x="16919332" y="6224195"/>
            <a:ext cx="847611" cy="310752"/>
            <a:chOff x="-6600343" y="6171548"/>
            <a:chExt cx="846866" cy="310752"/>
          </a:xfrm>
        </p:grpSpPr>
        <p:sp>
          <p:nvSpPr>
            <p:cNvPr id="600" name="Rectangle: Rounded Corners 599">
              <a:extLst>
                <a:ext uri="{FF2B5EF4-FFF2-40B4-BE49-F238E27FC236}">
                  <a16:creationId xmlns:a16="http://schemas.microsoft.com/office/drawing/2014/main" id="{922E9FF1-F12E-1B35-067C-78F41B428550}"/>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-12%</a:t>
              </a:r>
            </a:p>
          </p:txBody>
        </p:sp>
        <p:sp>
          <p:nvSpPr>
            <p:cNvPr id="601" name="Arrow: Down 600">
              <a:extLst>
                <a:ext uri="{FF2B5EF4-FFF2-40B4-BE49-F238E27FC236}">
                  <a16:creationId xmlns:a16="http://schemas.microsoft.com/office/drawing/2014/main" id="{1EE15B28-F9E7-700E-DE17-5607CC85BE1E}"/>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0" name="Group 589">
            <a:extLst>
              <a:ext uri="{FF2B5EF4-FFF2-40B4-BE49-F238E27FC236}">
                <a16:creationId xmlns:a16="http://schemas.microsoft.com/office/drawing/2014/main" id="{166E8A7A-D254-74B1-CCD5-71BE4C28DB6C}"/>
              </a:ext>
            </a:extLst>
          </p:cNvPr>
          <p:cNvGrpSpPr/>
          <p:nvPr/>
        </p:nvGrpSpPr>
        <p:grpSpPr>
          <a:xfrm>
            <a:off x="16919332" y="7781315"/>
            <a:ext cx="847611" cy="310752"/>
            <a:chOff x="-6600343" y="7739918"/>
            <a:chExt cx="846866" cy="310752"/>
          </a:xfrm>
        </p:grpSpPr>
        <p:sp>
          <p:nvSpPr>
            <p:cNvPr id="598" name="Rectangle: Rounded Corners 597">
              <a:extLst>
                <a:ext uri="{FF2B5EF4-FFF2-40B4-BE49-F238E27FC236}">
                  <a16:creationId xmlns:a16="http://schemas.microsoft.com/office/drawing/2014/main" id="{84873BCC-E288-9F4C-E343-405C526F2E6C}"/>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-22%</a:t>
              </a:r>
            </a:p>
          </p:txBody>
        </p:sp>
        <p:sp>
          <p:nvSpPr>
            <p:cNvPr id="599" name="Arrow: Down 598">
              <a:extLst>
                <a:ext uri="{FF2B5EF4-FFF2-40B4-BE49-F238E27FC236}">
                  <a16:creationId xmlns:a16="http://schemas.microsoft.com/office/drawing/2014/main" id="{492A501A-ABA5-8308-9BB3-B309FE2FD049}"/>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D7D03B8C-A242-EE17-6053-E559789E53FA}"/>
              </a:ext>
            </a:extLst>
          </p:cNvPr>
          <p:cNvGrpSpPr/>
          <p:nvPr/>
        </p:nvGrpSpPr>
        <p:grpSpPr>
          <a:xfrm>
            <a:off x="16919332" y="9338435"/>
            <a:ext cx="847611" cy="310752"/>
            <a:chOff x="4404594" y="9303259"/>
            <a:chExt cx="847611" cy="310752"/>
          </a:xfrm>
        </p:grpSpPr>
        <p:sp>
          <p:nvSpPr>
            <p:cNvPr id="591" name="Rectangle: Rounded Corners 590">
              <a:extLst>
                <a:ext uri="{FF2B5EF4-FFF2-40B4-BE49-F238E27FC236}">
                  <a16:creationId xmlns:a16="http://schemas.microsoft.com/office/drawing/2014/main" id="{4E24C855-5CD5-4FFD-3B53-BEDB4DB5BD67}"/>
                </a:ext>
              </a:extLst>
            </p:cNvPr>
            <p:cNvSpPr/>
            <p:nvPr/>
          </p:nvSpPr>
          <p:spPr>
            <a:xfrm>
              <a:off x="4404594"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11%</a:t>
              </a:r>
            </a:p>
          </p:txBody>
        </p:sp>
        <p:sp>
          <p:nvSpPr>
            <p:cNvPr id="592" name="Arrow: Down 591">
              <a:extLst>
                <a:ext uri="{FF2B5EF4-FFF2-40B4-BE49-F238E27FC236}">
                  <a16:creationId xmlns:a16="http://schemas.microsoft.com/office/drawing/2014/main" id="{BDC06B5E-ED23-0269-4163-E6BAED4BCB0D}"/>
                </a:ext>
              </a:extLst>
            </p:cNvPr>
            <p:cNvSpPr/>
            <p:nvPr/>
          </p:nvSpPr>
          <p:spPr>
            <a:xfrm rot="10800000">
              <a:off x="5011249"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3" name="Group 592">
            <a:extLst>
              <a:ext uri="{FF2B5EF4-FFF2-40B4-BE49-F238E27FC236}">
                <a16:creationId xmlns:a16="http://schemas.microsoft.com/office/drawing/2014/main" id="{DC47680F-953F-74E4-24C9-2993E04DF660}"/>
              </a:ext>
            </a:extLst>
          </p:cNvPr>
          <p:cNvGrpSpPr/>
          <p:nvPr/>
        </p:nvGrpSpPr>
        <p:grpSpPr>
          <a:xfrm>
            <a:off x="16919332" y="10895554"/>
            <a:ext cx="847611" cy="310928"/>
            <a:chOff x="1503088" y="10860378"/>
            <a:chExt cx="846866" cy="310928"/>
          </a:xfrm>
        </p:grpSpPr>
        <p:sp>
          <p:nvSpPr>
            <p:cNvPr id="596" name="Rectangle: Rounded Corners 595">
              <a:extLst>
                <a:ext uri="{FF2B5EF4-FFF2-40B4-BE49-F238E27FC236}">
                  <a16:creationId xmlns:a16="http://schemas.microsoft.com/office/drawing/2014/main" id="{399381F1-86D8-43BB-FBA4-301FDF88142E}"/>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597" name="Arrow: Down 596">
              <a:extLst>
                <a:ext uri="{FF2B5EF4-FFF2-40B4-BE49-F238E27FC236}">
                  <a16:creationId xmlns:a16="http://schemas.microsoft.com/office/drawing/2014/main" id="{DE21E5C4-061D-D188-26A3-56AFDA5DCB58}"/>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1" name="Group 560">
            <a:extLst>
              <a:ext uri="{FF2B5EF4-FFF2-40B4-BE49-F238E27FC236}">
                <a16:creationId xmlns:a16="http://schemas.microsoft.com/office/drawing/2014/main" id="{F5AA3262-B859-4145-6581-FF7859C1C76C}"/>
              </a:ext>
            </a:extLst>
          </p:cNvPr>
          <p:cNvGrpSpPr/>
          <p:nvPr/>
        </p:nvGrpSpPr>
        <p:grpSpPr>
          <a:xfrm>
            <a:off x="14847405" y="3104190"/>
            <a:ext cx="847611" cy="316517"/>
            <a:chOff x="-6600343" y="3070054"/>
            <a:chExt cx="846866" cy="316517"/>
          </a:xfrm>
        </p:grpSpPr>
        <p:sp>
          <p:nvSpPr>
            <p:cNvPr id="578" name="Rectangle: Rounded Corners 577">
              <a:extLst>
                <a:ext uri="{FF2B5EF4-FFF2-40B4-BE49-F238E27FC236}">
                  <a16:creationId xmlns:a16="http://schemas.microsoft.com/office/drawing/2014/main" id="{258B8AC4-FC86-8C5F-EBEC-9B7A21399843}"/>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-4%</a:t>
              </a:r>
            </a:p>
          </p:txBody>
        </p:sp>
        <p:sp>
          <p:nvSpPr>
            <p:cNvPr id="579" name="Arrow: Down 578">
              <a:extLst>
                <a:ext uri="{FF2B5EF4-FFF2-40B4-BE49-F238E27FC236}">
                  <a16:creationId xmlns:a16="http://schemas.microsoft.com/office/drawing/2014/main" id="{2A34ED3C-A304-9A28-23F3-177C923B4024}"/>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2" name="Group 561">
            <a:extLst>
              <a:ext uri="{FF2B5EF4-FFF2-40B4-BE49-F238E27FC236}">
                <a16:creationId xmlns:a16="http://schemas.microsoft.com/office/drawing/2014/main" id="{E20F13BC-A37E-09F7-E3B5-B22727949529}"/>
              </a:ext>
            </a:extLst>
          </p:cNvPr>
          <p:cNvGrpSpPr/>
          <p:nvPr/>
        </p:nvGrpSpPr>
        <p:grpSpPr>
          <a:xfrm>
            <a:off x="14847405" y="4667075"/>
            <a:ext cx="847611" cy="310752"/>
            <a:chOff x="-6600343" y="4603178"/>
            <a:chExt cx="846866" cy="310752"/>
          </a:xfrm>
        </p:grpSpPr>
        <p:sp>
          <p:nvSpPr>
            <p:cNvPr id="576" name="Rectangle: Rounded Corners 575">
              <a:extLst>
                <a:ext uri="{FF2B5EF4-FFF2-40B4-BE49-F238E27FC236}">
                  <a16:creationId xmlns:a16="http://schemas.microsoft.com/office/drawing/2014/main" id="{20ED13F2-2347-DD96-6B78-B53502DAFC10}"/>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a:t>
              </a:r>
            </a:p>
          </p:txBody>
        </p:sp>
        <p:sp>
          <p:nvSpPr>
            <p:cNvPr id="577" name="Arrow: Down 576">
              <a:extLst>
                <a:ext uri="{FF2B5EF4-FFF2-40B4-BE49-F238E27FC236}">
                  <a16:creationId xmlns:a16="http://schemas.microsoft.com/office/drawing/2014/main" id="{8CA931E2-1266-B138-3824-B047EF20F2A1}"/>
                </a:ext>
              </a:extLst>
            </p:cNvPr>
            <p:cNvSpPr/>
            <p:nvPr/>
          </p:nvSpPr>
          <p:spPr>
            <a:xfrm rot="10800000">
              <a:off x="-5996253" y="460932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3" name="Group 562">
            <a:extLst>
              <a:ext uri="{FF2B5EF4-FFF2-40B4-BE49-F238E27FC236}">
                <a16:creationId xmlns:a16="http://schemas.microsoft.com/office/drawing/2014/main" id="{E9C8E0FF-13D8-E516-E9FE-D63F013C8562}"/>
              </a:ext>
            </a:extLst>
          </p:cNvPr>
          <p:cNvGrpSpPr/>
          <p:nvPr/>
        </p:nvGrpSpPr>
        <p:grpSpPr>
          <a:xfrm>
            <a:off x="14847405" y="6224195"/>
            <a:ext cx="847611" cy="310752"/>
            <a:chOff x="-6600343" y="6171548"/>
            <a:chExt cx="846866" cy="310752"/>
          </a:xfrm>
        </p:grpSpPr>
        <p:sp>
          <p:nvSpPr>
            <p:cNvPr id="574" name="Rectangle: Rounded Corners 573">
              <a:extLst>
                <a:ext uri="{FF2B5EF4-FFF2-40B4-BE49-F238E27FC236}">
                  <a16:creationId xmlns:a16="http://schemas.microsoft.com/office/drawing/2014/main" id="{132A8D69-7CC1-134A-EFAB-B80FC5146EDB}"/>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-24%</a:t>
              </a:r>
            </a:p>
          </p:txBody>
        </p:sp>
        <p:sp>
          <p:nvSpPr>
            <p:cNvPr id="575" name="Arrow: Down 574">
              <a:extLst>
                <a:ext uri="{FF2B5EF4-FFF2-40B4-BE49-F238E27FC236}">
                  <a16:creationId xmlns:a16="http://schemas.microsoft.com/office/drawing/2014/main" id="{057775FD-30F3-79C0-82EF-AF48AA5FCBC6}"/>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4" name="Group 563">
            <a:extLst>
              <a:ext uri="{FF2B5EF4-FFF2-40B4-BE49-F238E27FC236}">
                <a16:creationId xmlns:a16="http://schemas.microsoft.com/office/drawing/2014/main" id="{21AE2629-D31D-977E-74C7-67D26DAEEB18}"/>
              </a:ext>
            </a:extLst>
          </p:cNvPr>
          <p:cNvGrpSpPr/>
          <p:nvPr/>
        </p:nvGrpSpPr>
        <p:grpSpPr>
          <a:xfrm>
            <a:off x="14847405" y="7781315"/>
            <a:ext cx="847611" cy="310752"/>
            <a:chOff x="-6600343" y="7739918"/>
            <a:chExt cx="846866" cy="310752"/>
          </a:xfrm>
        </p:grpSpPr>
        <p:sp>
          <p:nvSpPr>
            <p:cNvPr id="572" name="Rectangle: Rounded Corners 571">
              <a:extLst>
                <a:ext uri="{FF2B5EF4-FFF2-40B4-BE49-F238E27FC236}">
                  <a16:creationId xmlns:a16="http://schemas.microsoft.com/office/drawing/2014/main" id="{34C26535-C529-5844-60E4-C2440BE3CA31}"/>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-35%</a:t>
              </a:r>
            </a:p>
          </p:txBody>
        </p:sp>
        <p:sp>
          <p:nvSpPr>
            <p:cNvPr id="573" name="Arrow: Down 572">
              <a:extLst>
                <a:ext uri="{FF2B5EF4-FFF2-40B4-BE49-F238E27FC236}">
                  <a16:creationId xmlns:a16="http://schemas.microsoft.com/office/drawing/2014/main" id="{0045825F-9ECE-31EF-7D54-E01AD6A64CD6}"/>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46E2B42-CC3F-2260-26A5-CC8C99449431}"/>
              </a:ext>
            </a:extLst>
          </p:cNvPr>
          <p:cNvGrpSpPr/>
          <p:nvPr/>
        </p:nvGrpSpPr>
        <p:grpSpPr>
          <a:xfrm>
            <a:off x="14847405" y="9338435"/>
            <a:ext cx="847611" cy="310752"/>
            <a:chOff x="2691247" y="9303259"/>
            <a:chExt cx="847611" cy="310752"/>
          </a:xfrm>
        </p:grpSpPr>
        <p:sp>
          <p:nvSpPr>
            <p:cNvPr id="565" name="Rectangle: Rounded Corners 564">
              <a:extLst>
                <a:ext uri="{FF2B5EF4-FFF2-40B4-BE49-F238E27FC236}">
                  <a16:creationId xmlns:a16="http://schemas.microsoft.com/office/drawing/2014/main" id="{A0B4BEA7-2EAD-DE5C-6497-9A7F1CD733FA}"/>
                </a:ext>
              </a:extLst>
            </p:cNvPr>
            <p:cNvSpPr/>
            <p:nvPr/>
          </p:nvSpPr>
          <p:spPr>
            <a:xfrm>
              <a:off x="2691247"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566" name="Arrow: Down 565">
              <a:extLst>
                <a:ext uri="{FF2B5EF4-FFF2-40B4-BE49-F238E27FC236}">
                  <a16:creationId xmlns:a16="http://schemas.microsoft.com/office/drawing/2014/main" id="{D87B631B-7293-F71D-8C73-9D26CB2599F1}"/>
                </a:ext>
              </a:extLst>
            </p:cNvPr>
            <p:cNvSpPr/>
            <p:nvPr/>
          </p:nvSpPr>
          <p:spPr>
            <a:xfrm rot="10800000">
              <a:off x="3297902"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7" name="Group 566">
            <a:extLst>
              <a:ext uri="{FF2B5EF4-FFF2-40B4-BE49-F238E27FC236}">
                <a16:creationId xmlns:a16="http://schemas.microsoft.com/office/drawing/2014/main" id="{3D371FF6-4088-A922-ADAE-13FD3AD9D25B}"/>
              </a:ext>
            </a:extLst>
          </p:cNvPr>
          <p:cNvGrpSpPr/>
          <p:nvPr/>
        </p:nvGrpSpPr>
        <p:grpSpPr>
          <a:xfrm>
            <a:off x="14847405" y="10895554"/>
            <a:ext cx="847611" cy="310928"/>
            <a:chOff x="1503088" y="10860378"/>
            <a:chExt cx="846866" cy="310928"/>
          </a:xfrm>
        </p:grpSpPr>
        <p:sp>
          <p:nvSpPr>
            <p:cNvPr id="570" name="Rectangle: Rounded Corners 569">
              <a:extLst>
                <a:ext uri="{FF2B5EF4-FFF2-40B4-BE49-F238E27FC236}">
                  <a16:creationId xmlns:a16="http://schemas.microsoft.com/office/drawing/2014/main" id="{B45C529C-FD60-1852-DB04-4802B2106ABA}"/>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571" name="Arrow: Down 570">
              <a:extLst>
                <a:ext uri="{FF2B5EF4-FFF2-40B4-BE49-F238E27FC236}">
                  <a16:creationId xmlns:a16="http://schemas.microsoft.com/office/drawing/2014/main" id="{A3824C6E-4F03-6E93-3F7D-213592176EC8}"/>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1" name="Group 270">
            <a:extLst>
              <a:ext uri="{FF2B5EF4-FFF2-40B4-BE49-F238E27FC236}">
                <a16:creationId xmlns:a16="http://schemas.microsoft.com/office/drawing/2014/main" id="{6896D789-F1FF-D344-FFB2-4AD3EDA8D596}"/>
              </a:ext>
            </a:extLst>
          </p:cNvPr>
          <p:cNvGrpSpPr/>
          <p:nvPr/>
        </p:nvGrpSpPr>
        <p:grpSpPr>
          <a:xfrm>
            <a:off x="12775478" y="3104190"/>
            <a:ext cx="847611" cy="316517"/>
            <a:chOff x="-6600343" y="3070054"/>
            <a:chExt cx="846866" cy="316517"/>
          </a:xfrm>
        </p:grpSpPr>
        <p:sp>
          <p:nvSpPr>
            <p:cNvPr id="312" name="Rectangle: Rounded Corners 311">
              <a:extLst>
                <a:ext uri="{FF2B5EF4-FFF2-40B4-BE49-F238E27FC236}">
                  <a16:creationId xmlns:a16="http://schemas.microsoft.com/office/drawing/2014/main" id="{C6AF0CDC-08C3-6A03-4B95-2FE9AAFE6FF8}"/>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-39%</a:t>
              </a:r>
            </a:p>
          </p:txBody>
        </p:sp>
        <p:sp>
          <p:nvSpPr>
            <p:cNvPr id="313" name="Arrow: Down 312">
              <a:extLst>
                <a:ext uri="{FF2B5EF4-FFF2-40B4-BE49-F238E27FC236}">
                  <a16:creationId xmlns:a16="http://schemas.microsoft.com/office/drawing/2014/main" id="{47D3F187-C4D8-7CF8-648D-9945351A671C}"/>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2" name="Group 271">
            <a:extLst>
              <a:ext uri="{FF2B5EF4-FFF2-40B4-BE49-F238E27FC236}">
                <a16:creationId xmlns:a16="http://schemas.microsoft.com/office/drawing/2014/main" id="{41BE0D3F-7583-9FDD-3AE8-B15643E338AB}"/>
              </a:ext>
            </a:extLst>
          </p:cNvPr>
          <p:cNvGrpSpPr/>
          <p:nvPr/>
        </p:nvGrpSpPr>
        <p:grpSpPr>
          <a:xfrm>
            <a:off x="12775478" y="4667075"/>
            <a:ext cx="847611" cy="310752"/>
            <a:chOff x="-6600343" y="4603178"/>
            <a:chExt cx="846866" cy="310752"/>
          </a:xfrm>
        </p:grpSpPr>
        <p:sp>
          <p:nvSpPr>
            <p:cNvPr id="310" name="Rectangle: Rounded Corners 309">
              <a:extLst>
                <a:ext uri="{FF2B5EF4-FFF2-40B4-BE49-F238E27FC236}">
                  <a16:creationId xmlns:a16="http://schemas.microsoft.com/office/drawing/2014/main" id="{EBBEAA1A-0B06-E795-DCA0-62FBFEF89BD5}"/>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-19%</a:t>
              </a:r>
            </a:p>
          </p:txBody>
        </p:sp>
        <p:sp>
          <p:nvSpPr>
            <p:cNvPr id="311" name="Arrow: Down 310">
              <a:extLst>
                <a:ext uri="{FF2B5EF4-FFF2-40B4-BE49-F238E27FC236}">
                  <a16:creationId xmlns:a16="http://schemas.microsoft.com/office/drawing/2014/main" id="{0F326441-3DB2-7D0E-64AE-9FCBB8059F98}"/>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3" name="Group 272">
            <a:extLst>
              <a:ext uri="{FF2B5EF4-FFF2-40B4-BE49-F238E27FC236}">
                <a16:creationId xmlns:a16="http://schemas.microsoft.com/office/drawing/2014/main" id="{437D9806-0725-AB44-26C5-12AFFFF13F94}"/>
              </a:ext>
            </a:extLst>
          </p:cNvPr>
          <p:cNvGrpSpPr/>
          <p:nvPr/>
        </p:nvGrpSpPr>
        <p:grpSpPr>
          <a:xfrm>
            <a:off x="12775478" y="6224195"/>
            <a:ext cx="847611" cy="310752"/>
            <a:chOff x="-6600343" y="6171548"/>
            <a:chExt cx="846866" cy="310752"/>
          </a:xfrm>
        </p:grpSpPr>
        <p:sp>
          <p:nvSpPr>
            <p:cNvPr id="308" name="Rectangle: Rounded Corners 307">
              <a:extLst>
                <a:ext uri="{FF2B5EF4-FFF2-40B4-BE49-F238E27FC236}">
                  <a16:creationId xmlns:a16="http://schemas.microsoft.com/office/drawing/2014/main" id="{C62E23B9-5A77-DBC8-8FF8-8EE176074112}"/>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-23%</a:t>
              </a:r>
            </a:p>
          </p:txBody>
        </p:sp>
        <p:sp>
          <p:nvSpPr>
            <p:cNvPr id="309" name="Arrow: Down 308">
              <a:extLst>
                <a:ext uri="{FF2B5EF4-FFF2-40B4-BE49-F238E27FC236}">
                  <a16:creationId xmlns:a16="http://schemas.microsoft.com/office/drawing/2014/main" id="{3BFA4FC9-EC23-5D68-101C-473056797668}"/>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4" name="Group 273">
            <a:extLst>
              <a:ext uri="{FF2B5EF4-FFF2-40B4-BE49-F238E27FC236}">
                <a16:creationId xmlns:a16="http://schemas.microsoft.com/office/drawing/2014/main" id="{DD54FB3E-9954-4DAE-CE94-C5F2009A814B}"/>
              </a:ext>
            </a:extLst>
          </p:cNvPr>
          <p:cNvGrpSpPr/>
          <p:nvPr/>
        </p:nvGrpSpPr>
        <p:grpSpPr>
          <a:xfrm>
            <a:off x="12775478" y="7781315"/>
            <a:ext cx="847611" cy="310752"/>
            <a:chOff x="-6600343" y="7739918"/>
            <a:chExt cx="846866" cy="310752"/>
          </a:xfrm>
        </p:grpSpPr>
        <p:sp>
          <p:nvSpPr>
            <p:cNvPr id="306" name="Rectangle: Rounded Corners 305">
              <a:extLst>
                <a:ext uri="{FF2B5EF4-FFF2-40B4-BE49-F238E27FC236}">
                  <a16:creationId xmlns:a16="http://schemas.microsoft.com/office/drawing/2014/main" id="{2919D0AE-1780-6A01-2404-83FD56B7C8BB}"/>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-35%</a:t>
              </a:r>
            </a:p>
          </p:txBody>
        </p:sp>
        <p:sp>
          <p:nvSpPr>
            <p:cNvPr id="307" name="Arrow: Down 306">
              <a:extLst>
                <a:ext uri="{FF2B5EF4-FFF2-40B4-BE49-F238E27FC236}">
                  <a16:creationId xmlns:a16="http://schemas.microsoft.com/office/drawing/2014/main" id="{C72F4FCB-795F-5CC3-AE9F-23B5E29F608E}"/>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547905BC-C28A-7DF6-B9DE-6952839508C1}"/>
              </a:ext>
            </a:extLst>
          </p:cNvPr>
          <p:cNvGrpSpPr/>
          <p:nvPr/>
        </p:nvGrpSpPr>
        <p:grpSpPr>
          <a:xfrm>
            <a:off x="12775478" y="9338435"/>
            <a:ext cx="847611" cy="310752"/>
            <a:chOff x="977900" y="9303259"/>
            <a:chExt cx="847611" cy="310752"/>
          </a:xfrm>
        </p:grpSpPr>
        <p:sp>
          <p:nvSpPr>
            <p:cNvPr id="275" name="Rectangle: Rounded Corners 274">
              <a:extLst>
                <a:ext uri="{FF2B5EF4-FFF2-40B4-BE49-F238E27FC236}">
                  <a16:creationId xmlns:a16="http://schemas.microsoft.com/office/drawing/2014/main" id="{E34C550E-C7E8-D8EF-05E2-C4986297A5EB}"/>
                </a:ext>
              </a:extLst>
            </p:cNvPr>
            <p:cNvSpPr/>
            <p:nvPr/>
          </p:nvSpPr>
          <p:spPr>
            <a:xfrm>
              <a:off x="977900"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276" name="Arrow: Down 275">
              <a:extLst>
                <a:ext uri="{FF2B5EF4-FFF2-40B4-BE49-F238E27FC236}">
                  <a16:creationId xmlns:a16="http://schemas.microsoft.com/office/drawing/2014/main" id="{60C83694-3056-077F-76A7-467C616E32BD}"/>
                </a:ext>
              </a:extLst>
            </p:cNvPr>
            <p:cNvSpPr/>
            <p:nvPr/>
          </p:nvSpPr>
          <p:spPr>
            <a:xfrm rot="10800000">
              <a:off x="1584555"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9" name="Group 288">
            <a:extLst>
              <a:ext uri="{FF2B5EF4-FFF2-40B4-BE49-F238E27FC236}">
                <a16:creationId xmlns:a16="http://schemas.microsoft.com/office/drawing/2014/main" id="{6B4878FD-FB13-571A-18A6-CF80B0C76696}"/>
              </a:ext>
            </a:extLst>
          </p:cNvPr>
          <p:cNvGrpSpPr/>
          <p:nvPr/>
        </p:nvGrpSpPr>
        <p:grpSpPr>
          <a:xfrm>
            <a:off x="12775478" y="10895554"/>
            <a:ext cx="847611" cy="310928"/>
            <a:chOff x="1503088" y="10860378"/>
            <a:chExt cx="846866" cy="310928"/>
          </a:xfrm>
        </p:grpSpPr>
        <p:sp>
          <p:nvSpPr>
            <p:cNvPr id="290" name="Rectangle: Rounded Corners 289">
              <a:extLst>
                <a:ext uri="{FF2B5EF4-FFF2-40B4-BE49-F238E27FC236}">
                  <a16:creationId xmlns:a16="http://schemas.microsoft.com/office/drawing/2014/main" id="{EAAC4237-AB9A-762C-D62F-4DD567EF3330}"/>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291" name="Arrow: Down 290">
              <a:extLst>
                <a:ext uri="{FF2B5EF4-FFF2-40B4-BE49-F238E27FC236}">
                  <a16:creationId xmlns:a16="http://schemas.microsoft.com/office/drawing/2014/main" id="{7FF57F4A-4509-2AD2-4976-D02E1F6E2FD6}"/>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2" name="Arrow: Down 361">
            <a:extLst>
              <a:ext uri="{FF2B5EF4-FFF2-40B4-BE49-F238E27FC236}">
                <a16:creationId xmlns:a16="http://schemas.microsoft.com/office/drawing/2014/main" id="{297DF2FD-A487-4E0A-961D-D8D8E4DC145F}"/>
              </a:ext>
            </a:extLst>
          </p:cNvPr>
          <p:cNvSpPr/>
          <p:nvPr/>
        </p:nvSpPr>
        <p:spPr>
          <a:xfrm flipV="1">
            <a:off x="13354586" y="10904793"/>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Arrow: Down 362">
            <a:extLst>
              <a:ext uri="{FF2B5EF4-FFF2-40B4-BE49-F238E27FC236}">
                <a16:creationId xmlns:a16="http://schemas.microsoft.com/office/drawing/2014/main" id="{12A4AA0A-44C9-4CF9-8DD8-00B3C001E6C2}"/>
              </a:ext>
            </a:extLst>
          </p:cNvPr>
          <p:cNvSpPr/>
          <p:nvPr/>
        </p:nvSpPr>
        <p:spPr>
          <a:xfrm rot="10800000" flipV="1">
            <a:off x="17533593" y="10921859"/>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Rounded Corners 358">
            <a:extLst>
              <a:ext uri="{FF2B5EF4-FFF2-40B4-BE49-F238E27FC236}">
                <a16:creationId xmlns:a16="http://schemas.microsoft.com/office/drawing/2014/main" id="{5357C98F-9973-4BE5-A41D-354D293713EF}"/>
              </a:ext>
            </a:extLst>
          </p:cNvPr>
          <p:cNvSpPr/>
          <p:nvPr/>
        </p:nvSpPr>
        <p:spPr>
          <a:xfrm>
            <a:off x="9960436" y="3059678"/>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Rounded Corners 360">
            <a:extLst>
              <a:ext uri="{FF2B5EF4-FFF2-40B4-BE49-F238E27FC236}">
                <a16:creationId xmlns:a16="http://schemas.microsoft.com/office/drawing/2014/main" id="{28FB5A69-B6E2-4026-BB41-8BACD2697AF0}"/>
              </a:ext>
            </a:extLst>
          </p:cNvPr>
          <p:cNvSpPr/>
          <p:nvPr/>
        </p:nvSpPr>
        <p:spPr>
          <a:xfrm>
            <a:off x="9960436" y="4617767"/>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Rounded Corners 363">
            <a:extLst>
              <a:ext uri="{FF2B5EF4-FFF2-40B4-BE49-F238E27FC236}">
                <a16:creationId xmlns:a16="http://schemas.microsoft.com/office/drawing/2014/main" id="{5D7C9587-565E-4A55-ACE8-947245F33FD5}"/>
              </a:ext>
            </a:extLst>
          </p:cNvPr>
          <p:cNvSpPr/>
          <p:nvPr/>
        </p:nvSpPr>
        <p:spPr>
          <a:xfrm>
            <a:off x="9960436" y="6175856"/>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Rounded Corners 364">
            <a:extLst>
              <a:ext uri="{FF2B5EF4-FFF2-40B4-BE49-F238E27FC236}">
                <a16:creationId xmlns:a16="http://schemas.microsoft.com/office/drawing/2014/main" id="{858837B3-6F58-437C-88DD-5B35F9E479BC}"/>
              </a:ext>
            </a:extLst>
          </p:cNvPr>
          <p:cNvSpPr/>
          <p:nvPr/>
        </p:nvSpPr>
        <p:spPr>
          <a:xfrm>
            <a:off x="9960436" y="7733945"/>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Rounded Corners 365">
            <a:extLst>
              <a:ext uri="{FF2B5EF4-FFF2-40B4-BE49-F238E27FC236}">
                <a16:creationId xmlns:a16="http://schemas.microsoft.com/office/drawing/2014/main" id="{7B5CC64E-7D3D-4DA4-970B-A43A287BD81C}"/>
              </a:ext>
            </a:extLst>
          </p:cNvPr>
          <p:cNvSpPr/>
          <p:nvPr/>
        </p:nvSpPr>
        <p:spPr>
          <a:xfrm>
            <a:off x="9960436" y="929203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Rounded Corners 366">
            <a:extLst>
              <a:ext uri="{FF2B5EF4-FFF2-40B4-BE49-F238E27FC236}">
                <a16:creationId xmlns:a16="http://schemas.microsoft.com/office/drawing/2014/main" id="{935E0495-4B46-4CCE-B6AD-EF00B8F1221E}"/>
              </a:ext>
            </a:extLst>
          </p:cNvPr>
          <p:cNvSpPr/>
          <p:nvPr/>
        </p:nvSpPr>
        <p:spPr>
          <a:xfrm>
            <a:off x="9960436" y="10850125"/>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TextBox 367">
            <a:extLst>
              <a:ext uri="{FF2B5EF4-FFF2-40B4-BE49-F238E27FC236}">
                <a16:creationId xmlns:a16="http://schemas.microsoft.com/office/drawing/2014/main" id="{559BD6A4-90AF-4214-A5D4-485CF5FF0F9E}"/>
              </a:ext>
            </a:extLst>
          </p:cNvPr>
          <p:cNvSpPr txBox="1"/>
          <p:nvPr/>
        </p:nvSpPr>
        <p:spPr>
          <a:xfrm>
            <a:off x="10166547" y="2503858"/>
            <a:ext cx="1211402" cy="338554"/>
          </a:xfrm>
          <a:prstGeom prst="rect">
            <a:avLst/>
          </a:prstGeom>
          <a:noFill/>
        </p:spPr>
        <p:txBody>
          <a:bodyPr wrap="square" rtlCol="0">
            <a:spAutoFit/>
          </a:bodyPr>
          <a:lstStyle/>
          <a:p>
            <a:pPr algn="ctr"/>
            <a:r>
              <a:rPr lang="ar-SA" sz="1600" b="1">
                <a:solidFill>
                  <a:srgbClr val="106946"/>
                </a:solidFill>
                <a:latin typeface="Bahij TheSansArabic Bold" panose="02040503050201020203" charset="-78"/>
                <a:cs typeface="Bahij TheSansArabic Bold" panose="02040503050201020203" charset="-78"/>
              </a:rPr>
              <a:t>الإجمالي</a:t>
            </a:r>
            <a:endParaRPr lang="en-US" sz="1600" b="1">
              <a:solidFill>
                <a:srgbClr val="106946"/>
              </a:solidFill>
              <a:latin typeface="Bahij TheSansArabic Bold" panose="02040503050201020203" charset="-78"/>
              <a:cs typeface="Bahij TheSansArabic Bold" panose="02040503050201020203" charset="-78"/>
            </a:endParaRPr>
          </a:p>
        </p:txBody>
      </p:sp>
      <p:graphicFrame>
        <p:nvGraphicFramePr>
          <p:cNvPr id="369" name="Chart 368">
            <a:extLst>
              <a:ext uri="{FF2B5EF4-FFF2-40B4-BE49-F238E27FC236}">
                <a16:creationId xmlns:a16="http://schemas.microsoft.com/office/drawing/2014/main" id="{22B26B92-0135-4FA1-A293-5785995289AC}"/>
              </a:ext>
            </a:extLst>
          </p:cNvPr>
          <p:cNvGraphicFramePr>
            <a:graphicFrameLocks noChangeAspect="1"/>
          </p:cNvGraphicFramePr>
          <p:nvPr>
            <p:extLst>
              <p:ext uri="{D42A27DB-BD31-4B8C-83A1-F6EECF244321}">
                <p14:modId xmlns:p14="http://schemas.microsoft.com/office/powerpoint/2010/main" val="3629052449"/>
              </p:ext>
            </p:extLst>
          </p:nvPr>
        </p:nvGraphicFramePr>
        <p:xfrm>
          <a:off x="9980223" y="2389010"/>
          <a:ext cx="1634354" cy="10276941"/>
        </p:xfrm>
        <a:graphic>
          <a:graphicData uri="http://schemas.openxmlformats.org/drawingml/2006/chart">
            <c:chart xmlns:c="http://schemas.openxmlformats.org/drawingml/2006/chart" xmlns:r="http://schemas.openxmlformats.org/officeDocument/2006/relationships" r:id="rId8"/>
          </a:graphicData>
        </a:graphic>
      </p:graphicFrame>
      <p:grpSp>
        <p:nvGrpSpPr>
          <p:cNvPr id="370" name="Group 369">
            <a:extLst>
              <a:ext uri="{FF2B5EF4-FFF2-40B4-BE49-F238E27FC236}">
                <a16:creationId xmlns:a16="http://schemas.microsoft.com/office/drawing/2014/main" id="{A0EAD65E-6E24-4619-BC4E-54D189F68667}"/>
              </a:ext>
            </a:extLst>
          </p:cNvPr>
          <p:cNvGrpSpPr/>
          <p:nvPr/>
        </p:nvGrpSpPr>
        <p:grpSpPr>
          <a:xfrm>
            <a:off x="10689996" y="3069014"/>
            <a:ext cx="847611" cy="316517"/>
            <a:chOff x="-6600343" y="3070054"/>
            <a:chExt cx="846866" cy="316517"/>
          </a:xfrm>
        </p:grpSpPr>
        <p:sp>
          <p:nvSpPr>
            <p:cNvPr id="371" name="Rectangle: Rounded Corners 370">
              <a:extLst>
                <a:ext uri="{FF2B5EF4-FFF2-40B4-BE49-F238E27FC236}">
                  <a16:creationId xmlns:a16="http://schemas.microsoft.com/office/drawing/2014/main" id="{1D1DAF71-750D-4036-90EF-BF98F8DDCCCE}"/>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a:t>
              </a:r>
            </a:p>
          </p:txBody>
        </p:sp>
        <p:sp>
          <p:nvSpPr>
            <p:cNvPr id="372" name="Arrow: Down 371">
              <a:extLst>
                <a:ext uri="{FF2B5EF4-FFF2-40B4-BE49-F238E27FC236}">
                  <a16:creationId xmlns:a16="http://schemas.microsoft.com/office/drawing/2014/main" id="{39DF7F4D-2904-4800-BCED-E88FF8CEB568}"/>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3" name="Group 372">
            <a:extLst>
              <a:ext uri="{FF2B5EF4-FFF2-40B4-BE49-F238E27FC236}">
                <a16:creationId xmlns:a16="http://schemas.microsoft.com/office/drawing/2014/main" id="{0DB391D6-C708-49E3-A023-6114FFDE62B6}"/>
              </a:ext>
            </a:extLst>
          </p:cNvPr>
          <p:cNvGrpSpPr/>
          <p:nvPr/>
        </p:nvGrpSpPr>
        <p:grpSpPr>
          <a:xfrm>
            <a:off x="10689996" y="4631899"/>
            <a:ext cx="847611" cy="310752"/>
            <a:chOff x="-6600343" y="4603178"/>
            <a:chExt cx="846866" cy="310752"/>
          </a:xfrm>
        </p:grpSpPr>
        <p:sp>
          <p:nvSpPr>
            <p:cNvPr id="374" name="Rectangle: Rounded Corners 373">
              <a:extLst>
                <a:ext uri="{FF2B5EF4-FFF2-40B4-BE49-F238E27FC236}">
                  <a16:creationId xmlns:a16="http://schemas.microsoft.com/office/drawing/2014/main" id="{8D67B281-074E-472B-ACBF-FBFF757BA7B4}"/>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a:t>
              </a:r>
            </a:p>
          </p:txBody>
        </p:sp>
        <p:sp>
          <p:nvSpPr>
            <p:cNvPr id="375" name="Arrow: Down 374">
              <a:extLst>
                <a:ext uri="{FF2B5EF4-FFF2-40B4-BE49-F238E27FC236}">
                  <a16:creationId xmlns:a16="http://schemas.microsoft.com/office/drawing/2014/main" id="{ED11C2BB-56AB-4DA7-BE2E-F7D33E02C343}"/>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6" name="Group 375">
            <a:extLst>
              <a:ext uri="{FF2B5EF4-FFF2-40B4-BE49-F238E27FC236}">
                <a16:creationId xmlns:a16="http://schemas.microsoft.com/office/drawing/2014/main" id="{3D01D444-4F2E-4341-A7D1-280B58D88B2A}"/>
              </a:ext>
            </a:extLst>
          </p:cNvPr>
          <p:cNvGrpSpPr/>
          <p:nvPr/>
        </p:nvGrpSpPr>
        <p:grpSpPr>
          <a:xfrm>
            <a:off x="10689996" y="6189019"/>
            <a:ext cx="847611" cy="310752"/>
            <a:chOff x="-6600343" y="6171548"/>
            <a:chExt cx="846866" cy="310752"/>
          </a:xfrm>
        </p:grpSpPr>
        <p:sp>
          <p:nvSpPr>
            <p:cNvPr id="377" name="Rectangle: Rounded Corners 376">
              <a:extLst>
                <a:ext uri="{FF2B5EF4-FFF2-40B4-BE49-F238E27FC236}">
                  <a16:creationId xmlns:a16="http://schemas.microsoft.com/office/drawing/2014/main" id="{D784ED6F-7ED9-4C7B-896B-771A90FFC1B9}"/>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33%</a:t>
              </a:r>
            </a:p>
          </p:txBody>
        </p:sp>
        <p:sp>
          <p:nvSpPr>
            <p:cNvPr id="378" name="Arrow: Down 377">
              <a:extLst>
                <a:ext uri="{FF2B5EF4-FFF2-40B4-BE49-F238E27FC236}">
                  <a16:creationId xmlns:a16="http://schemas.microsoft.com/office/drawing/2014/main" id="{8AC8EE4C-A8CE-448D-AABE-0156D1DF70C4}"/>
                </a:ext>
              </a:extLst>
            </p:cNvPr>
            <p:cNvSpPr/>
            <p:nvPr/>
          </p:nvSpPr>
          <p:spPr>
            <a:xfrm rot="10800000">
              <a:off x="-5996253" y="61776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9" name="Group 378">
            <a:extLst>
              <a:ext uri="{FF2B5EF4-FFF2-40B4-BE49-F238E27FC236}">
                <a16:creationId xmlns:a16="http://schemas.microsoft.com/office/drawing/2014/main" id="{0825C538-C546-4170-B78B-1B3C77E77551}"/>
              </a:ext>
            </a:extLst>
          </p:cNvPr>
          <p:cNvGrpSpPr/>
          <p:nvPr/>
        </p:nvGrpSpPr>
        <p:grpSpPr>
          <a:xfrm>
            <a:off x="10689996" y="7746139"/>
            <a:ext cx="847611" cy="310752"/>
            <a:chOff x="-6600343" y="7739918"/>
            <a:chExt cx="846866" cy="310752"/>
          </a:xfrm>
        </p:grpSpPr>
        <p:sp>
          <p:nvSpPr>
            <p:cNvPr id="380" name="Rectangle: Rounded Corners 379">
              <a:extLst>
                <a:ext uri="{FF2B5EF4-FFF2-40B4-BE49-F238E27FC236}">
                  <a16:creationId xmlns:a16="http://schemas.microsoft.com/office/drawing/2014/main" id="{069EE34A-FC9F-438F-BEF2-22F19CE763D8}"/>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-32%</a:t>
              </a:r>
            </a:p>
          </p:txBody>
        </p:sp>
        <p:sp>
          <p:nvSpPr>
            <p:cNvPr id="381" name="Arrow: Down 380">
              <a:extLst>
                <a:ext uri="{FF2B5EF4-FFF2-40B4-BE49-F238E27FC236}">
                  <a16:creationId xmlns:a16="http://schemas.microsoft.com/office/drawing/2014/main" id="{46F1BE54-2764-42FB-B74F-02D378F072CF}"/>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a:extLst>
              <a:ext uri="{FF2B5EF4-FFF2-40B4-BE49-F238E27FC236}">
                <a16:creationId xmlns:a16="http://schemas.microsoft.com/office/drawing/2014/main" id="{ED6573FB-E162-4C2D-8C85-746491751D49}"/>
              </a:ext>
            </a:extLst>
          </p:cNvPr>
          <p:cNvGrpSpPr/>
          <p:nvPr/>
        </p:nvGrpSpPr>
        <p:grpSpPr>
          <a:xfrm>
            <a:off x="10689996" y="9303259"/>
            <a:ext cx="847611" cy="310752"/>
            <a:chOff x="6117941" y="9303259"/>
            <a:chExt cx="847611" cy="310752"/>
          </a:xfrm>
        </p:grpSpPr>
        <p:sp>
          <p:nvSpPr>
            <p:cNvPr id="383" name="Rectangle: Rounded Corners 382">
              <a:extLst>
                <a:ext uri="{FF2B5EF4-FFF2-40B4-BE49-F238E27FC236}">
                  <a16:creationId xmlns:a16="http://schemas.microsoft.com/office/drawing/2014/main" id="{2FE94F3D-002E-4E01-8EFB-D146F7AB4FE0}"/>
                </a:ext>
              </a:extLst>
            </p:cNvPr>
            <p:cNvSpPr/>
            <p:nvPr/>
          </p:nvSpPr>
          <p:spPr>
            <a:xfrm>
              <a:off x="6117941"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384" name="Arrow: Down 383">
              <a:extLst>
                <a:ext uri="{FF2B5EF4-FFF2-40B4-BE49-F238E27FC236}">
                  <a16:creationId xmlns:a16="http://schemas.microsoft.com/office/drawing/2014/main" id="{F7A67BC6-4250-4961-BCC1-704FDD8C7D14}"/>
                </a:ext>
              </a:extLst>
            </p:cNvPr>
            <p:cNvSpPr/>
            <p:nvPr/>
          </p:nvSpPr>
          <p:spPr>
            <a:xfrm rot="10800000">
              <a:off x="6724596"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5" name="Group 384">
            <a:extLst>
              <a:ext uri="{FF2B5EF4-FFF2-40B4-BE49-F238E27FC236}">
                <a16:creationId xmlns:a16="http://schemas.microsoft.com/office/drawing/2014/main" id="{5AA0EAAF-720A-4EA0-BABA-79EB03765BFD}"/>
              </a:ext>
            </a:extLst>
          </p:cNvPr>
          <p:cNvGrpSpPr/>
          <p:nvPr/>
        </p:nvGrpSpPr>
        <p:grpSpPr>
          <a:xfrm>
            <a:off x="10689996" y="10860378"/>
            <a:ext cx="847611" cy="310928"/>
            <a:chOff x="1503088" y="10860378"/>
            <a:chExt cx="846866" cy="310928"/>
          </a:xfrm>
        </p:grpSpPr>
        <p:sp>
          <p:nvSpPr>
            <p:cNvPr id="386" name="Rectangle: Rounded Corners 385">
              <a:extLst>
                <a:ext uri="{FF2B5EF4-FFF2-40B4-BE49-F238E27FC236}">
                  <a16:creationId xmlns:a16="http://schemas.microsoft.com/office/drawing/2014/main" id="{26DCEEE1-6519-4C92-8C43-F08763A1ABC0}"/>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387" name="Arrow: Down 386">
              <a:extLst>
                <a:ext uri="{FF2B5EF4-FFF2-40B4-BE49-F238E27FC236}">
                  <a16:creationId xmlns:a16="http://schemas.microsoft.com/office/drawing/2014/main" id="{B5A55041-B5C9-48DA-8EB7-CBA213604C2D}"/>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8" name="Arrow: Down 387">
            <a:extLst>
              <a:ext uri="{FF2B5EF4-FFF2-40B4-BE49-F238E27FC236}">
                <a16:creationId xmlns:a16="http://schemas.microsoft.com/office/drawing/2014/main" id="{DF4AB646-79C9-48F4-BAD8-D85E8EFE15CE}"/>
              </a:ext>
            </a:extLst>
          </p:cNvPr>
          <p:cNvSpPr/>
          <p:nvPr/>
        </p:nvSpPr>
        <p:spPr>
          <a:xfrm flipV="1">
            <a:off x="11249568" y="10850123"/>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6" name="Group 415">
            <a:extLst>
              <a:ext uri="{FF2B5EF4-FFF2-40B4-BE49-F238E27FC236}">
                <a16:creationId xmlns:a16="http://schemas.microsoft.com/office/drawing/2014/main" id="{3C7FC7B0-CF8C-4E96-A914-E031C4DD1E9C}"/>
              </a:ext>
            </a:extLst>
          </p:cNvPr>
          <p:cNvGrpSpPr/>
          <p:nvPr/>
        </p:nvGrpSpPr>
        <p:grpSpPr>
          <a:xfrm>
            <a:off x="6819703" y="12285043"/>
            <a:ext cx="7660771" cy="353539"/>
            <a:chOff x="8533072" y="12285043"/>
            <a:chExt cx="7660771" cy="353539"/>
          </a:xfrm>
        </p:grpSpPr>
        <p:sp>
          <p:nvSpPr>
            <p:cNvPr id="417" name="TextBox 416">
              <a:extLst>
                <a:ext uri="{FF2B5EF4-FFF2-40B4-BE49-F238E27FC236}">
                  <a16:creationId xmlns:a16="http://schemas.microsoft.com/office/drawing/2014/main" id="{87874986-0C7B-4E3C-B433-F4AC6385E293}"/>
                </a:ext>
              </a:extLst>
            </p:cNvPr>
            <p:cNvSpPr txBox="1"/>
            <p:nvPr/>
          </p:nvSpPr>
          <p:spPr>
            <a:xfrm>
              <a:off x="12647295" y="12300028"/>
              <a:ext cx="1472071"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م</a:t>
              </a:r>
              <a:r>
                <a:rPr lang="ar-SA" sz="1600"/>
                <a:t>حصل </a:t>
              </a:r>
              <a:r>
                <a:rPr lang="ar-JO" sz="1600"/>
                <a:t>2026م</a:t>
              </a:r>
              <a:endParaRPr lang="ar-SA" sz="1600"/>
            </a:p>
          </p:txBody>
        </p:sp>
        <p:sp>
          <p:nvSpPr>
            <p:cNvPr id="418" name="Rectangle 417">
              <a:extLst>
                <a:ext uri="{FF2B5EF4-FFF2-40B4-BE49-F238E27FC236}">
                  <a16:creationId xmlns:a16="http://schemas.microsoft.com/office/drawing/2014/main" id="{F8E4317B-75E1-4645-8BA8-B6EB8108EAC1}"/>
                </a:ext>
              </a:extLst>
            </p:cNvPr>
            <p:cNvSpPr/>
            <p:nvPr/>
          </p:nvSpPr>
          <p:spPr>
            <a:xfrm>
              <a:off x="14096210" y="12393577"/>
              <a:ext cx="137160" cy="137160"/>
            </a:xfrm>
            <a:prstGeom prst="rect">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419" name="TextBox 418">
              <a:extLst>
                <a:ext uri="{FF2B5EF4-FFF2-40B4-BE49-F238E27FC236}">
                  <a16:creationId xmlns:a16="http://schemas.microsoft.com/office/drawing/2014/main" id="{9333048B-45DF-4EAC-B333-948AF627351A}"/>
                </a:ext>
              </a:extLst>
            </p:cNvPr>
            <p:cNvSpPr txBox="1"/>
            <p:nvPr/>
          </p:nvSpPr>
          <p:spPr>
            <a:xfrm>
              <a:off x="8533072" y="12285043"/>
              <a:ext cx="3955187"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نسبة</a:t>
              </a:r>
              <a:r>
                <a:rPr lang="ar-SA" sz="1600"/>
                <a:t> المحصل </a:t>
              </a:r>
              <a:r>
                <a:rPr lang="ar-JO" sz="1600"/>
                <a:t>من المستهدف</a:t>
              </a:r>
              <a:r>
                <a:rPr lang="ar-SA" sz="1600"/>
                <a:t> </a:t>
              </a:r>
              <a:r>
                <a:rPr lang="ar-JO" sz="1600"/>
                <a:t>لسنة 2026م</a:t>
              </a:r>
              <a:endParaRPr lang="ar-SA" sz="1600"/>
            </a:p>
          </p:txBody>
        </p:sp>
        <p:sp>
          <p:nvSpPr>
            <p:cNvPr id="420" name="Rectangle 419">
              <a:extLst>
                <a:ext uri="{FF2B5EF4-FFF2-40B4-BE49-F238E27FC236}">
                  <a16:creationId xmlns:a16="http://schemas.microsoft.com/office/drawing/2014/main" id="{E796A27E-7309-4916-96E0-40075F0943E7}"/>
                </a:ext>
              </a:extLst>
            </p:cNvPr>
            <p:cNvSpPr/>
            <p:nvPr/>
          </p:nvSpPr>
          <p:spPr>
            <a:xfrm>
              <a:off x="12478652" y="12378592"/>
              <a:ext cx="137160" cy="137160"/>
            </a:xfrm>
            <a:prstGeom prst="rect">
              <a:avLst/>
            </a:prstGeom>
            <a:solidFill>
              <a:srgbClr val="0168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421" name="TextBox 420">
              <a:extLst>
                <a:ext uri="{FF2B5EF4-FFF2-40B4-BE49-F238E27FC236}">
                  <a16:creationId xmlns:a16="http://schemas.microsoft.com/office/drawing/2014/main" id="{B3DCC269-5BCA-4EB8-B0BC-213964409F60}"/>
                </a:ext>
              </a:extLst>
            </p:cNvPr>
            <p:cNvSpPr txBox="1"/>
            <p:nvPr/>
          </p:nvSpPr>
          <p:spPr>
            <a:xfrm>
              <a:off x="14335133" y="12286167"/>
              <a:ext cx="1731158"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مستهدف</a:t>
              </a:r>
              <a:r>
                <a:rPr lang="ar-SA" sz="1600"/>
                <a:t> </a:t>
              </a:r>
              <a:r>
                <a:rPr lang="ar-JO" sz="1600"/>
                <a:t>2026م</a:t>
              </a:r>
              <a:endParaRPr lang="ar-SA" sz="1600"/>
            </a:p>
          </p:txBody>
        </p:sp>
        <p:sp>
          <p:nvSpPr>
            <p:cNvPr id="422" name="Rectangle 421">
              <a:extLst>
                <a:ext uri="{FF2B5EF4-FFF2-40B4-BE49-F238E27FC236}">
                  <a16:creationId xmlns:a16="http://schemas.microsoft.com/office/drawing/2014/main" id="{41D48E0D-200D-4C0C-91FB-826F46F59588}"/>
                </a:ext>
              </a:extLst>
            </p:cNvPr>
            <p:cNvSpPr/>
            <p:nvPr/>
          </p:nvSpPr>
          <p:spPr>
            <a:xfrm>
              <a:off x="16056683" y="12379716"/>
              <a:ext cx="137160" cy="13716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grpSp>
      <p:sp>
        <p:nvSpPr>
          <p:cNvPr id="201" name="Rectangle: Rounded Corners 200">
            <a:extLst>
              <a:ext uri="{FF2B5EF4-FFF2-40B4-BE49-F238E27FC236}">
                <a16:creationId xmlns:a16="http://schemas.microsoft.com/office/drawing/2014/main" id="{CC441551-6BE9-449E-924D-075087731CFA}"/>
              </a:ext>
            </a:extLst>
          </p:cNvPr>
          <p:cNvSpPr/>
          <p:nvPr/>
        </p:nvSpPr>
        <p:spPr>
          <a:xfrm>
            <a:off x="371899" y="3079092"/>
            <a:ext cx="6948109" cy="1538675"/>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TextBox 201">
            <a:extLst>
              <a:ext uri="{FF2B5EF4-FFF2-40B4-BE49-F238E27FC236}">
                <a16:creationId xmlns:a16="http://schemas.microsoft.com/office/drawing/2014/main" id="{D1386BBA-1F2E-43B1-A022-DB455A7EF5AD}"/>
              </a:ext>
            </a:extLst>
          </p:cNvPr>
          <p:cNvSpPr txBox="1"/>
          <p:nvPr/>
        </p:nvSpPr>
        <p:spPr>
          <a:xfrm>
            <a:off x="1005378" y="2651007"/>
            <a:ext cx="5338274" cy="461665"/>
          </a:xfrm>
          <a:prstGeom prst="rect">
            <a:avLst/>
          </a:prstGeom>
          <a:noFill/>
        </p:spPr>
        <p:txBody>
          <a:bodyPr wrap="square" rtlCol="0">
            <a:spAutoFit/>
          </a:bodyPr>
          <a:lstStyle/>
          <a:p>
            <a:pPr algn="ctr"/>
            <a:r>
              <a:rPr lang="ar-SA" sz="2400" b="1">
                <a:solidFill>
                  <a:srgbClr val="106946"/>
                </a:solidFill>
                <a:latin typeface="Bahij TheSansArabic Bold" panose="02040503050201020203" charset="-78"/>
                <a:cs typeface="Bahij TheSansArabic Bold" panose="02040503050201020203" charset="-78"/>
              </a:rPr>
              <a:t>الإجمالي الكلي</a:t>
            </a:r>
            <a:endParaRPr lang="en-US" sz="2400" b="1">
              <a:solidFill>
                <a:srgbClr val="106946"/>
              </a:solidFill>
              <a:latin typeface="Bahij TheSansArabic Bold" panose="02040503050201020203" charset="-78"/>
              <a:cs typeface="Bahij TheSansArabic Bold" panose="02040503050201020203" charset="-78"/>
            </a:endParaRPr>
          </a:p>
        </p:txBody>
      </p:sp>
      <p:grpSp>
        <p:nvGrpSpPr>
          <p:cNvPr id="203" name="Group 202">
            <a:extLst>
              <a:ext uri="{FF2B5EF4-FFF2-40B4-BE49-F238E27FC236}">
                <a16:creationId xmlns:a16="http://schemas.microsoft.com/office/drawing/2014/main" id="{3F34B63E-CF59-49CF-BCB8-5F600C89639C}"/>
              </a:ext>
            </a:extLst>
          </p:cNvPr>
          <p:cNvGrpSpPr/>
          <p:nvPr/>
        </p:nvGrpSpPr>
        <p:grpSpPr>
          <a:xfrm>
            <a:off x="5366842" y="3088428"/>
            <a:ext cx="1953620" cy="518336"/>
            <a:chOff x="-6600343" y="3070054"/>
            <a:chExt cx="846866" cy="326513"/>
          </a:xfrm>
        </p:grpSpPr>
        <p:sp>
          <p:nvSpPr>
            <p:cNvPr id="204" name="Rectangle: Rounded Corners 203">
              <a:extLst>
                <a:ext uri="{FF2B5EF4-FFF2-40B4-BE49-F238E27FC236}">
                  <a16:creationId xmlns:a16="http://schemas.microsoft.com/office/drawing/2014/main" id="{27335556-057E-4B96-89B4-552F701399C9}"/>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sz="2400">
                  <a:solidFill>
                    <a:schemeClr val="bg1"/>
                  </a:solidFill>
                  <a:latin typeface="Bahij TheSansArabic Bold" panose="02040503050201020203" charset="-78"/>
                  <a:cs typeface="Bahij TheSansArabic Bold" panose="02040503050201020203" charset="-78"/>
                </a:rPr>
                <a:t>0%</a:t>
              </a:r>
            </a:p>
          </p:txBody>
        </p:sp>
        <p:sp>
          <p:nvSpPr>
            <p:cNvPr id="205" name="Arrow: Down 204">
              <a:extLst>
                <a:ext uri="{FF2B5EF4-FFF2-40B4-BE49-F238E27FC236}">
                  <a16:creationId xmlns:a16="http://schemas.microsoft.com/office/drawing/2014/main" id="{E6AEA038-084A-474A-8407-230122B5F67A}"/>
                </a:ext>
              </a:extLst>
            </p:cNvPr>
            <p:cNvSpPr/>
            <p:nvPr/>
          </p:nvSpPr>
          <p:spPr>
            <a:xfrm rot="10800000">
              <a:off x="-5913236" y="3094297"/>
              <a:ext cx="151637" cy="302270"/>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6" name="Chart 205">
            <a:extLst>
              <a:ext uri="{FF2B5EF4-FFF2-40B4-BE49-F238E27FC236}">
                <a16:creationId xmlns:a16="http://schemas.microsoft.com/office/drawing/2014/main" id="{FC247DD4-CDB5-4627-AF24-A5A2E29E7B84}"/>
              </a:ext>
            </a:extLst>
          </p:cNvPr>
          <p:cNvGraphicFramePr>
            <a:graphicFrameLocks noChangeAspect="1"/>
          </p:cNvGraphicFramePr>
          <p:nvPr>
            <p:extLst>
              <p:ext uri="{D42A27DB-BD31-4B8C-83A1-F6EECF244321}">
                <p14:modId xmlns:p14="http://schemas.microsoft.com/office/powerpoint/2010/main" val="2406762207"/>
              </p:ext>
            </p:extLst>
          </p:nvPr>
        </p:nvGraphicFramePr>
        <p:xfrm>
          <a:off x="377249" y="3086776"/>
          <a:ext cx="7053703" cy="1985515"/>
        </p:xfrm>
        <a:graphic>
          <a:graphicData uri="http://schemas.openxmlformats.org/drawingml/2006/chart">
            <c:chart xmlns:c="http://schemas.openxmlformats.org/drawingml/2006/chart" xmlns:r="http://schemas.openxmlformats.org/officeDocument/2006/relationships" r:id="rId9"/>
          </a:graphicData>
        </a:graphic>
      </p:graphicFrame>
      <p:grpSp>
        <p:nvGrpSpPr>
          <p:cNvPr id="207" name="Group 206">
            <a:extLst>
              <a:ext uri="{FF2B5EF4-FFF2-40B4-BE49-F238E27FC236}">
                <a16:creationId xmlns:a16="http://schemas.microsoft.com/office/drawing/2014/main" id="{D8686071-66BC-4B62-B34E-0E54E082DC0E}"/>
              </a:ext>
            </a:extLst>
          </p:cNvPr>
          <p:cNvGrpSpPr/>
          <p:nvPr/>
        </p:nvGrpSpPr>
        <p:grpSpPr>
          <a:xfrm>
            <a:off x="436451" y="5836634"/>
            <a:ext cx="6809448" cy="6278855"/>
            <a:chOff x="12946824" y="9476819"/>
            <a:chExt cx="11234286" cy="3109028"/>
          </a:xfrm>
        </p:grpSpPr>
        <p:sp>
          <p:nvSpPr>
            <p:cNvPr id="208" name="Rectangle: Rounded Corners 207">
              <a:extLst>
                <a:ext uri="{FF2B5EF4-FFF2-40B4-BE49-F238E27FC236}">
                  <a16:creationId xmlns:a16="http://schemas.microsoft.com/office/drawing/2014/main" id="{9A9D702A-3797-4C14-8BB5-DCE53B905E92}"/>
                </a:ext>
              </a:extLst>
            </p:cNvPr>
            <p:cNvSpPr/>
            <p:nvPr/>
          </p:nvSpPr>
          <p:spPr>
            <a:xfrm>
              <a:off x="12946824" y="9476819"/>
              <a:ext cx="11234286" cy="2922951"/>
            </a:xfrm>
            <a:prstGeom prst="roundRect">
              <a:avLst>
                <a:gd name="adj" fmla="val 522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09" name="TextBox 208">
              <a:extLst>
                <a:ext uri="{FF2B5EF4-FFF2-40B4-BE49-F238E27FC236}">
                  <a16:creationId xmlns:a16="http://schemas.microsoft.com/office/drawing/2014/main" id="{69F278D7-66DD-43FE-8BA4-981E91B72351}"/>
                </a:ext>
              </a:extLst>
            </p:cNvPr>
            <p:cNvSpPr txBox="1"/>
            <p:nvPr/>
          </p:nvSpPr>
          <p:spPr>
            <a:xfrm>
              <a:off x="13111567" y="10071277"/>
              <a:ext cx="10827240" cy="2514570"/>
            </a:xfrm>
            <a:prstGeom prst="rect">
              <a:avLst/>
            </a:prstGeom>
            <a:noFill/>
          </p:spPr>
          <p:txBody>
            <a:bodyPr wrap="square" rtlCol="1">
              <a:spAutoFit/>
            </a:bodyPr>
            <a:lstStyle/>
            <a:p>
              <a:pPr marL="285750" indent="-285750" algn="justLow" rtl="1">
                <a:buFont typeface="Arial" panose="020B0604020202020204" pitchFamily="34" charset="0"/>
                <a:buChar char="•"/>
              </a:pPr>
              <a:r>
                <a:rPr lang="ar-SA" sz="1800" b="1">
                  <a:solidFill>
                    <a:srgbClr val="01686A"/>
                  </a:solidFill>
                  <a:latin typeface="Bahij TheSansArabic Plain" panose="02040503050201020203" pitchFamily="18" charset="-78"/>
                  <a:cs typeface="Bahij TheSansArabic Plain" panose="02040503050201020203" pitchFamily="18" charset="-78"/>
                </a:rPr>
                <a:t>العوامل الخارجية:</a:t>
              </a:r>
            </a:p>
            <a:p>
              <a:pPr marL="285750" indent="-285750" algn="justLow" rtl="1">
                <a:buFont typeface="Arial" panose="020B0604020202020204" pitchFamily="34" charset="0"/>
                <a:buChar char="•"/>
              </a:pPr>
              <a:endParaRPr lang="ar-SA" sz="1800" b="1">
                <a:solidFill>
                  <a:srgbClr val="01686A"/>
                </a:solidFill>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تم العمل بنموذج </a:t>
              </a:r>
              <a:r>
                <a:rPr lang="ar-SA" sz="1800" b="1">
                  <a:latin typeface="Bahij TheSansArabic Plain" panose="02040503050201020203" pitchFamily="18" charset="-78"/>
                  <a:cs typeface="Bahij TheSansArabic Plain" panose="02040503050201020203" pitchFamily="18" charset="-78"/>
                </a:rPr>
                <a:t>هولت </a:t>
              </a:r>
              <a:r>
                <a:rPr lang="ar-SA" sz="1800" b="1" err="1">
                  <a:latin typeface="Bahij TheSansArabic Plain" panose="02040503050201020203" pitchFamily="18" charset="-78"/>
                  <a:cs typeface="Bahij TheSansArabic Plain" panose="02040503050201020203" pitchFamily="18" charset="-78"/>
                </a:rPr>
                <a:t>وينترز</a:t>
              </a:r>
              <a:r>
                <a:rPr lang="ar-SA" sz="1800" b="1">
                  <a:latin typeface="Bahij TheSansArabic Plain" panose="02040503050201020203" pitchFamily="18" charset="-78"/>
                  <a:cs typeface="Bahij TheSansArabic Plain" panose="02040503050201020203" pitchFamily="18" charset="-78"/>
                </a:rPr>
                <a:t>  </a:t>
              </a:r>
              <a:r>
                <a:rPr lang="ar-SA" sz="1800">
                  <a:latin typeface="Bahij TheSansArabic Plain" panose="02040503050201020203" pitchFamily="18" charset="-78"/>
                  <a:cs typeface="Bahij TheSansArabic Plain" panose="02040503050201020203" pitchFamily="18" charset="-78"/>
                </a:rPr>
                <a:t>هجين مبني على التوقع الأساس الكمي، مع تحويل العوامل الخارجية إلى نسب مئوية تُطبّق على كل نوع ايراد.</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ارتفاع الإيرادات الغير نفطية خلال النصف الأول من العام الحالي بشكل كبير عن المستهدف و حيث أن إيرادات القطع البلدي تشكل 24% منها.</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السياحة والفعاليات: موسم الرياض يبدأ ~أكتوبر، +18م زائر في 2024 وتأثير اقتصادي ~256 مليار ريال، رفع 15%  </a:t>
              </a:r>
              <a:r>
                <a:rPr lang="ar-SA" sz="1800" err="1">
                  <a:latin typeface="Bahij TheSansArabic Plain" panose="02040503050201020203" pitchFamily="18" charset="-78"/>
                  <a:cs typeface="Bahij TheSansArabic Plain" panose="02040503050201020203" pitchFamily="18" charset="-78"/>
                </a:rPr>
                <a:t>للتبويبات</a:t>
              </a:r>
              <a:r>
                <a:rPr lang="ar-SA" sz="1800">
                  <a:latin typeface="Bahij TheSansArabic Plain" panose="02040503050201020203" pitchFamily="18" charset="-78"/>
                  <a:cs typeface="Bahij TheSansArabic Plain" panose="02040503050201020203" pitchFamily="18" charset="-78"/>
                </a:rPr>
                <a:t> ذات الصلة بالتراخيص والتصاريح والإيواء والتبغ.</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عوامل اجتماعية: زيادة مشاركة المرأة وتغير الإنفاق) رفع طفيف ~5% لإيرادات المستهلك.</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endParaRPr lang="ar-SA" sz="1800">
                <a:latin typeface="Bahij TheSansArabic Plain" panose="02040503050201020203" pitchFamily="18" charset="-78"/>
                <a:cs typeface="Bahij TheSansArabic Plain" panose="02040503050201020203" pitchFamily="18" charset="-78"/>
              </a:endParaRPr>
            </a:p>
          </p:txBody>
        </p:sp>
      </p:grpSp>
      <p:sp>
        <p:nvSpPr>
          <p:cNvPr id="210" name="TextBox 209">
            <a:extLst>
              <a:ext uri="{FF2B5EF4-FFF2-40B4-BE49-F238E27FC236}">
                <a16:creationId xmlns:a16="http://schemas.microsoft.com/office/drawing/2014/main" id="{8D7E748E-5507-45CC-B9AA-785F4CE4D635}"/>
              </a:ext>
            </a:extLst>
          </p:cNvPr>
          <p:cNvSpPr txBox="1"/>
          <p:nvPr/>
        </p:nvSpPr>
        <p:spPr>
          <a:xfrm>
            <a:off x="1106486" y="6269831"/>
            <a:ext cx="5268254" cy="461665"/>
          </a:xfrm>
          <a:prstGeom prst="rect">
            <a:avLst/>
          </a:prstGeom>
          <a:noFill/>
        </p:spPr>
        <p:txBody>
          <a:bodyPr wrap="square" rtlCol="0">
            <a:spAutoFit/>
          </a:bodyPr>
          <a:lstStyle>
            <a:defPPr marR="0" lvl="0" algn="l" rtl="0">
              <a:lnSpc>
                <a:spcPct val="100000"/>
              </a:lnSpc>
              <a:spcBef>
                <a:spcPts val="0"/>
              </a:spcBef>
              <a:spcAft>
                <a:spcPts val="0"/>
              </a:spcAft>
            </a:defPPr>
            <a:lvl1pPr algn="ctr">
              <a:defRPr sz="1600">
                <a:solidFill>
                  <a:srgbClr val="106946"/>
                </a:solidFill>
                <a:latin typeface="Bahij TheSansArabic Bold" panose="02040503050201020203" charset="-78"/>
                <a:cs typeface="Bahij TheSansArabic Bold" panose="02040503050201020203" charset="-78"/>
              </a:defRPr>
            </a:lvl1pPr>
          </a:lstStyle>
          <a:p>
            <a:pPr algn="r"/>
            <a:r>
              <a:rPr lang="ar-SA" sz="2400">
                <a:solidFill>
                  <a:srgbClr val="00B050"/>
                </a:solidFill>
                <a:latin typeface="Bahij TheSansArabic Bold" panose="02040503050201020203" pitchFamily="18" charset="-78"/>
                <a:cs typeface="Bahij TheSansArabic Bold" panose="02040503050201020203" pitchFamily="18" charset="-78"/>
              </a:rPr>
              <a:t>منهجية تنبؤ بالربع الأخير من عام 2025</a:t>
            </a:r>
          </a:p>
        </p:txBody>
      </p:sp>
      <p:sp>
        <p:nvSpPr>
          <p:cNvPr id="211" name="Arrow: Down 210">
            <a:extLst>
              <a:ext uri="{FF2B5EF4-FFF2-40B4-BE49-F238E27FC236}">
                <a16:creationId xmlns:a16="http://schemas.microsoft.com/office/drawing/2014/main" id="{A8890B9E-90BF-4AD8-AB2A-1CBC883F2CBD}"/>
              </a:ext>
            </a:extLst>
          </p:cNvPr>
          <p:cNvSpPr/>
          <p:nvPr/>
        </p:nvSpPr>
        <p:spPr>
          <a:xfrm rot="10800000" flipV="1">
            <a:off x="19580318" y="10902860"/>
            <a:ext cx="234860"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996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8DBA1-EB05-F5A5-81C7-676B509E2F15}"/>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721FCA79-B689-3E5C-ED9B-34B1063C05B4}"/>
              </a:ext>
            </a:extLst>
          </p:cNvPr>
          <p:cNvSpPr/>
          <p:nvPr/>
        </p:nvSpPr>
        <p:spPr>
          <a:xfrm>
            <a:off x="115617" y="2279209"/>
            <a:ext cx="24020043" cy="10406156"/>
          </a:xfrm>
          <a:prstGeom prst="rect">
            <a:avLst/>
          </a:prstGeom>
          <a:solidFill>
            <a:srgbClr val="F5F5F5"/>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1AA1666-FA68-0FBD-24A5-DBD7AE6470F6}"/>
              </a:ext>
            </a:extLst>
          </p:cNvPr>
          <p:cNvGrpSpPr/>
          <p:nvPr/>
        </p:nvGrpSpPr>
        <p:grpSpPr>
          <a:xfrm>
            <a:off x="6688186" y="263023"/>
            <a:ext cx="17695824" cy="799889"/>
            <a:chOff x="6897658" y="1223860"/>
            <a:chExt cx="5473691" cy="430888"/>
          </a:xfrm>
        </p:grpSpPr>
        <p:grpSp>
          <p:nvGrpSpPr>
            <p:cNvPr id="13" name="Group 12">
              <a:extLst>
                <a:ext uri="{FF2B5EF4-FFF2-40B4-BE49-F238E27FC236}">
                  <a16:creationId xmlns:a16="http://schemas.microsoft.com/office/drawing/2014/main" id="{B077B9B0-E000-558F-4C96-FDDA0EC5B271}"/>
                </a:ext>
              </a:extLst>
            </p:cNvPr>
            <p:cNvGrpSpPr/>
            <p:nvPr/>
          </p:nvGrpSpPr>
          <p:grpSpPr>
            <a:xfrm>
              <a:off x="6897658" y="1223860"/>
              <a:ext cx="5473691" cy="430888"/>
              <a:chOff x="1533984" y="1062731"/>
              <a:chExt cx="10852794" cy="854330"/>
            </a:xfrm>
          </p:grpSpPr>
          <p:sp>
            <p:nvSpPr>
              <p:cNvPr id="14" name="Freeform 13">
                <a:extLst>
                  <a:ext uri="{FF2B5EF4-FFF2-40B4-BE49-F238E27FC236}">
                    <a16:creationId xmlns:a16="http://schemas.microsoft.com/office/drawing/2014/main" id="{43AEBF43-D85C-E14A-311F-917168516D90}"/>
                  </a:ext>
                </a:extLst>
              </p:cNvPr>
              <p:cNvSpPr/>
              <p:nvPr/>
            </p:nvSpPr>
            <p:spPr>
              <a:xfrm>
                <a:off x="4893052" y="1072296"/>
                <a:ext cx="7493726" cy="844765"/>
              </a:xfrm>
              <a:custGeom>
                <a:avLst/>
                <a:gdLst>
                  <a:gd name="connsiteX0" fmla="*/ 7493726 w 7493726"/>
                  <a:gd name="connsiteY0" fmla="*/ 0 h 844765"/>
                  <a:gd name="connsiteX1" fmla="*/ 7493726 w 7493726"/>
                  <a:gd name="connsiteY1" fmla="*/ 844765 h 844765"/>
                  <a:gd name="connsiteX2" fmla="*/ 0 w 7493726"/>
                  <a:gd name="connsiteY2" fmla="*/ 836298 h 844765"/>
                  <a:gd name="connsiteX3" fmla="*/ 508000 w 7493726"/>
                  <a:gd name="connsiteY3" fmla="*/ 16933 h 844765"/>
                  <a:gd name="connsiteX4" fmla="*/ 7493726 w 7493726"/>
                  <a:gd name="connsiteY4" fmla="*/ 0 h 844765"/>
                  <a:gd name="connsiteX5" fmla="*/ 690975 w 7493726"/>
                  <a:gd name="connsiteY5" fmla="*/ 105483 h 844765"/>
                  <a:gd name="connsiteX6" fmla="*/ 563975 w 7493726"/>
                  <a:gd name="connsiteY6" fmla="*/ 319779 h 844765"/>
                  <a:gd name="connsiteX7" fmla="*/ 817975 w 7493726"/>
                  <a:gd name="connsiteY7" fmla="*/ 319779 h 844765"/>
                  <a:gd name="connsiteX8" fmla="*/ 690975 w 7493726"/>
                  <a:gd name="connsiteY8" fmla="*/ 105483 h 844765"/>
                  <a:gd name="connsiteX9" fmla="*/ 256198 w 7493726"/>
                  <a:gd name="connsiteY9" fmla="*/ 515369 h 844765"/>
                  <a:gd name="connsiteX10" fmla="*/ 383198 w 7493726"/>
                  <a:gd name="connsiteY10" fmla="*/ 729665 h 844765"/>
                  <a:gd name="connsiteX11" fmla="*/ 510198 w 7493726"/>
                  <a:gd name="connsiteY11" fmla="*/ 515369 h 844765"/>
                  <a:gd name="connsiteX12" fmla="*/ 256198 w 7493726"/>
                  <a:gd name="connsiteY12" fmla="*/ 515369 h 84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93726" h="844765">
                    <a:moveTo>
                      <a:pt x="7493726" y="0"/>
                    </a:moveTo>
                    <a:lnTo>
                      <a:pt x="7493726" y="844765"/>
                    </a:lnTo>
                    <a:lnTo>
                      <a:pt x="0" y="836298"/>
                    </a:lnTo>
                    <a:lnTo>
                      <a:pt x="508000" y="16933"/>
                    </a:lnTo>
                    <a:lnTo>
                      <a:pt x="7493726" y="0"/>
                    </a:lnTo>
                    <a:close/>
                    <a:moveTo>
                      <a:pt x="690975" y="105483"/>
                    </a:moveTo>
                    <a:lnTo>
                      <a:pt x="563975" y="319779"/>
                    </a:lnTo>
                    <a:lnTo>
                      <a:pt x="817975" y="319779"/>
                    </a:lnTo>
                    <a:lnTo>
                      <a:pt x="690975" y="105483"/>
                    </a:lnTo>
                    <a:close/>
                    <a:moveTo>
                      <a:pt x="256198" y="515369"/>
                    </a:moveTo>
                    <a:lnTo>
                      <a:pt x="383198" y="729665"/>
                    </a:lnTo>
                    <a:lnTo>
                      <a:pt x="510198" y="515369"/>
                    </a:lnTo>
                    <a:lnTo>
                      <a:pt x="256198" y="515369"/>
                    </a:lnTo>
                    <a:close/>
                  </a:path>
                </a:pathLst>
              </a:cu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LB" sz="3608"/>
              </a:p>
            </p:txBody>
          </p:sp>
          <p:sp>
            <p:nvSpPr>
              <p:cNvPr id="15" name="Triangle 14">
                <a:extLst>
                  <a:ext uri="{FF2B5EF4-FFF2-40B4-BE49-F238E27FC236}">
                    <a16:creationId xmlns:a16="http://schemas.microsoft.com/office/drawing/2014/main" id="{971A2D07-8145-90A5-B6CC-2651DCC71C78}"/>
                  </a:ext>
                </a:extLst>
              </p:cNvPr>
              <p:cNvSpPr/>
              <p:nvPr/>
            </p:nvSpPr>
            <p:spPr>
              <a:xfrm>
                <a:off x="4703493"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6" name="Triangle 15">
                <a:extLst>
                  <a:ext uri="{FF2B5EF4-FFF2-40B4-BE49-F238E27FC236}">
                    <a16:creationId xmlns:a16="http://schemas.microsoft.com/office/drawing/2014/main" id="{A3A0A86C-7A03-6BE9-10B4-6C131016B2A1}"/>
                  </a:ext>
                </a:extLst>
              </p:cNvPr>
              <p:cNvSpPr/>
              <p:nvPr/>
            </p:nvSpPr>
            <p:spPr>
              <a:xfrm>
                <a:off x="3535093"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7" name="Triangle 16">
                <a:extLst>
                  <a:ext uri="{FF2B5EF4-FFF2-40B4-BE49-F238E27FC236}">
                    <a16:creationId xmlns:a16="http://schemas.microsoft.com/office/drawing/2014/main" id="{60505BCC-68E6-C3E2-1E15-4B0D96BCFC05}"/>
                  </a:ext>
                </a:extLst>
              </p:cNvPr>
              <p:cNvSpPr/>
              <p:nvPr/>
            </p:nvSpPr>
            <p:spPr>
              <a:xfrm>
                <a:off x="2375160" y="1177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8" name="Triangle 17">
                <a:extLst>
                  <a:ext uri="{FF2B5EF4-FFF2-40B4-BE49-F238E27FC236}">
                    <a16:creationId xmlns:a16="http://schemas.microsoft.com/office/drawing/2014/main" id="{5F9BEA0D-604B-CEF5-3C7B-DBBB37AD871C}"/>
                  </a:ext>
                </a:extLst>
              </p:cNvPr>
              <p:cNvSpPr/>
              <p:nvPr/>
            </p:nvSpPr>
            <p:spPr>
              <a:xfrm rot="10800000">
                <a:off x="4404184"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19" name="Triangle 18">
                <a:extLst>
                  <a:ext uri="{FF2B5EF4-FFF2-40B4-BE49-F238E27FC236}">
                    <a16:creationId xmlns:a16="http://schemas.microsoft.com/office/drawing/2014/main" id="{5EA82A37-70C7-5527-5353-42652B1479D9}"/>
                  </a:ext>
                </a:extLst>
              </p:cNvPr>
              <p:cNvSpPr/>
              <p:nvPr/>
            </p:nvSpPr>
            <p:spPr>
              <a:xfrm rot="10800000">
                <a:off x="2660051"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0" name="Triangle 19">
                <a:extLst>
                  <a:ext uri="{FF2B5EF4-FFF2-40B4-BE49-F238E27FC236}">
                    <a16:creationId xmlns:a16="http://schemas.microsoft.com/office/drawing/2014/main" id="{F97C3E02-72F4-6D04-133C-A0DFEDBD3441}"/>
                  </a:ext>
                </a:extLst>
              </p:cNvPr>
              <p:cNvSpPr/>
              <p:nvPr/>
            </p:nvSpPr>
            <p:spPr>
              <a:xfrm rot="10800000">
                <a:off x="1533984" y="1587665"/>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1" name="Triangle 20">
                <a:extLst>
                  <a:ext uri="{FF2B5EF4-FFF2-40B4-BE49-F238E27FC236}">
                    <a16:creationId xmlns:a16="http://schemas.microsoft.com/office/drawing/2014/main" id="{6682F398-CA34-8C50-5EB0-7A89436F0811}"/>
                  </a:ext>
                </a:extLst>
              </p:cNvPr>
              <p:cNvSpPr/>
              <p:nvPr/>
            </p:nvSpPr>
            <p:spPr>
              <a:xfrm>
                <a:off x="2900093" y="1685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2" name="Triangle 21">
                <a:extLst>
                  <a:ext uri="{FF2B5EF4-FFF2-40B4-BE49-F238E27FC236}">
                    <a16:creationId xmlns:a16="http://schemas.microsoft.com/office/drawing/2014/main" id="{724B218E-B970-C895-FE75-CB461BB5BD59}"/>
                  </a:ext>
                </a:extLst>
              </p:cNvPr>
              <p:cNvSpPr/>
              <p:nvPr/>
            </p:nvSpPr>
            <p:spPr>
              <a:xfrm>
                <a:off x="4127759" y="1685779"/>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3" name="Triangle 22">
                <a:extLst>
                  <a:ext uri="{FF2B5EF4-FFF2-40B4-BE49-F238E27FC236}">
                    <a16:creationId xmlns:a16="http://schemas.microsoft.com/office/drawing/2014/main" id="{53D5A865-70C6-51F1-FB5E-CE3D00F567AB}"/>
                  </a:ext>
                </a:extLst>
              </p:cNvPr>
              <p:cNvSpPr/>
              <p:nvPr/>
            </p:nvSpPr>
            <p:spPr>
              <a:xfrm rot="10800000">
                <a:off x="4404184" y="1062731"/>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sp>
            <p:nvSpPr>
              <p:cNvPr id="24" name="Triangle 23">
                <a:extLst>
                  <a:ext uri="{FF2B5EF4-FFF2-40B4-BE49-F238E27FC236}">
                    <a16:creationId xmlns:a16="http://schemas.microsoft.com/office/drawing/2014/main" id="{B5B815C1-5E26-6603-DED0-9459C7E19A83}"/>
                  </a:ext>
                </a:extLst>
              </p:cNvPr>
              <p:cNvSpPr/>
              <p:nvPr/>
            </p:nvSpPr>
            <p:spPr>
              <a:xfrm rot="10800000">
                <a:off x="4988384" y="1062731"/>
                <a:ext cx="254000" cy="214296"/>
              </a:xfrm>
              <a:prstGeom prst="triangle">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LB" sz="3608"/>
              </a:p>
            </p:txBody>
          </p:sp>
        </p:grpSp>
        <p:sp>
          <p:nvSpPr>
            <p:cNvPr id="3" name="TextBox 2">
              <a:extLst>
                <a:ext uri="{FF2B5EF4-FFF2-40B4-BE49-F238E27FC236}">
                  <a16:creationId xmlns:a16="http://schemas.microsoft.com/office/drawing/2014/main" id="{D390DDCD-CC36-5797-C43D-3229F88E660A}"/>
                </a:ext>
              </a:extLst>
            </p:cNvPr>
            <p:cNvSpPr txBox="1"/>
            <p:nvPr/>
          </p:nvSpPr>
          <p:spPr>
            <a:xfrm>
              <a:off x="9033163" y="1296547"/>
              <a:ext cx="3250365" cy="281851"/>
            </a:xfrm>
            <a:prstGeom prst="rect">
              <a:avLst/>
            </a:prstGeom>
            <a:noFill/>
          </p:spPr>
          <p:txBody>
            <a:bodyPr wrap="square">
              <a:spAutoFit/>
            </a:bodyPr>
            <a:lstStyle/>
            <a:p>
              <a:pPr algn="justLow" defTabSz="916000" rtl="1">
                <a:buClr>
                  <a:prstClr val="white"/>
                </a:buClr>
                <a:buSzPts val="3600"/>
              </a:pPr>
              <a:r>
                <a:rPr lang="ar-SA" sz="2800" kern="1200">
                  <a:solidFill>
                    <a:schemeClr val="bg1"/>
                  </a:solidFill>
                  <a:latin typeface="Bahij TheSansArabic ExtraBold" panose="02040503050201020203" pitchFamily="18" charset="-78"/>
                  <a:ea typeface="Cairo"/>
                  <a:cs typeface="Bahij TheSansArabic ExtraBold" panose="02040503050201020203" pitchFamily="18" charset="-78"/>
                  <a:sym typeface="Cairo"/>
                </a:rPr>
                <a:t>السيناريو الثاني لإقفال الإيرادات لعام 2026م</a:t>
              </a:r>
            </a:p>
          </p:txBody>
        </p:sp>
      </p:grpSp>
      <p:grpSp>
        <p:nvGrpSpPr>
          <p:cNvPr id="9" name="Group 8">
            <a:extLst>
              <a:ext uri="{FF2B5EF4-FFF2-40B4-BE49-F238E27FC236}">
                <a16:creationId xmlns:a16="http://schemas.microsoft.com/office/drawing/2014/main" id="{10C3D75E-B75F-7E68-E172-2AA3590F7A64}"/>
              </a:ext>
            </a:extLst>
          </p:cNvPr>
          <p:cNvGrpSpPr/>
          <p:nvPr/>
        </p:nvGrpSpPr>
        <p:grpSpPr>
          <a:xfrm>
            <a:off x="20831844" y="3059678"/>
            <a:ext cx="3276517" cy="9055808"/>
            <a:chOff x="9310448" y="3059678"/>
            <a:chExt cx="3276517" cy="9055808"/>
          </a:xfrm>
        </p:grpSpPr>
        <p:sp>
          <p:nvSpPr>
            <p:cNvPr id="37" name="Rectangle: Rounded Corners 36">
              <a:extLst>
                <a:ext uri="{FF2B5EF4-FFF2-40B4-BE49-F238E27FC236}">
                  <a16:creationId xmlns:a16="http://schemas.microsoft.com/office/drawing/2014/main" id="{C9077164-D877-8FDB-E22C-81488092DE7D}"/>
                </a:ext>
              </a:extLst>
            </p:cNvPr>
            <p:cNvSpPr/>
            <p:nvPr/>
          </p:nvSpPr>
          <p:spPr>
            <a:xfrm>
              <a:off x="9413204" y="3059678"/>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CA26CD73-124D-B2FC-A726-8FD0FFB4D885}"/>
                </a:ext>
              </a:extLst>
            </p:cNvPr>
            <p:cNvSpPr/>
            <p:nvPr/>
          </p:nvSpPr>
          <p:spPr>
            <a:xfrm>
              <a:off x="9413203" y="4617767"/>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CE78E71E-8675-B46C-0652-9A5146CB8A7D}"/>
                </a:ext>
              </a:extLst>
            </p:cNvPr>
            <p:cNvSpPr/>
            <p:nvPr/>
          </p:nvSpPr>
          <p:spPr>
            <a:xfrm>
              <a:off x="9413203" y="6175857"/>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D694A7A6-58C8-10DB-7E80-7EEEEEF97FCC}"/>
                </a:ext>
              </a:extLst>
            </p:cNvPr>
            <p:cNvSpPr/>
            <p:nvPr/>
          </p:nvSpPr>
          <p:spPr>
            <a:xfrm>
              <a:off x="9413203" y="7733946"/>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E5F7AEE4-F14C-4C23-5328-04089A68100B}"/>
                </a:ext>
              </a:extLst>
            </p:cNvPr>
            <p:cNvSpPr/>
            <p:nvPr/>
          </p:nvSpPr>
          <p:spPr>
            <a:xfrm>
              <a:off x="9413203" y="9292036"/>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55E13CBA-83D3-E50A-D122-FE69DA41FAA5}"/>
                </a:ext>
              </a:extLst>
            </p:cNvPr>
            <p:cNvSpPr/>
            <p:nvPr/>
          </p:nvSpPr>
          <p:spPr>
            <a:xfrm>
              <a:off x="9413203" y="10850125"/>
              <a:ext cx="3077501"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FFF5B036-0976-8181-DCBB-D0249D97906F}"/>
                </a:ext>
              </a:extLst>
            </p:cNvPr>
            <p:cNvSpPr txBox="1"/>
            <p:nvPr/>
          </p:nvSpPr>
          <p:spPr>
            <a:xfrm>
              <a:off x="9326765" y="3499172"/>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إيرادات استثمارية </a:t>
              </a:r>
            </a:p>
          </p:txBody>
        </p:sp>
        <p:sp>
          <p:nvSpPr>
            <p:cNvPr id="49" name="TextBox 48">
              <a:extLst>
                <a:ext uri="{FF2B5EF4-FFF2-40B4-BE49-F238E27FC236}">
                  <a16:creationId xmlns:a16="http://schemas.microsoft.com/office/drawing/2014/main" id="{B1F8D3BE-006F-A3E9-D1FC-2FF7EA02DA6F}"/>
                </a:ext>
              </a:extLst>
            </p:cNvPr>
            <p:cNvSpPr txBox="1"/>
            <p:nvPr/>
          </p:nvSpPr>
          <p:spPr>
            <a:xfrm>
              <a:off x="9343918" y="5078551"/>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الرسوم والتراخيص </a:t>
              </a:r>
            </a:p>
          </p:txBody>
        </p:sp>
        <p:sp>
          <p:nvSpPr>
            <p:cNvPr id="85" name="TextBox 84">
              <a:extLst>
                <a:ext uri="{FF2B5EF4-FFF2-40B4-BE49-F238E27FC236}">
                  <a16:creationId xmlns:a16="http://schemas.microsoft.com/office/drawing/2014/main" id="{22172B6D-9C3F-DB5D-D94B-774BE93BD11C}"/>
                </a:ext>
              </a:extLst>
            </p:cNvPr>
            <p:cNvSpPr txBox="1"/>
            <p:nvPr/>
          </p:nvSpPr>
          <p:spPr>
            <a:xfrm>
              <a:off x="9370896" y="6629117"/>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جزاءات وغرامات </a:t>
              </a:r>
            </a:p>
          </p:txBody>
        </p:sp>
        <p:sp>
          <p:nvSpPr>
            <p:cNvPr id="95" name="TextBox 94">
              <a:extLst>
                <a:ext uri="{FF2B5EF4-FFF2-40B4-BE49-F238E27FC236}">
                  <a16:creationId xmlns:a16="http://schemas.microsoft.com/office/drawing/2014/main" id="{EB015575-BBB9-CBD4-819C-D56EE0108386}"/>
                </a:ext>
              </a:extLst>
            </p:cNvPr>
            <p:cNvSpPr txBox="1"/>
            <p:nvPr/>
          </p:nvSpPr>
          <p:spPr>
            <a:xfrm>
              <a:off x="9310448" y="8148522"/>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 التبغ والإيواء </a:t>
              </a:r>
            </a:p>
          </p:txBody>
        </p:sp>
        <p:sp>
          <p:nvSpPr>
            <p:cNvPr id="101" name="TextBox 100">
              <a:extLst>
                <a:ext uri="{FF2B5EF4-FFF2-40B4-BE49-F238E27FC236}">
                  <a16:creationId xmlns:a16="http://schemas.microsoft.com/office/drawing/2014/main" id="{D2B458DE-0DB3-A0E8-252B-DD400ED8B607}"/>
                </a:ext>
              </a:extLst>
            </p:cNvPr>
            <p:cNvSpPr txBox="1"/>
            <p:nvPr/>
          </p:nvSpPr>
          <p:spPr>
            <a:xfrm>
              <a:off x="9364888" y="9733384"/>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أخرى</a:t>
              </a:r>
            </a:p>
          </p:txBody>
        </p:sp>
        <p:sp>
          <p:nvSpPr>
            <p:cNvPr id="102" name="TextBox 101">
              <a:extLst>
                <a:ext uri="{FF2B5EF4-FFF2-40B4-BE49-F238E27FC236}">
                  <a16:creationId xmlns:a16="http://schemas.microsoft.com/office/drawing/2014/main" id="{07A5DABC-6412-B716-F9BE-0549AD3CA379}"/>
                </a:ext>
              </a:extLst>
            </p:cNvPr>
            <p:cNvSpPr txBox="1"/>
            <p:nvPr/>
          </p:nvSpPr>
          <p:spPr>
            <a:xfrm>
              <a:off x="9343918" y="11288531"/>
              <a:ext cx="3216069" cy="436210"/>
            </a:xfrm>
            <a:prstGeom prst="rect">
              <a:avLst/>
            </a:prstGeom>
            <a:noFill/>
          </p:spPr>
          <p:txBody>
            <a:bodyPr wrap="square" rtlCol="0">
              <a:spAutoFit/>
            </a:bodyPr>
            <a:lstStyle>
              <a:defPPr marR="0" lvl="0" algn="l" rtl="0">
                <a:lnSpc>
                  <a:spcPct val="100000"/>
                </a:lnSpc>
                <a:spcBef>
                  <a:spcPts val="0"/>
                </a:spcBef>
                <a:spcAft>
                  <a:spcPts val="0"/>
                </a:spcAft>
                <a:defRPr/>
              </a:defPPr>
              <a:lvl1pPr algn="ctr">
                <a:defRPr sz="2400">
                  <a:solidFill>
                    <a:srgbClr val="106946"/>
                  </a:solidFill>
                  <a:latin typeface="Bahij TheSansArabic Bold" panose="02040503050201020203" charset="-78"/>
                  <a:cs typeface="Bahij TheSansArabic Bold" panose="02040503050201020203" charset="-78"/>
                </a:defRPr>
              </a:lvl1pPr>
            </a:lstStyle>
            <a:p>
              <a:r>
                <a:rPr lang="ar-SA"/>
                <a:t>نقل الملكية</a:t>
              </a:r>
            </a:p>
          </p:txBody>
        </p:sp>
      </p:grpSp>
      <p:sp>
        <p:nvSpPr>
          <p:cNvPr id="261" name="Rectangle: Rounded Corners 260">
            <a:extLst>
              <a:ext uri="{FF2B5EF4-FFF2-40B4-BE49-F238E27FC236}">
                <a16:creationId xmlns:a16="http://schemas.microsoft.com/office/drawing/2014/main" id="{DAD97482-DCB9-B82E-756E-F2042308EA9D}"/>
              </a:ext>
            </a:extLst>
          </p:cNvPr>
          <p:cNvSpPr/>
          <p:nvPr/>
        </p:nvSpPr>
        <p:spPr>
          <a:xfrm>
            <a:off x="115617" y="1488435"/>
            <a:ext cx="24020043" cy="815152"/>
          </a:xfrm>
          <a:prstGeom prst="roundRect">
            <a:avLst>
              <a:gd name="adj" fmla="val 6592"/>
            </a:avLst>
          </a:prstGeom>
          <a:solidFill>
            <a:schemeClr val="bg1">
              <a:lumMod val="9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TextBox 261">
            <a:extLst>
              <a:ext uri="{FF2B5EF4-FFF2-40B4-BE49-F238E27FC236}">
                <a16:creationId xmlns:a16="http://schemas.microsoft.com/office/drawing/2014/main" id="{16500E24-021A-35C8-66DF-5AA0FD806ECC}"/>
              </a:ext>
            </a:extLst>
          </p:cNvPr>
          <p:cNvSpPr txBox="1"/>
          <p:nvPr/>
        </p:nvSpPr>
        <p:spPr>
          <a:xfrm>
            <a:off x="13682652" y="1628448"/>
            <a:ext cx="9192723" cy="523220"/>
          </a:xfrm>
          <a:prstGeom prst="rect">
            <a:avLst/>
          </a:prstGeom>
          <a:noFill/>
        </p:spPr>
        <p:txBody>
          <a:bodyPr wrap="square" rtlCol="0">
            <a:spAutoFit/>
          </a:bodyPr>
          <a:lstStyle/>
          <a:p>
            <a:pPr algn="r"/>
            <a:r>
              <a:rPr lang="ar-SA" sz="2800">
                <a:solidFill>
                  <a:srgbClr val="106946"/>
                </a:solidFill>
                <a:latin typeface="Bahij TheSansArabic Bold" panose="02040503050201020203" charset="-78"/>
                <a:cs typeface="Bahij TheSansArabic Bold" panose="02040503050201020203" charset="-78"/>
              </a:rPr>
              <a:t>مقارنة الاداء حسب التبويب </a:t>
            </a:r>
            <a:endParaRPr lang="en-US" sz="2800">
              <a:solidFill>
                <a:srgbClr val="106946"/>
              </a:solidFill>
              <a:latin typeface="Bahij TheSansArabic Bold" panose="02040503050201020203" charset="-78"/>
              <a:cs typeface="Bahij TheSansArabic Bold" panose="02040503050201020203" charset="-78"/>
            </a:endParaRPr>
          </a:p>
        </p:txBody>
      </p:sp>
      <p:sp>
        <p:nvSpPr>
          <p:cNvPr id="263" name="Rectangle 262">
            <a:extLst>
              <a:ext uri="{FF2B5EF4-FFF2-40B4-BE49-F238E27FC236}">
                <a16:creationId xmlns:a16="http://schemas.microsoft.com/office/drawing/2014/main" id="{3B200D8B-A145-970E-19BB-80D4C3F87E17}"/>
              </a:ext>
            </a:extLst>
          </p:cNvPr>
          <p:cNvSpPr/>
          <p:nvPr/>
        </p:nvSpPr>
        <p:spPr>
          <a:xfrm>
            <a:off x="22963694" y="1482075"/>
            <a:ext cx="1171966" cy="846429"/>
          </a:xfrm>
          <a:prstGeom prst="rect">
            <a:avLst/>
          </a:prstGeom>
          <a:solidFill>
            <a:srgbClr val="1069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4" name="Graphic 263" descr="Upward trend with solid fill">
            <a:extLst>
              <a:ext uri="{FF2B5EF4-FFF2-40B4-BE49-F238E27FC236}">
                <a16:creationId xmlns:a16="http://schemas.microsoft.com/office/drawing/2014/main" id="{96CA829E-BCA4-2340-484B-01D0B7EA25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45423" y="1521744"/>
            <a:ext cx="757465" cy="757465"/>
          </a:xfrm>
          <a:prstGeom prst="rect">
            <a:avLst/>
          </a:prstGeom>
        </p:spPr>
      </p:pic>
      <p:sp>
        <p:nvSpPr>
          <p:cNvPr id="185" name="Rectangle: Rounded Corners 184">
            <a:extLst>
              <a:ext uri="{FF2B5EF4-FFF2-40B4-BE49-F238E27FC236}">
                <a16:creationId xmlns:a16="http://schemas.microsoft.com/office/drawing/2014/main" id="{9F5BAD9D-1CD9-A084-5A8E-BFCB4F94C95B}"/>
              </a:ext>
            </a:extLst>
          </p:cNvPr>
          <p:cNvSpPr/>
          <p:nvPr/>
        </p:nvSpPr>
        <p:spPr>
          <a:xfrm>
            <a:off x="12045918"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Rounded Corners 185">
            <a:extLst>
              <a:ext uri="{FF2B5EF4-FFF2-40B4-BE49-F238E27FC236}">
                <a16:creationId xmlns:a16="http://schemas.microsoft.com/office/drawing/2014/main" id="{3FD1587E-B4C9-113E-1600-17472C403025}"/>
              </a:ext>
            </a:extLst>
          </p:cNvPr>
          <p:cNvSpPr/>
          <p:nvPr/>
        </p:nvSpPr>
        <p:spPr>
          <a:xfrm>
            <a:off x="12045918"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Rounded Corners 187">
            <a:extLst>
              <a:ext uri="{FF2B5EF4-FFF2-40B4-BE49-F238E27FC236}">
                <a16:creationId xmlns:a16="http://schemas.microsoft.com/office/drawing/2014/main" id="{2CAFECCD-CB9F-6773-F67B-1BB5A4EF3353}"/>
              </a:ext>
            </a:extLst>
          </p:cNvPr>
          <p:cNvSpPr/>
          <p:nvPr/>
        </p:nvSpPr>
        <p:spPr>
          <a:xfrm>
            <a:off x="12045918"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Rounded Corners 188">
            <a:extLst>
              <a:ext uri="{FF2B5EF4-FFF2-40B4-BE49-F238E27FC236}">
                <a16:creationId xmlns:a16="http://schemas.microsoft.com/office/drawing/2014/main" id="{5B4A7DAC-D57B-4CCE-AE2E-89B6F91C55F7}"/>
              </a:ext>
            </a:extLst>
          </p:cNvPr>
          <p:cNvSpPr/>
          <p:nvPr/>
        </p:nvSpPr>
        <p:spPr>
          <a:xfrm>
            <a:off x="12045918"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Rounded Corners 189">
            <a:extLst>
              <a:ext uri="{FF2B5EF4-FFF2-40B4-BE49-F238E27FC236}">
                <a16:creationId xmlns:a16="http://schemas.microsoft.com/office/drawing/2014/main" id="{008847C2-5957-9DE0-E07D-857190A38A4C}"/>
              </a:ext>
            </a:extLst>
          </p:cNvPr>
          <p:cNvSpPr/>
          <p:nvPr/>
        </p:nvSpPr>
        <p:spPr>
          <a:xfrm>
            <a:off x="12045918"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Rounded Corners 240">
            <a:extLst>
              <a:ext uri="{FF2B5EF4-FFF2-40B4-BE49-F238E27FC236}">
                <a16:creationId xmlns:a16="http://schemas.microsoft.com/office/drawing/2014/main" id="{F8B1E50D-10A1-C0DC-A8F2-E501659A4D7A}"/>
              </a:ext>
            </a:extLst>
          </p:cNvPr>
          <p:cNvSpPr/>
          <p:nvPr/>
        </p:nvSpPr>
        <p:spPr>
          <a:xfrm>
            <a:off x="12045918"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TextBox 258">
            <a:extLst>
              <a:ext uri="{FF2B5EF4-FFF2-40B4-BE49-F238E27FC236}">
                <a16:creationId xmlns:a16="http://schemas.microsoft.com/office/drawing/2014/main" id="{6664AB38-7251-F57B-D707-385F6971AAA8}"/>
              </a:ext>
            </a:extLst>
          </p:cNvPr>
          <p:cNvSpPr txBox="1"/>
          <p:nvPr/>
        </p:nvSpPr>
        <p:spPr>
          <a:xfrm>
            <a:off x="12252029"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ديسمبر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555" name="Rectangle: Rounded Corners 554">
            <a:extLst>
              <a:ext uri="{FF2B5EF4-FFF2-40B4-BE49-F238E27FC236}">
                <a16:creationId xmlns:a16="http://schemas.microsoft.com/office/drawing/2014/main" id="{8BE8F478-A2DD-3841-5211-C49B5B138876}"/>
              </a:ext>
            </a:extLst>
          </p:cNvPr>
          <p:cNvSpPr/>
          <p:nvPr/>
        </p:nvSpPr>
        <p:spPr>
          <a:xfrm>
            <a:off x="14117845"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Rounded Corners 555">
            <a:extLst>
              <a:ext uri="{FF2B5EF4-FFF2-40B4-BE49-F238E27FC236}">
                <a16:creationId xmlns:a16="http://schemas.microsoft.com/office/drawing/2014/main" id="{0C7C0BC2-2872-3ED8-D48D-5A2692DA6C29}"/>
              </a:ext>
            </a:extLst>
          </p:cNvPr>
          <p:cNvSpPr/>
          <p:nvPr/>
        </p:nvSpPr>
        <p:spPr>
          <a:xfrm>
            <a:off x="14117845"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Rounded Corners 556">
            <a:extLst>
              <a:ext uri="{FF2B5EF4-FFF2-40B4-BE49-F238E27FC236}">
                <a16:creationId xmlns:a16="http://schemas.microsoft.com/office/drawing/2014/main" id="{F435CCDA-05CF-03D3-9B51-5B99B97975CC}"/>
              </a:ext>
            </a:extLst>
          </p:cNvPr>
          <p:cNvSpPr/>
          <p:nvPr/>
        </p:nvSpPr>
        <p:spPr>
          <a:xfrm>
            <a:off x="14117845"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Rounded Corners 557">
            <a:extLst>
              <a:ext uri="{FF2B5EF4-FFF2-40B4-BE49-F238E27FC236}">
                <a16:creationId xmlns:a16="http://schemas.microsoft.com/office/drawing/2014/main" id="{2ECDC854-8390-737D-0965-8CCDA545BADC}"/>
              </a:ext>
            </a:extLst>
          </p:cNvPr>
          <p:cNvSpPr/>
          <p:nvPr/>
        </p:nvSpPr>
        <p:spPr>
          <a:xfrm>
            <a:off x="14117845"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Rounded Corners 558">
            <a:extLst>
              <a:ext uri="{FF2B5EF4-FFF2-40B4-BE49-F238E27FC236}">
                <a16:creationId xmlns:a16="http://schemas.microsoft.com/office/drawing/2014/main" id="{B6D58D51-5543-9AD9-1838-2072A638B3D9}"/>
              </a:ext>
            </a:extLst>
          </p:cNvPr>
          <p:cNvSpPr/>
          <p:nvPr/>
        </p:nvSpPr>
        <p:spPr>
          <a:xfrm>
            <a:off x="14117845"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Rounded Corners 559">
            <a:extLst>
              <a:ext uri="{FF2B5EF4-FFF2-40B4-BE49-F238E27FC236}">
                <a16:creationId xmlns:a16="http://schemas.microsoft.com/office/drawing/2014/main" id="{1F44F292-CE10-63C9-93C6-508383DDA38B}"/>
              </a:ext>
            </a:extLst>
          </p:cNvPr>
          <p:cNvSpPr/>
          <p:nvPr/>
        </p:nvSpPr>
        <p:spPr>
          <a:xfrm>
            <a:off x="14117845"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TextBox 568">
            <a:extLst>
              <a:ext uri="{FF2B5EF4-FFF2-40B4-BE49-F238E27FC236}">
                <a16:creationId xmlns:a16="http://schemas.microsoft.com/office/drawing/2014/main" id="{09B57377-DAC8-C17A-9891-A40E1EF053B1}"/>
              </a:ext>
            </a:extLst>
          </p:cNvPr>
          <p:cNvSpPr txBox="1"/>
          <p:nvPr/>
        </p:nvSpPr>
        <p:spPr>
          <a:xfrm>
            <a:off x="14323956"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نوفمبر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581" name="Rectangle: Rounded Corners 580">
            <a:extLst>
              <a:ext uri="{FF2B5EF4-FFF2-40B4-BE49-F238E27FC236}">
                <a16:creationId xmlns:a16="http://schemas.microsoft.com/office/drawing/2014/main" id="{F0FB292A-7C12-9913-ACF5-52DD96DD7421}"/>
              </a:ext>
            </a:extLst>
          </p:cNvPr>
          <p:cNvSpPr/>
          <p:nvPr/>
        </p:nvSpPr>
        <p:spPr>
          <a:xfrm>
            <a:off x="16189772"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Rounded Corners 581">
            <a:extLst>
              <a:ext uri="{FF2B5EF4-FFF2-40B4-BE49-F238E27FC236}">
                <a16:creationId xmlns:a16="http://schemas.microsoft.com/office/drawing/2014/main" id="{C0A207CB-99D5-DECF-E08C-722822CD2FE1}"/>
              </a:ext>
            </a:extLst>
          </p:cNvPr>
          <p:cNvSpPr/>
          <p:nvPr/>
        </p:nvSpPr>
        <p:spPr>
          <a:xfrm>
            <a:off x="16189772"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Rounded Corners 582">
            <a:extLst>
              <a:ext uri="{FF2B5EF4-FFF2-40B4-BE49-F238E27FC236}">
                <a16:creationId xmlns:a16="http://schemas.microsoft.com/office/drawing/2014/main" id="{EE384784-C729-6849-97B5-21C56A815A7B}"/>
              </a:ext>
            </a:extLst>
          </p:cNvPr>
          <p:cNvSpPr/>
          <p:nvPr/>
        </p:nvSpPr>
        <p:spPr>
          <a:xfrm>
            <a:off x="16189772"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Rounded Corners 583">
            <a:extLst>
              <a:ext uri="{FF2B5EF4-FFF2-40B4-BE49-F238E27FC236}">
                <a16:creationId xmlns:a16="http://schemas.microsoft.com/office/drawing/2014/main" id="{02E00411-6D89-948B-96CA-60F6F20EF6F8}"/>
              </a:ext>
            </a:extLst>
          </p:cNvPr>
          <p:cNvSpPr/>
          <p:nvPr/>
        </p:nvSpPr>
        <p:spPr>
          <a:xfrm>
            <a:off x="16189772"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Rounded Corners 584">
            <a:extLst>
              <a:ext uri="{FF2B5EF4-FFF2-40B4-BE49-F238E27FC236}">
                <a16:creationId xmlns:a16="http://schemas.microsoft.com/office/drawing/2014/main" id="{F40CC1D8-F511-0A85-3A2D-641FCE40BC69}"/>
              </a:ext>
            </a:extLst>
          </p:cNvPr>
          <p:cNvSpPr/>
          <p:nvPr/>
        </p:nvSpPr>
        <p:spPr>
          <a:xfrm>
            <a:off x="16189772"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Rounded Corners 585">
            <a:extLst>
              <a:ext uri="{FF2B5EF4-FFF2-40B4-BE49-F238E27FC236}">
                <a16:creationId xmlns:a16="http://schemas.microsoft.com/office/drawing/2014/main" id="{E5A30E40-92CB-3AFA-A66D-282BE4CD1505}"/>
              </a:ext>
            </a:extLst>
          </p:cNvPr>
          <p:cNvSpPr/>
          <p:nvPr/>
        </p:nvSpPr>
        <p:spPr>
          <a:xfrm>
            <a:off x="16189772"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TextBox 594">
            <a:extLst>
              <a:ext uri="{FF2B5EF4-FFF2-40B4-BE49-F238E27FC236}">
                <a16:creationId xmlns:a16="http://schemas.microsoft.com/office/drawing/2014/main" id="{C522025B-41E7-6BF3-A34B-F4F02107BDC7}"/>
              </a:ext>
            </a:extLst>
          </p:cNvPr>
          <p:cNvSpPr txBox="1"/>
          <p:nvPr/>
        </p:nvSpPr>
        <p:spPr>
          <a:xfrm>
            <a:off x="16395883" y="2539034"/>
            <a:ext cx="1211402" cy="338554"/>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أكتوبر</a:t>
            </a:r>
            <a:endParaRPr lang="en-US" sz="1600" b="1">
              <a:solidFill>
                <a:srgbClr val="106946"/>
              </a:solidFill>
              <a:latin typeface="Bahij TheSansArabic Bold" panose="02040503050201020203" charset="-78"/>
              <a:cs typeface="Bahij TheSansArabic Bold" panose="02040503050201020203" charset="-78"/>
            </a:endParaRPr>
          </a:p>
        </p:txBody>
      </p:sp>
      <p:sp>
        <p:nvSpPr>
          <p:cNvPr id="607" name="Rectangle: Rounded Corners 606">
            <a:extLst>
              <a:ext uri="{FF2B5EF4-FFF2-40B4-BE49-F238E27FC236}">
                <a16:creationId xmlns:a16="http://schemas.microsoft.com/office/drawing/2014/main" id="{07D660BC-696C-A32D-7F92-DB72B7A05D4B}"/>
              </a:ext>
            </a:extLst>
          </p:cNvPr>
          <p:cNvSpPr/>
          <p:nvPr/>
        </p:nvSpPr>
        <p:spPr>
          <a:xfrm>
            <a:off x="18261699" y="309485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Rectangle: Rounded Corners 607">
            <a:extLst>
              <a:ext uri="{FF2B5EF4-FFF2-40B4-BE49-F238E27FC236}">
                <a16:creationId xmlns:a16="http://schemas.microsoft.com/office/drawing/2014/main" id="{21B6961D-FCF8-DB41-8182-2102A426A0D3}"/>
              </a:ext>
            </a:extLst>
          </p:cNvPr>
          <p:cNvSpPr/>
          <p:nvPr/>
        </p:nvSpPr>
        <p:spPr>
          <a:xfrm>
            <a:off x="18261699" y="4652943"/>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Rectangle: Rounded Corners 608">
            <a:extLst>
              <a:ext uri="{FF2B5EF4-FFF2-40B4-BE49-F238E27FC236}">
                <a16:creationId xmlns:a16="http://schemas.microsoft.com/office/drawing/2014/main" id="{10FB0F9F-4876-A921-9EAC-5AE1DA621EC1}"/>
              </a:ext>
            </a:extLst>
          </p:cNvPr>
          <p:cNvSpPr/>
          <p:nvPr/>
        </p:nvSpPr>
        <p:spPr>
          <a:xfrm>
            <a:off x="18261699" y="6211032"/>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Rectangle: Rounded Corners 609">
            <a:extLst>
              <a:ext uri="{FF2B5EF4-FFF2-40B4-BE49-F238E27FC236}">
                <a16:creationId xmlns:a16="http://schemas.microsoft.com/office/drawing/2014/main" id="{E133F170-E6C7-E876-3AF5-42F632DB9F14}"/>
              </a:ext>
            </a:extLst>
          </p:cNvPr>
          <p:cNvSpPr/>
          <p:nvPr/>
        </p:nvSpPr>
        <p:spPr>
          <a:xfrm>
            <a:off x="18261699" y="776912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Rectangle: Rounded Corners 610">
            <a:extLst>
              <a:ext uri="{FF2B5EF4-FFF2-40B4-BE49-F238E27FC236}">
                <a16:creationId xmlns:a16="http://schemas.microsoft.com/office/drawing/2014/main" id="{76700576-FC71-7FD2-6166-AB467262C5C1}"/>
              </a:ext>
            </a:extLst>
          </p:cNvPr>
          <p:cNvSpPr/>
          <p:nvPr/>
        </p:nvSpPr>
        <p:spPr>
          <a:xfrm>
            <a:off x="18261699" y="9327210"/>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Rectangle: Rounded Corners 611">
            <a:extLst>
              <a:ext uri="{FF2B5EF4-FFF2-40B4-BE49-F238E27FC236}">
                <a16:creationId xmlns:a16="http://schemas.microsoft.com/office/drawing/2014/main" id="{49062E3F-F265-5A77-B81B-E54EEDB119A1}"/>
              </a:ext>
            </a:extLst>
          </p:cNvPr>
          <p:cNvSpPr/>
          <p:nvPr/>
        </p:nvSpPr>
        <p:spPr>
          <a:xfrm>
            <a:off x="18261699" y="10885301"/>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TextBox 620">
            <a:extLst>
              <a:ext uri="{FF2B5EF4-FFF2-40B4-BE49-F238E27FC236}">
                <a16:creationId xmlns:a16="http://schemas.microsoft.com/office/drawing/2014/main" id="{120D9499-AF51-141F-24F6-F8B87F7C3615}"/>
              </a:ext>
            </a:extLst>
          </p:cNvPr>
          <p:cNvSpPr txBox="1"/>
          <p:nvPr/>
        </p:nvSpPr>
        <p:spPr>
          <a:xfrm>
            <a:off x="18317631" y="2539034"/>
            <a:ext cx="1513335" cy="584775"/>
          </a:xfrm>
          <a:prstGeom prst="rect">
            <a:avLst/>
          </a:prstGeom>
          <a:noFill/>
        </p:spPr>
        <p:txBody>
          <a:bodyPr wrap="square" rtlCol="0">
            <a:spAutoFit/>
          </a:bodyPr>
          <a:lstStyle/>
          <a:p>
            <a:pPr algn="ctr"/>
            <a:r>
              <a:rPr lang="ar-JO" sz="1600" b="1">
                <a:solidFill>
                  <a:srgbClr val="106946"/>
                </a:solidFill>
                <a:latin typeface="Bahij TheSansArabic Bold" panose="02040503050201020203" charset="-78"/>
                <a:cs typeface="Bahij TheSansArabic Bold" panose="02040503050201020203" charset="-78"/>
              </a:rPr>
              <a:t>الإجمالي حتى سبتمبر</a:t>
            </a:r>
            <a:endParaRPr lang="en-US" sz="1600" b="1">
              <a:solidFill>
                <a:srgbClr val="106946"/>
              </a:solidFill>
              <a:latin typeface="Bahij TheSansArabic Bold" panose="02040503050201020203" charset="-78"/>
              <a:cs typeface="Bahij TheSansArabic Bold" panose="02040503050201020203" charset="-78"/>
            </a:endParaRPr>
          </a:p>
        </p:txBody>
      </p:sp>
      <p:graphicFrame>
        <p:nvGraphicFramePr>
          <p:cNvPr id="7" name="Chart 6">
            <a:extLst>
              <a:ext uri="{FF2B5EF4-FFF2-40B4-BE49-F238E27FC236}">
                <a16:creationId xmlns:a16="http://schemas.microsoft.com/office/drawing/2014/main" id="{60C5CD0A-871F-F6D5-D164-840ADDB3F572}"/>
              </a:ext>
            </a:extLst>
          </p:cNvPr>
          <p:cNvGraphicFramePr>
            <a:graphicFrameLocks noChangeAspect="1"/>
          </p:cNvGraphicFramePr>
          <p:nvPr>
            <p:extLst>
              <p:ext uri="{D42A27DB-BD31-4B8C-83A1-F6EECF244321}">
                <p14:modId xmlns:p14="http://schemas.microsoft.com/office/powerpoint/2010/main" val="3542228987"/>
              </p:ext>
            </p:extLst>
          </p:nvPr>
        </p:nvGraphicFramePr>
        <p:xfrm>
          <a:off x="12087820" y="2443600"/>
          <a:ext cx="1634354" cy="1027694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B496822D-F93C-B60F-9EB9-2F51FEB0EE96}"/>
              </a:ext>
            </a:extLst>
          </p:cNvPr>
          <p:cNvGraphicFramePr>
            <a:graphicFrameLocks noChangeAspect="1"/>
          </p:cNvGraphicFramePr>
          <p:nvPr>
            <p:extLst>
              <p:ext uri="{D42A27DB-BD31-4B8C-83A1-F6EECF244321}">
                <p14:modId xmlns:p14="http://schemas.microsoft.com/office/powerpoint/2010/main" val="2095440567"/>
              </p:ext>
            </p:extLst>
          </p:nvPr>
        </p:nvGraphicFramePr>
        <p:xfrm>
          <a:off x="14157889" y="2443600"/>
          <a:ext cx="1634354" cy="1027694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2CCD6606-AB3E-F0A1-69F5-D5D56FB61C9C}"/>
              </a:ext>
            </a:extLst>
          </p:cNvPr>
          <p:cNvGraphicFramePr>
            <a:graphicFrameLocks noChangeAspect="1"/>
          </p:cNvGraphicFramePr>
          <p:nvPr>
            <p:extLst>
              <p:ext uri="{D42A27DB-BD31-4B8C-83A1-F6EECF244321}">
                <p14:modId xmlns:p14="http://schemas.microsoft.com/office/powerpoint/2010/main" val="255261979"/>
              </p:ext>
            </p:extLst>
          </p:nvPr>
        </p:nvGraphicFramePr>
        <p:xfrm>
          <a:off x="16227958" y="2443600"/>
          <a:ext cx="1634354" cy="1027694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A50F971C-9886-21E3-0320-4A82CDCF7462}"/>
              </a:ext>
            </a:extLst>
          </p:cNvPr>
          <p:cNvGraphicFramePr>
            <a:graphicFrameLocks noChangeAspect="1"/>
          </p:cNvGraphicFramePr>
          <p:nvPr>
            <p:extLst>
              <p:ext uri="{D42A27DB-BD31-4B8C-83A1-F6EECF244321}">
                <p14:modId xmlns:p14="http://schemas.microsoft.com/office/powerpoint/2010/main" val="4249297210"/>
              </p:ext>
            </p:extLst>
          </p:nvPr>
        </p:nvGraphicFramePr>
        <p:xfrm>
          <a:off x="18298027" y="2443600"/>
          <a:ext cx="1634354" cy="10276941"/>
        </p:xfrm>
        <a:graphic>
          <a:graphicData uri="http://schemas.openxmlformats.org/drawingml/2006/chart">
            <c:chart xmlns:c="http://schemas.openxmlformats.org/drawingml/2006/chart" xmlns:r="http://schemas.openxmlformats.org/officeDocument/2006/relationships" r:id="rId7"/>
          </a:graphicData>
        </a:graphic>
      </p:graphicFrame>
      <p:grpSp>
        <p:nvGrpSpPr>
          <p:cNvPr id="613" name="Group 612">
            <a:extLst>
              <a:ext uri="{FF2B5EF4-FFF2-40B4-BE49-F238E27FC236}">
                <a16:creationId xmlns:a16="http://schemas.microsoft.com/office/drawing/2014/main" id="{5A5164F6-B597-7CBC-C817-6F7A89BFA009}"/>
              </a:ext>
            </a:extLst>
          </p:cNvPr>
          <p:cNvGrpSpPr/>
          <p:nvPr/>
        </p:nvGrpSpPr>
        <p:grpSpPr>
          <a:xfrm>
            <a:off x="18991259" y="3104190"/>
            <a:ext cx="847611" cy="316517"/>
            <a:chOff x="-6600343" y="3070054"/>
            <a:chExt cx="846866" cy="316517"/>
          </a:xfrm>
        </p:grpSpPr>
        <p:sp>
          <p:nvSpPr>
            <p:cNvPr id="630" name="Rectangle: Rounded Corners 629">
              <a:extLst>
                <a:ext uri="{FF2B5EF4-FFF2-40B4-BE49-F238E27FC236}">
                  <a16:creationId xmlns:a16="http://schemas.microsoft.com/office/drawing/2014/main" id="{4D851AA0-7F6B-0D43-C0E0-041ECED422E2}"/>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a:t>
              </a:r>
            </a:p>
          </p:txBody>
        </p:sp>
        <p:sp>
          <p:nvSpPr>
            <p:cNvPr id="631" name="Arrow: Down 630">
              <a:extLst>
                <a:ext uri="{FF2B5EF4-FFF2-40B4-BE49-F238E27FC236}">
                  <a16:creationId xmlns:a16="http://schemas.microsoft.com/office/drawing/2014/main" id="{8B482E05-9A37-2F9C-2596-172C589EE9B5}"/>
                </a:ext>
              </a:extLst>
            </p:cNvPr>
            <p:cNvSpPr/>
            <p:nvPr/>
          </p:nvSpPr>
          <p:spPr>
            <a:xfrm rot="10800000">
              <a:off x="-5996253" y="30942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4" name="Group 613">
            <a:extLst>
              <a:ext uri="{FF2B5EF4-FFF2-40B4-BE49-F238E27FC236}">
                <a16:creationId xmlns:a16="http://schemas.microsoft.com/office/drawing/2014/main" id="{F629106B-26DC-1D17-1396-DAE305D2D4E2}"/>
              </a:ext>
            </a:extLst>
          </p:cNvPr>
          <p:cNvGrpSpPr/>
          <p:nvPr/>
        </p:nvGrpSpPr>
        <p:grpSpPr>
          <a:xfrm>
            <a:off x="18991259" y="4667075"/>
            <a:ext cx="847611" cy="310752"/>
            <a:chOff x="-6600343" y="4603178"/>
            <a:chExt cx="846866" cy="310752"/>
          </a:xfrm>
        </p:grpSpPr>
        <p:sp>
          <p:nvSpPr>
            <p:cNvPr id="628" name="Rectangle: Rounded Corners 627">
              <a:extLst>
                <a:ext uri="{FF2B5EF4-FFF2-40B4-BE49-F238E27FC236}">
                  <a16:creationId xmlns:a16="http://schemas.microsoft.com/office/drawing/2014/main" id="{CD219C28-537E-2B05-F5F2-F5CDD95709E7}"/>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0%</a:t>
              </a:r>
            </a:p>
          </p:txBody>
        </p:sp>
        <p:sp>
          <p:nvSpPr>
            <p:cNvPr id="629" name="Arrow: Down 628">
              <a:extLst>
                <a:ext uri="{FF2B5EF4-FFF2-40B4-BE49-F238E27FC236}">
                  <a16:creationId xmlns:a16="http://schemas.microsoft.com/office/drawing/2014/main" id="{C1B5EF94-6E35-7158-066B-A7F0FA61A3E1}"/>
                </a:ext>
              </a:extLst>
            </p:cNvPr>
            <p:cNvSpPr/>
            <p:nvPr/>
          </p:nvSpPr>
          <p:spPr>
            <a:xfrm rot="10800000">
              <a:off x="-5996253" y="460932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5" name="Group 614">
            <a:extLst>
              <a:ext uri="{FF2B5EF4-FFF2-40B4-BE49-F238E27FC236}">
                <a16:creationId xmlns:a16="http://schemas.microsoft.com/office/drawing/2014/main" id="{8A8C96C5-BE3D-49C8-0E9F-9CA831498F0F}"/>
              </a:ext>
            </a:extLst>
          </p:cNvPr>
          <p:cNvGrpSpPr/>
          <p:nvPr/>
        </p:nvGrpSpPr>
        <p:grpSpPr>
          <a:xfrm>
            <a:off x="18991259" y="6224195"/>
            <a:ext cx="847611" cy="310752"/>
            <a:chOff x="-6600343" y="6171548"/>
            <a:chExt cx="846866" cy="310752"/>
          </a:xfrm>
        </p:grpSpPr>
        <p:sp>
          <p:nvSpPr>
            <p:cNvPr id="626" name="Rectangle: Rounded Corners 625">
              <a:extLst>
                <a:ext uri="{FF2B5EF4-FFF2-40B4-BE49-F238E27FC236}">
                  <a16:creationId xmlns:a16="http://schemas.microsoft.com/office/drawing/2014/main" id="{DF6DA10D-FAE5-3A92-7C46-B7C68BD58FDB}"/>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50%</a:t>
              </a:r>
            </a:p>
          </p:txBody>
        </p:sp>
        <p:sp>
          <p:nvSpPr>
            <p:cNvPr id="627" name="Arrow: Down 626">
              <a:extLst>
                <a:ext uri="{FF2B5EF4-FFF2-40B4-BE49-F238E27FC236}">
                  <a16:creationId xmlns:a16="http://schemas.microsoft.com/office/drawing/2014/main" id="{00B4C6B1-2D89-78C2-8C64-CBEAB6441F44}"/>
                </a:ext>
              </a:extLst>
            </p:cNvPr>
            <p:cNvSpPr/>
            <p:nvPr/>
          </p:nvSpPr>
          <p:spPr>
            <a:xfrm rot="10800000">
              <a:off x="-5996253" y="61776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6" name="Group 615">
            <a:extLst>
              <a:ext uri="{FF2B5EF4-FFF2-40B4-BE49-F238E27FC236}">
                <a16:creationId xmlns:a16="http://schemas.microsoft.com/office/drawing/2014/main" id="{F1CBA8E2-B38A-5F00-48CD-E749AE21CFA8}"/>
              </a:ext>
            </a:extLst>
          </p:cNvPr>
          <p:cNvGrpSpPr/>
          <p:nvPr/>
        </p:nvGrpSpPr>
        <p:grpSpPr>
          <a:xfrm>
            <a:off x="18991259" y="7781315"/>
            <a:ext cx="847611" cy="310752"/>
            <a:chOff x="-6600343" y="7739918"/>
            <a:chExt cx="846866" cy="310752"/>
          </a:xfrm>
        </p:grpSpPr>
        <p:sp>
          <p:nvSpPr>
            <p:cNvPr id="624" name="Rectangle: Rounded Corners 623">
              <a:extLst>
                <a:ext uri="{FF2B5EF4-FFF2-40B4-BE49-F238E27FC236}">
                  <a16:creationId xmlns:a16="http://schemas.microsoft.com/office/drawing/2014/main" id="{BDB0E986-B5F7-A8C4-BCF7-1CACFB6D72CE}"/>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-32%</a:t>
              </a:r>
            </a:p>
          </p:txBody>
        </p:sp>
        <p:sp>
          <p:nvSpPr>
            <p:cNvPr id="625" name="Arrow: Down 624">
              <a:extLst>
                <a:ext uri="{FF2B5EF4-FFF2-40B4-BE49-F238E27FC236}">
                  <a16:creationId xmlns:a16="http://schemas.microsoft.com/office/drawing/2014/main" id="{E73C869A-F621-1B1D-E6DC-368E6D849D29}"/>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8EC44929-308B-EF83-6E2B-0DF89C299172}"/>
              </a:ext>
            </a:extLst>
          </p:cNvPr>
          <p:cNvGrpSpPr/>
          <p:nvPr/>
        </p:nvGrpSpPr>
        <p:grpSpPr>
          <a:xfrm>
            <a:off x="18991259" y="9338435"/>
            <a:ext cx="847611" cy="310752"/>
            <a:chOff x="6117941" y="9303259"/>
            <a:chExt cx="847611" cy="310752"/>
          </a:xfrm>
        </p:grpSpPr>
        <p:sp>
          <p:nvSpPr>
            <p:cNvPr id="617" name="Rectangle: Rounded Corners 616">
              <a:extLst>
                <a:ext uri="{FF2B5EF4-FFF2-40B4-BE49-F238E27FC236}">
                  <a16:creationId xmlns:a16="http://schemas.microsoft.com/office/drawing/2014/main" id="{5AFF713B-1F6D-24A3-B23E-B1FB0EE28ACB}"/>
                </a:ext>
              </a:extLst>
            </p:cNvPr>
            <p:cNvSpPr/>
            <p:nvPr/>
          </p:nvSpPr>
          <p:spPr>
            <a:xfrm>
              <a:off x="6117941"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618" name="Arrow: Down 617">
              <a:extLst>
                <a:ext uri="{FF2B5EF4-FFF2-40B4-BE49-F238E27FC236}">
                  <a16:creationId xmlns:a16="http://schemas.microsoft.com/office/drawing/2014/main" id="{E768A28E-9B84-EFC0-29FA-99CB12409EAB}"/>
                </a:ext>
              </a:extLst>
            </p:cNvPr>
            <p:cNvSpPr/>
            <p:nvPr/>
          </p:nvSpPr>
          <p:spPr>
            <a:xfrm rot="10800000">
              <a:off x="6724596"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9" name="Group 618">
            <a:extLst>
              <a:ext uri="{FF2B5EF4-FFF2-40B4-BE49-F238E27FC236}">
                <a16:creationId xmlns:a16="http://schemas.microsoft.com/office/drawing/2014/main" id="{A138208B-4CE5-2882-9D82-0221E23856B6}"/>
              </a:ext>
            </a:extLst>
          </p:cNvPr>
          <p:cNvGrpSpPr/>
          <p:nvPr/>
        </p:nvGrpSpPr>
        <p:grpSpPr>
          <a:xfrm>
            <a:off x="18991259" y="10895554"/>
            <a:ext cx="847611" cy="310928"/>
            <a:chOff x="1503088" y="10860378"/>
            <a:chExt cx="846866" cy="310928"/>
          </a:xfrm>
        </p:grpSpPr>
        <p:sp>
          <p:nvSpPr>
            <p:cNvPr id="622" name="Rectangle: Rounded Corners 621">
              <a:extLst>
                <a:ext uri="{FF2B5EF4-FFF2-40B4-BE49-F238E27FC236}">
                  <a16:creationId xmlns:a16="http://schemas.microsoft.com/office/drawing/2014/main" id="{37BB6836-6E03-2BAC-228A-8DAE6800CC16}"/>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623" name="Arrow: Down 622">
              <a:extLst>
                <a:ext uri="{FF2B5EF4-FFF2-40B4-BE49-F238E27FC236}">
                  <a16:creationId xmlns:a16="http://schemas.microsoft.com/office/drawing/2014/main" id="{F06B954B-6797-DBBD-C719-42FB69D7C703}"/>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7" name="Group 586">
            <a:extLst>
              <a:ext uri="{FF2B5EF4-FFF2-40B4-BE49-F238E27FC236}">
                <a16:creationId xmlns:a16="http://schemas.microsoft.com/office/drawing/2014/main" id="{41E67761-9898-C290-D10F-5459C367A62A}"/>
              </a:ext>
            </a:extLst>
          </p:cNvPr>
          <p:cNvGrpSpPr/>
          <p:nvPr/>
        </p:nvGrpSpPr>
        <p:grpSpPr>
          <a:xfrm>
            <a:off x="16919332" y="3104190"/>
            <a:ext cx="847611" cy="316517"/>
            <a:chOff x="-6600343" y="3070054"/>
            <a:chExt cx="846866" cy="316517"/>
          </a:xfrm>
        </p:grpSpPr>
        <p:sp>
          <p:nvSpPr>
            <p:cNvPr id="604" name="Rectangle: Rounded Corners 603">
              <a:extLst>
                <a:ext uri="{FF2B5EF4-FFF2-40B4-BE49-F238E27FC236}">
                  <a16:creationId xmlns:a16="http://schemas.microsoft.com/office/drawing/2014/main" id="{E5E83A76-BF02-1BD8-8041-2B121C63EEEB}"/>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-80%</a:t>
              </a:r>
            </a:p>
          </p:txBody>
        </p:sp>
        <p:sp>
          <p:nvSpPr>
            <p:cNvPr id="605" name="Arrow: Down 604">
              <a:extLst>
                <a:ext uri="{FF2B5EF4-FFF2-40B4-BE49-F238E27FC236}">
                  <a16:creationId xmlns:a16="http://schemas.microsoft.com/office/drawing/2014/main" id="{BB1AF6D7-78ED-8476-CEFD-905221FFBC88}"/>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8" name="Group 587">
            <a:extLst>
              <a:ext uri="{FF2B5EF4-FFF2-40B4-BE49-F238E27FC236}">
                <a16:creationId xmlns:a16="http://schemas.microsoft.com/office/drawing/2014/main" id="{3E64E562-5A83-5E36-C354-96996EE0FDDC}"/>
              </a:ext>
            </a:extLst>
          </p:cNvPr>
          <p:cNvGrpSpPr/>
          <p:nvPr/>
        </p:nvGrpSpPr>
        <p:grpSpPr>
          <a:xfrm>
            <a:off x="16919332" y="4667075"/>
            <a:ext cx="847611" cy="310752"/>
            <a:chOff x="-6600343" y="4603178"/>
            <a:chExt cx="846866" cy="310752"/>
          </a:xfrm>
        </p:grpSpPr>
        <p:sp>
          <p:nvSpPr>
            <p:cNvPr id="602" name="Rectangle: Rounded Corners 601">
              <a:extLst>
                <a:ext uri="{FF2B5EF4-FFF2-40B4-BE49-F238E27FC236}">
                  <a16:creationId xmlns:a16="http://schemas.microsoft.com/office/drawing/2014/main" id="{B0F128A0-D15C-AED3-090E-0DE0136C0B05}"/>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-19%</a:t>
              </a:r>
            </a:p>
          </p:txBody>
        </p:sp>
        <p:sp>
          <p:nvSpPr>
            <p:cNvPr id="603" name="Arrow: Down 602">
              <a:extLst>
                <a:ext uri="{FF2B5EF4-FFF2-40B4-BE49-F238E27FC236}">
                  <a16:creationId xmlns:a16="http://schemas.microsoft.com/office/drawing/2014/main" id="{2CD18D91-2BF2-AD58-8212-19ED82169FDF}"/>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9" name="Group 588">
            <a:extLst>
              <a:ext uri="{FF2B5EF4-FFF2-40B4-BE49-F238E27FC236}">
                <a16:creationId xmlns:a16="http://schemas.microsoft.com/office/drawing/2014/main" id="{56B5B7A3-5CA0-5639-B1D5-223C8BB4CE44}"/>
              </a:ext>
            </a:extLst>
          </p:cNvPr>
          <p:cNvGrpSpPr/>
          <p:nvPr/>
        </p:nvGrpSpPr>
        <p:grpSpPr>
          <a:xfrm>
            <a:off x="16919332" y="6224195"/>
            <a:ext cx="847611" cy="310752"/>
            <a:chOff x="-6600343" y="6171548"/>
            <a:chExt cx="846866" cy="310752"/>
          </a:xfrm>
        </p:grpSpPr>
        <p:sp>
          <p:nvSpPr>
            <p:cNvPr id="600" name="Rectangle: Rounded Corners 599">
              <a:extLst>
                <a:ext uri="{FF2B5EF4-FFF2-40B4-BE49-F238E27FC236}">
                  <a16:creationId xmlns:a16="http://schemas.microsoft.com/office/drawing/2014/main" id="{922E9FF1-F12E-1B35-067C-78F41B428550}"/>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-34%</a:t>
              </a:r>
            </a:p>
          </p:txBody>
        </p:sp>
        <p:sp>
          <p:nvSpPr>
            <p:cNvPr id="601" name="Arrow: Down 600">
              <a:extLst>
                <a:ext uri="{FF2B5EF4-FFF2-40B4-BE49-F238E27FC236}">
                  <a16:creationId xmlns:a16="http://schemas.microsoft.com/office/drawing/2014/main" id="{1EE15B28-F9E7-700E-DE17-5607CC85BE1E}"/>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0" name="Group 589">
            <a:extLst>
              <a:ext uri="{FF2B5EF4-FFF2-40B4-BE49-F238E27FC236}">
                <a16:creationId xmlns:a16="http://schemas.microsoft.com/office/drawing/2014/main" id="{166E8A7A-D254-74B1-CCD5-71BE4C28DB6C}"/>
              </a:ext>
            </a:extLst>
          </p:cNvPr>
          <p:cNvGrpSpPr/>
          <p:nvPr/>
        </p:nvGrpSpPr>
        <p:grpSpPr>
          <a:xfrm>
            <a:off x="16919332" y="7781315"/>
            <a:ext cx="847611" cy="310752"/>
            <a:chOff x="-6600343" y="7739918"/>
            <a:chExt cx="846866" cy="310752"/>
          </a:xfrm>
        </p:grpSpPr>
        <p:sp>
          <p:nvSpPr>
            <p:cNvPr id="598" name="Rectangle: Rounded Corners 597">
              <a:extLst>
                <a:ext uri="{FF2B5EF4-FFF2-40B4-BE49-F238E27FC236}">
                  <a16:creationId xmlns:a16="http://schemas.microsoft.com/office/drawing/2014/main" id="{84873BCC-E288-9F4C-E343-405C526F2E6C}"/>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-33%</a:t>
              </a:r>
            </a:p>
          </p:txBody>
        </p:sp>
        <p:sp>
          <p:nvSpPr>
            <p:cNvPr id="599" name="Arrow: Down 598">
              <a:extLst>
                <a:ext uri="{FF2B5EF4-FFF2-40B4-BE49-F238E27FC236}">
                  <a16:creationId xmlns:a16="http://schemas.microsoft.com/office/drawing/2014/main" id="{492A501A-ABA5-8308-9BB3-B309FE2FD049}"/>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D7D03B8C-A242-EE17-6053-E559789E53FA}"/>
              </a:ext>
            </a:extLst>
          </p:cNvPr>
          <p:cNvGrpSpPr/>
          <p:nvPr/>
        </p:nvGrpSpPr>
        <p:grpSpPr>
          <a:xfrm>
            <a:off x="16919332" y="9338435"/>
            <a:ext cx="847611" cy="310752"/>
            <a:chOff x="4404594" y="9303259"/>
            <a:chExt cx="847611" cy="310752"/>
          </a:xfrm>
        </p:grpSpPr>
        <p:sp>
          <p:nvSpPr>
            <p:cNvPr id="591" name="Rectangle: Rounded Corners 590">
              <a:extLst>
                <a:ext uri="{FF2B5EF4-FFF2-40B4-BE49-F238E27FC236}">
                  <a16:creationId xmlns:a16="http://schemas.microsoft.com/office/drawing/2014/main" id="{4E24C855-5CD5-4FFD-3B53-BEDB4DB5BD67}"/>
                </a:ext>
              </a:extLst>
            </p:cNvPr>
            <p:cNvSpPr/>
            <p:nvPr/>
          </p:nvSpPr>
          <p:spPr>
            <a:xfrm>
              <a:off x="4404594"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a:t>
              </a:r>
            </a:p>
          </p:txBody>
        </p:sp>
        <p:sp>
          <p:nvSpPr>
            <p:cNvPr id="592" name="Arrow: Down 591">
              <a:extLst>
                <a:ext uri="{FF2B5EF4-FFF2-40B4-BE49-F238E27FC236}">
                  <a16:creationId xmlns:a16="http://schemas.microsoft.com/office/drawing/2014/main" id="{BDC06B5E-ED23-0269-4163-E6BAED4BCB0D}"/>
                </a:ext>
              </a:extLst>
            </p:cNvPr>
            <p:cNvSpPr/>
            <p:nvPr/>
          </p:nvSpPr>
          <p:spPr>
            <a:xfrm rot="10800000">
              <a:off x="5011249"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3" name="Group 592">
            <a:extLst>
              <a:ext uri="{FF2B5EF4-FFF2-40B4-BE49-F238E27FC236}">
                <a16:creationId xmlns:a16="http://schemas.microsoft.com/office/drawing/2014/main" id="{DC47680F-953F-74E4-24C9-2993E04DF660}"/>
              </a:ext>
            </a:extLst>
          </p:cNvPr>
          <p:cNvGrpSpPr/>
          <p:nvPr/>
        </p:nvGrpSpPr>
        <p:grpSpPr>
          <a:xfrm>
            <a:off x="16919332" y="10895554"/>
            <a:ext cx="847611" cy="310928"/>
            <a:chOff x="1503088" y="10860378"/>
            <a:chExt cx="846866" cy="310928"/>
          </a:xfrm>
        </p:grpSpPr>
        <p:sp>
          <p:nvSpPr>
            <p:cNvPr id="596" name="Rectangle: Rounded Corners 595">
              <a:extLst>
                <a:ext uri="{FF2B5EF4-FFF2-40B4-BE49-F238E27FC236}">
                  <a16:creationId xmlns:a16="http://schemas.microsoft.com/office/drawing/2014/main" id="{399381F1-86D8-43BB-FBA4-301FDF88142E}"/>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597" name="Arrow: Down 596">
              <a:extLst>
                <a:ext uri="{FF2B5EF4-FFF2-40B4-BE49-F238E27FC236}">
                  <a16:creationId xmlns:a16="http://schemas.microsoft.com/office/drawing/2014/main" id="{DE21E5C4-061D-D188-26A3-56AFDA5DCB58}"/>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1" name="Group 560">
            <a:extLst>
              <a:ext uri="{FF2B5EF4-FFF2-40B4-BE49-F238E27FC236}">
                <a16:creationId xmlns:a16="http://schemas.microsoft.com/office/drawing/2014/main" id="{F5AA3262-B859-4145-6581-FF7859C1C76C}"/>
              </a:ext>
            </a:extLst>
          </p:cNvPr>
          <p:cNvGrpSpPr/>
          <p:nvPr/>
        </p:nvGrpSpPr>
        <p:grpSpPr>
          <a:xfrm>
            <a:off x="14847405" y="3104190"/>
            <a:ext cx="847611" cy="316517"/>
            <a:chOff x="-6600343" y="3070054"/>
            <a:chExt cx="846866" cy="316517"/>
          </a:xfrm>
        </p:grpSpPr>
        <p:sp>
          <p:nvSpPr>
            <p:cNvPr id="578" name="Rectangle: Rounded Corners 577">
              <a:extLst>
                <a:ext uri="{FF2B5EF4-FFF2-40B4-BE49-F238E27FC236}">
                  <a16:creationId xmlns:a16="http://schemas.microsoft.com/office/drawing/2014/main" id="{258B8AC4-FC86-8C5F-EBEC-9B7A21399843}"/>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-84%</a:t>
              </a:r>
            </a:p>
          </p:txBody>
        </p:sp>
        <p:sp>
          <p:nvSpPr>
            <p:cNvPr id="579" name="Arrow: Down 578">
              <a:extLst>
                <a:ext uri="{FF2B5EF4-FFF2-40B4-BE49-F238E27FC236}">
                  <a16:creationId xmlns:a16="http://schemas.microsoft.com/office/drawing/2014/main" id="{2A34ED3C-A304-9A28-23F3-177C923B4024}"/>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76" name="Rectangle: Rounded Corners 575">
            <a:extLst>
              <a:ext uri="{FF2B5EF4-FFF2-40B4-BE49-F238E27FC236}">
                <a16:creationId xmlns:a16="http://schemas.microsoft.com/office/drawing/2014/main" id="{20ED13F2-2347-DD96-6B78-B53502DAFC10}"/>
              </a:ext>
            </a:extLst>
          </p:cNvPr>
          <p:cNvSpPr/>
          <p:nvPr/>
        </p:nvSpPr>
        <p:spPr>
          <a:xfrm>
            <a:off x="14847405" y="4667075"/>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-12%</a:t>
            </a:r>
          </a:p>
        </p:txBody>
      </p:sp>
      <p:grpSp>
        <p:nvGrpSpPr>
          <p:cNvPr id="563" name="Group 562">
            <a:extLst>
              <a:ext uri="{FF2B5EF4-FFF2-40B4-BE49-F238E27FC236}">
                <a16:creationId xmlns:a16="http://schemas.microsoft.com/office/drawing/2014/main" id="{E9C8E0FF-13D8-E516-E9FE-D63F013C8562}"/>
              </a:ext>
            </a:extLst>
          </p:cNvPr>
          <p:cNvGrpSpPr/>
          <p:nvPr/>
        </p:nvGrpSpPr>
        <p:grpSpPr>
          <a:xfrm>
            <a:off x="14847405" y="6224195"/>
            <a:ext cx="847611" cy="310752"/>
            <a:chOff x="-6600343" y="6171548"/>
            <a:chExt cx="846866" cy="310752"/>
          </a:xfrm>
        </p:grpSpPr>
        <p:sp>
          <p:nvSpPr>
            <p:cNvPr id="574" name="Rectangle: Rounded Corners 573">
              <a:extLst>
                <a:ext uri="{FF2B5EF4-FFF2-40B4-BE49-F238E27FC236}">
                  <a16:creationId xmlns:a16="http://schemas.microsoft.com/office/drawing/2014/main" id="{132A8D69-7CC1-134A-EFAB-B80FC5146EDB}"/>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-42%</a:t>
              </a:r>
            </a:p>
          </p:txBody>
        </p:sp>
        <p:sp>
          <p:nvSpPr>
            <p:cNvPr id="575" name="Arrow: Down 574">
              <a:extLst>
                <a:ext uri="{FF2B5EF4-FFF2-40B4-BE49-F238E27FC236}">
                  <a16:creationId xmlns:a16="http://schemas.microsoft.com/office/drawing/2014/main" id="{057775FD-30F3-79C0-82EF-AF48AA5FCBC6}"/>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4" name="Group 563">
            <a:extLst>
              <a:ext uri="{FF2B5EF4-FFF2-40B4-BE49-F238E27FC236}">
                <a16:creationId xmlns:a16="http://schemas.microsoft.com/office/drawing/2014/main" id="{21AE2629-D31D-977E-74C7-67D26DAEEB18}"/>
              </a:ext>
            </a:extLst>
          </p:cNvPr>
          <p:cNvGrpSpPr/>
          <p:nvPr/>
        </p:nvGrpSpPr>
        <p:grpSpPr>
          <a:xfrm>
            <a:off x="14847405" y="7781315"/>
            <a:ext cx="847611" cy="310752"/>
            <a:chOff x="-6600343" y="7739918"/>
            <a:chExt cx="846866" cy="310752"/>
          </a:xfrm>
        </p:grpSpPr>
        <p:sp>
          <p:nvSpPr>
            <p:cNvPr id="572" name="Rectangle: Rounded Corners 571">
              <a:extLst>
                <a:ext uri="{FF2B5EF4-FFF2-40B4-BE49-F238E27FC236}">
                  <a16:creationId xmlns:a16="http://schemas.microsoft.com/office/drawing/2014/main" id="{34C26535-C529-5844-60E4-C2440BE3CA31}"/>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-67%</a:t>
              </a:r>
            </a:p>
          </p:txBody>
        </p:sp>
        <p:sp>
          <p:nvSpPr>
            <p:cNvPr id="573" name="Arrow: Down 572">
              <a:extLst>
                <a:ext uri="{FF2B5EF4-FFF2-40B4-BE49-F238E27FC236}">
                  <a16:creationId xmlns:a16="http://schemas.microsoft.com/office/drawing/2014/main" id="{0045825F-9ECE-31EF-7D54-E01AD6A64CD6}"/>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46E2B42-CC3F-2260-26A5-CC8C99449431}"/>
              </a:ext>
            </a:extLst>
          </p:cNvPr>
          <p:cNvGrpSpPr/>
          <p:nvPr/>
        </p:nvGrpSpPr>
        <p:grpSpPr>
          <a:xfrm>
            <a:off x="14847405" y="9338435"/>
            <a:ext cx="847611" cy="310752"/>
            <a:chOff x="2691247" y="9303259"/>
            <a:chExt cx="847611" cy="310752"/>
          </a:xfrm>
        </p:grpSpPr>
        <p:sp>
          <p:nvSpPr>
            <p:cNvPr id="565" name="Rectangle: Rounded Corners 564">
              <a:extLst>
                <a:ext uri="{FF2B5EF4-FFF2-40B4-BE49-F238E27FC236}">
                  <a16:creationId xmlns:a16="http://schemas.microsoft.com/office/drawing/2014/main" id="{A0B4BEA7-2EAD-DE5C-6497-9A7F1CD733FA}"/>
                </a:ext>
              </a:extLst>
            </p:cNvPr>
            <p:cNvSpPr/>
            <p:nvPr/>
          </p:nvSpPr>
          <p:spPr>
            <a:xfrm>
              <a:off x="2691247"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566" name="Arrow: Down 565">
              <a:extLst>
                <a:ext uri="{FF2B5EF4-FFF2-40B4-BE49-F238E27FC236}">
                  <a16:creationId xmlns:a16="http://schemas.microsoft.com/office/drawing/2014/main" id="{D87B631B-7293-F71D-8C73-9D26CB2599F1}"/>
                </a:ext>
              </a:extLst>
            </p:cNvPr>
            <p:cNvSpPr/>
            <p:nvPr/>
          </p:nvSpPr>
          <p:spPr>
            <a:xfrm rot="10800000">
              <a:off x="3297902"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7" name="Group 566">
            <a:extLst>
              <a:ext uri="{FF2B5EF4-FFF2-40B4-BE49-F238E27FC236}">
                <a16:creationId xmlns:a16="http://schemas.microsoft.com/office/drawing/2014/main" id="{3D371FF6-4088-A922-ADAE-13FD3AD9D25B}"/>
              </a:ext>
            </a:extLst>
          </p:cNvPr>
          <p:cNvGrpSpPr/>
          <p:nvPr/>
        </p:nvGrpSpPr>
        <p:grpSpPr>
          <a:xfrm>
            <a:off x="14847405" y="10895554"/>
            <a:ext cx="847611" cy="310928"/>
            <a:chOff x="1503088" y="10860378"/>
            <a:chExt cx="846866" cy="310928"/>
          </a:xfrm>
        </p:grpSpPr>
        <p:sp>
          <p:nvSpPr>
            <p:cNvPr id="570" name="Rectangle: Rounded Corners 569">
              <a:extLst>
                <a:ext uri="{FF2B5EF4-FFF2-40B4-BE49-F238E27FC236}">
                  <a16:creationId xmlns:a16="http://schemas.microsoft.com/office/drawing/2014/main" id="{B45C529C-FD60-1852-DB04-4802B2106ABA}"/>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571" name="Arrow: Down 570">
              <a:extLst>
                <a:ext uri="{FF2B5EF4-FFF2-40B4-BE49-F238E27FC236}">
                  <a16:creationId xmlns:a16="http://schemas.microsoft.com/office/drawing/2014/main" id="{A3824C6E-4F03-6E93-3F7D-213592176EC8}"/>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1" name="Group 270">
            <a:extLst>
              <a:ext uri="{FF2B5EF4-FFF2-40B4-BE49-F238E27FC236}">
                <a16:creationId xmlns:a16="http://schemas.microsoft.com/office/drawing/2014/main" id="{6896D789-F1FF-D344-FFB2-4AD3EDA8D596}"/>
              </a:ext>
            </a:extLst>
          </p:cNvPr>
          <p:cNvGrpSpPr/>
          <p:nvPr/>
        </p:nvGrpSpPr>
        <p:grpSpPr>
          <a:xfrm>
            <a:off x="12775478" y="3104190"/>
            <a:ext cx="847611" cy="316517"/>
            <a:chOff x="-6600343" y="3070054"/>
            <a:chExt cx="846866" cy="316517"/>
          </a:xfrm>
        </p:grpSpPr>
        <p:sp>
          <p:nvSpPr>
            <p:cNvPr id="312" name="Rectangle: Rounded Corners 311">
              <a:extLst>
                <a:ext uri="{FF2B5EF4-FFF2-40B4-BE49-F238E27FC236}">
                  <a16:creationId xmlns:a16="http://schemas.microsoft.com/office/drawing/2014/main" id="{C6AF0CDC-08C3-6A03-4B95-2FE9AAFE6FF8}"/>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-34%</a:t>
              </a:r>
            </a:p>
          </p:txBody>
        </p:sp>
        <p:sp>
          <p:nvSpPr>
            <p:cNvPr id="313" name="Arrow: Down 312">
              <a:extLst>
                <a:ext uri="{FF2B5EF4-FFF2-40B4-BE49-F238E27FC236}">
                  <a16:creationId xmlns:a16="http://schemas.microsoft.com/office/drawing/2014/main" id="{47D3F187-C4D8-7CF8-648D-9945351A671C}"/>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2" name="Group 271">
            <a:extLst>
              <a:ext uri="{FF2B5EF4-FFF2-40B4-BE49-F238E27FC236}">
                <a16:creationId xmlns:a16="http://schemas.microsoft.com/office/drawing/2014/main" id="{41BE0D3F-7583-9FDD-3AE8-B15643E338AB}"/>
              </a:ext>
            </a:extLst>
          </p:cNvPr>
          <p:cNvGrpSpPr/>
          <p:nvPr/>
        </p:nvGrpSpPr>
        <p:grpSpPr>
          <a:xfrm>
            <a:off x="12775478" y="4667075"/>
            <a:ext cx="847611" cy="310752"/>
            <a:chOff x="-6600343" y="4603178"/>
            <a:chExt cx="846866" cy="310752"/>
          </a:xfrm>
        </p:grpSpPr>
        <p:sp>
          <p:nvSpPr>
            <p:cNvPr id="310" name="Rectangle: Rounded Corners 309">
              <a:extLst>
                <a:ext uri="{FF2B5EF4-FFF2-40B4-BE49-F238E27FC236}">
                  <a16:creationId xmlns:a16="http://schemas.microsoft.com/office/drawing/2014/main" id="{EBBEAA1A-0B06-E795-DCA0-62FBFEF89BD5}"/>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a:t>
              </a:r>
            </a:p>
          </p:txBody>
        </p:sp>
        <p:sp>
          <p:nvSpPr>
            <p:cNvPr id="311" name="Arrow: Down 310">
              <a:extLst>
                <a:ext uri="{FF2B5EF4-FFF2-40B4-BE49-F238E27FC236}">
                  <a16:creationId xmlns:a16="http://schemas.microsoft.com/office/drawing/2014/main" id="{0F326441-3DB2-7D0E-64AE-9FCBB8059F98}"/>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3" name="Group 272">
            <a:extLst>
              <a:ext uri="{FF2B5EF4-FFF2-40B4-BE49-F238E27FC236}">
                <a16:creationId xmlns:a16="http://schemas.microsoft.com/office/drawing/2014/main" id="{437D9806-0725-AB44-26C5-12AFFFF13F94}"/>
              </a:ext>
            </a:extLst>
          </p:cNvPr>
          <p:cNvGrpSpPr/>
          <p:nvPr/>
        </p:nvGrpSpPr>
        <p:grpSpPr>
          <a:xfrm>
            <a:off x="12775478" y="6224195"/>
            <a:ext cx="847611" cy="310752"/>
            <a:chOff x="-6600343" y="6171548"/>
            <a:chExt cx="846866" cy="310752"/>
          </a:xfrm>
        </p:grpSpPr>
        <p:sp>
          <p:nvSpPr>
            <p:cNvPr id="308" name="Rectangle: Rounded Corners 307">
              <a:extLst>
                <a:ext uri="{FF2B5EF4-FFF2-40B4-BE49-F238E27FC236}">
                  <a16:creationId xmlns:a16="http://schemas.microsoft.com/office/drawing/2014/main" id="{C62E23B9-5A77-DBC8-8FF8-8EE176074112}"/>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-43%</a:t>
              </a:r>
            </a:p>
          </p:txBody>
        </p:sp>
        <p:sp>
          <p:nvSpPr>
            <p:cNvPr id="309" name="Arrow: Down 308">
              <a:extLst>
                <a:ext uri="{FF2B5EF4-FFF2-40B4-BE49-F238E27FC236}">
                  <a16:creationId xmlns:a16="http://schemas.microsoft.com/office/drawing/2014/main" id="{3BFA4FC9-EC23-5D68-101C-473056797668}"/>
                </a:ext>
              </a:extLst>
            </p:cNvPr>
            <p:cNvSpPr/>
            <p:nvPr/>
          </p:nvSpPr>
          <p:spPr>
            <a:xfrm>
              <a:off x="-5996253" y="61776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4" name="Group 273">
            <a:extLst>
              <a:ext uri="{FF2B5EF4-FFF2-40B4-BE49-F238E27FC236}">
                <a16:creationId xmlns:a16="http://schemas.microsoft.com/office/drawing/2014/main" id="{DD54FB3E-9954-4DAE-CE94-C5F2009A814B}"/>
              </a:ext>
            </a:extLst>
          </p:cNvPr>
          <p:cNvGrpSpPr/>
          <p:nvPr/>
        </p:nvGrpSpPr>
        <p:grpSpPr>
          <a:xfrm>
            <a:off x="12775478" y="7781315"/>
            <a:ext cx="847611" cy="310752"/>
            <a:chOff x="-6600343" y="7739918"/>
            <a:chExt cx="846866" cy="310752"/>
          </a:xfrm>
        </p:grpSpPr>
        <p:sp>
          <p:nvSpPr>
            <p:cNvPr id="306" name="Rectangle: Rounded Corners 305">
              <a:extLst>
                <a:ext uri="{FF2B5EF4-FFF2-40B4-BE49-F238E27FC236}">
                  <a16:creationId xmlns:a16="http://schemas.microsoft.com/office/drawing/2014/main" id="{2919D0AE-1780-6A01-2404-83FD56B7C8BB}"/>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-67%</a:t>
              </a:r>
            </a:p>
          </p:txBody>
        </p:sp>
        <p:sp>
          <p:nvSpPr>
            <p:cNvPr id="307" name="Arrow: Down 306">
              <a:extLst>
                <a:ext uri="{FF2B5EF4-FFF2-40B4-BE49-F238E27FC236}">
                  <a16:creationId xmlns:a16="http://schemas.microsoft.com/office/drawing/2014/main" id="{C72F4FCB-795F-5CC3-AE9F-23B5E29F608E}"/>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547905BC-C28A-7DF6-B9DE-6952839508C1}"/>
              </a:ext>
            </a:extLst>
          </p:cNvPr>
          <p:cNvGrpSpPr/>
          <p:nvPr/>
        </p:nvGrpSpPr>
        <p:grpSpPr>
          <a:xfrm>
            <a:off x="12775478" y="9338435"/>
            <a:ext cx="847611" cy="310752"/>
            <a:chOff x="977900" y="9303259"/>
            <a:chExt cx="847611" cy="310752"/>
          </a:xfrm>
        </p:grpSpPr>
        <p:sp>
          <p:nvSpPr>
            <p:cNvPr id="275" name="Rectangle: Rounded Corners 274">
              <a:extLst>
                <a:ext uri="{FF2B5EF4-FFF2-40B4-BE49-F238E27FC236}">
                  <a16:creationId xmlns:a16="http://schemas.microsoft.com/office/drawing/2014/main" id="{E34C550E-C7E8-D8EF-05E2-C4986297A5EB}"/>
                </a:ext>
              </a:extLst>
            </p:cNvPr>
            <p:cNvSpPr/>
            <p:nvPr/>
          </p:nvSpPr>
          <p:spPr>
            <a:xfrm>
              <a:off x="977900"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276" name="Arrow: Down 275">
              <a:extLst>
                <a:ext uri="{FF2B5EF4-FFF2-40B4-BE49-F238E27FC236}">
                  <a16:creationId xmlns:a16="http://schemas.microsoft.com/office/drawing/2014/main" id="{60C83694-3056-077F-76A7-467C616E32BD}"/>
                </a:ext>
              </a:extLst>
            </p:cNvPr>
            <p:cNvSpPr/>
            <p:nvPr/>
          </p:nvSpPr>
          <p:spPr>
            <a:xfrm rot="10800000">
              <a:off x="1584555"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9" name="Group 288">
            <a:extLst>
              <a:ext uri="{FF2B5EF4-FFF2-40B4-BE49-F238E27FC236}">
                <a16:creationId xmlns:a16="http://schemas.microsoft.com/office/drawing/2014/main" id="{6B4878FD-FB13-571A-18A6-CF80B0C76696}"/>
              </a:ext>
            </a:extLst>
          </p:cNvPr>
          <p:cNvGrpSpPr/>
          <p:nvPr/>
        </p:nvGrpSpPr>
        <p:grpSpPr>
          <a:xfrm>
            <a:off x="12775478" y="10895554"/>
            <a:ext cx="847611" cy="310928"/>
            <a:chOff x="1503088" y="10860378"/>
            <a:chExt cx="846866" cy="310928"/>
          </a:xfrm>
        </p:grpSpPr>
        <p:sp>
          <p:nvSpPr>
            <p:cNvPr id="290" name="Rectangle: Rounded Corners 289">
              <a:extLst>
                <a:ext uri="{FF2B5EF4-FFF2-40B4-BE49-F238E27FC236}">
                  <a16:creationId xmlns:a16="http://schemas.microsoft.com/office/drawing/2014/main" id="{EAAC4237-AB9A-762C-D62F-4DD567EF3330}"/>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291" name="Arrow: Down 290">
              <a:extLst>
                <a:ext uri="{FF2B5EF4-FFF2-40B4-BE49-F238E27FC236}">
                  <a16:creationId xmlns:a16="http://schemas.microsoft.com/office/drawing/2014/main" id="{7FF57F4A-4509-2AD2-4976-D02E1F6E2FD6}"/>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2" name="Arrow: Down 361">
            <a:extLst>
              <a:ext uri="{FF2B5EF4-FFF2-40B4-BE49-F238E27FC236}">
                <a16:creationId xmlns:a16="http://schemas.microsoft.com/office/drawing/2014/main" id="{297DF2FD-A487-4E0A-961D-D8D8E4DC145F}"/>
              </a:ext>
            </a:extLst>
          </p:cNvPr>
          <p:cNvSpPr/>
          <p:nvPr/>
        </p:nvSpPr>
        <p:spPr>
          <a:xfrm flipV="1">
            <a:off x="13354586" y="10904793"/>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Arrow: Down 362">
            <a:extLst>
              <a:ext uri="{FF2B5EF4-FFF2-40B4-BE49-F238E27FC236}">
                <a16:creationId xmlns:a16="http://schemas.microsoft.com/office/drawing/2014/main" id="{12A4AA0A-44C9-4CF9-8DD8-00B3C001E6C2}"/>
              </a:ext>
            </a:extLst>
          </p:cNvPr>
          <p:cNvSpPr/>
          <p:nvPr/>
        </p:nvSpPr>
        <p:spPr>
          <a:xfrm rot="10800000" flipV="1">
            <a:off x="17533593" y="10921859"/>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Rounded Corners 358">
            <a:extLst>
              <a:ext uri="{FF2B5EF4-FFF2-40B4-BE49-F238E27FC236}">
                <a16:creationId xmlns:a16="http://schemas.microsoft.com/office/drawing/2014/main" id="{5357C98F-9973-4BE5-A41D-354D293713EF}"/>
              </a:ext>
            </a:extLst>
          </p:cNvPr>
          <p:cNvSpPr/>
          <p:nvPr/>
        </p:nvSpPr>
        <p:spPr>
          <a:xfrm>
            <a:off x="9960436" y="3059678"/>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Rounded Corners 360">
            <a:extLst>
              <a:ext uri="{FF2B5EF4-FFF2-40B4-BE49-F238E27FC236}">
                <a16:creationId xmlns:a16="http://schemas.microsoft.com/office/drawing/2014/main" id="{28FB5A69-B6E2-4026-BB41-8BACD2697AF0}"/>
              </a:ext>
            </a:extLst>
          </p:cNvPr>
          <p:cNvSpPr/>
          <p:nvPr/>
        </p:nvSpPr>
        <p:spPr>
          <a:xfrm>
            <a:off x="9960436" y="4617767"/>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Rounded Corners 363">
            <a:extLst>
              <a:ext uri="{FF2B5EF4-FFF2-40B4-BE49-F238E27FC236}">
                <a16:creationId xmlns:a16="http://schemas.microsoft.com/office/drawing/2014/main" id="{5D7C9587-565E-4A55-ACE8-947245F33FD5}"/>
              </a:ext>
            </a:extLst>
          </p:cNvPr>
          <p:cNvSpPr/>
          <p:nvPr/>
        </p:nvSpPr>
        <p:spPr>
          <a:xfrm>
            <a:off x="9960436" y="6175856"/>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Rounded Corners 364">
            <a:extLst>
              <a:ext uri="{FF2B5EF4-FFF2-40B4-BE49-F238E27FC236}">
                <a16:creationId xmlns:a16="http://schemas.microsoft.com/office/drawing/2014/main" id="{858837B3-6F58-437C-88DD-5B35F9E479BC}"/>
              </a:ext>
            </a:extLst>
          </p:cNvPr>
          <p:cNvSpPr/>
          <p:nvPr/>
        </p:nvSpPr>
        <p:spPr>
          <a:xfrm>
            <a:off x="9960436" y="7733945"/>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Rounded Corners 365">
            <a:extLst>
              <a:ext uri="{FF2B5EF4-FFF2-40B4-BE49-F238E27FC236}">
                <a16:creationId xmlns:a16="http://schemas.microsoft.com/office/drawing/2014/main" id="{7B5CC64E-7D3D-4DA4-970B-A43A287BD81C}"/>
              </a:ext>
            </a:extLst>
          </p:cNvPr>
          <p:cNvSpPr/>
          <p:nvPr/>
        </p:nvSpPr>
        <p:spPr>
          <a:xfrm>
            <a:off x="9960436" y="9292034"/>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Rounded Corners 366">
            <a:extLst>
              <a:ext uri="{FF2B5EF4-FFF2-40B4-BE49-F238E27FC236}">
                <a16:creationId xmlns:a16="http://schemas.microsoft.com/office/drawing/2014/main" id="{935E0495-4B46-4CCE-B6AD-EF00B8F1221E}"/>
              </a:ext>
            </a:extLst>
          </p:cNvPr>
          <p:cNvSpPr/>
          <p:nvPr/>
        </p:nvSpPr>
        <p:spPr>
          <a:xfrm>
            <a:off x="9960436" y="10850125"/>
            <a:ext cx="1576718" cy="1265361"/>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TextBox 367">
            <a:extLst>
              <a:ext uri="{FF2B5EF4-FFF2-40B4-BE49-F238E27FC236}">
                <a16:creationId xmlns:a16="http://schemas.microsoft.com/office/drawing/2014/main" id="{559BD6A4-90AF-4214-A5D4-485CF5FF0F9E}"/>
              </a:ext>
            </a:extLst>
          </p:cNvPr>
          <p:cNvSpPr txBox="1"/>
          <p:nvPr/>
        </p:nvSpPr>
        <p:spPr>
          <a:xfrm>
            <a:off x="10166547" y="2503858"/>
            <a:ext cx="1211402" cy="338554"/>
          </a:xfrm>
          <a:prstGeom prst="rect">
            <a:avLst/>
          </a:prstGeom>
          <a:noFill/>
        </p:spPr>
        <p:txBody>
          <a:bodyPr wrap="square" rtlCol="0">
            <a:spAutoFit/>
          </a:bodyPr>
          <a:lstStyle/>
          <a:p>
            <a:pPr algn="ctr"/>
            <a:r>
              <a:rPr lang="ar-SA" sz="1600" b="1">
                <a:solidFill>
                  <a:srgbClr val="106946"/>
                </a:solidFill>
                <a:latin typeface="Bahij TheSansArabic Bold" panose="02040503050201020203" charset="-78"/>
                <a:cs typeface="Bahij TheSansArabic Bold" panose="02040503050201020203" charset="-78"/>
              </a:rPr>
              <a:t>الإجمالي</a:t>
            </a:r>
            <a:endParaRPr lang="en-US" sz="1600" b="1">
              <a:solidFill>
                <a:srgbClr val="106946"/>
              </a:solidFill>
              <a:latin typeface="Bahij TheSansArabic Bold" panose="02040503050201020203" charset="-78"/>
              <a:cs typeface="Bahij TheSansArabic Bold" panose="02040503050201020203" charset="-78"/>
            </a:endParaRPr>
          </a:p>
        </p:txBody>
      </p:sp>
      <p:graphicFrame>
        <p:nvGraphicFramePr>
          <p:cNvPr id="369" name="Chart 368">
            <a:extLst>
              <a:ext uri="{FF2B5EF4-FFF2-40B4-BE49-F238E27FC236}">
                <a16:creationId xmlns:a16="http://schemas.microsoft.com/office/drawing/2014/main" id="{22B26B92-0135-4FA1-A293-5785995289AC}"/>
              </a:ext>
            </a:extLst>
          </p:cNvPr>
          <p:cNvGraphicFramePr>
            <a:graphicFrameLocks noChangeAspect="1"/>
          </p:cNvGraphicFramePr>
          <p:nvPr>
            <p:extLst>
              <p:ext uri="{D42A27DB-BD31-4B8C-83A1-F6EECF244321}">
                <p14:modId xmlns:p14="http://schemas.microsoft.com/office/powerpoint/2010/main" val="310669922"/>
              </p:ext>
            </p:extLst>
          </p:nvPr>
        </p:nvGraphicFramePr>
        <p:xfrm>
          <a:off x="9980223" y="2389010"/>
          <a:ext cx="1634354" cy="10276941"/>
        </p:xfrm>
        <a:graphic>
          <a:graphicData uri="http://schemas.openxmlformats.org/drawingml/2006/chart">
            <c:chart xmlns:c="http://schemas.openxmlformats.org/drawingml/2006/chart" xmlns:r="http://schemas.openxmlformats.org/officeDocument/2006/relationships" r:id="rId8"/>
          </a:graphicData>
        </a:graphic>
      </p:graphicFrame>
      <p:grpSp>
        <p:nvGrpSpPr>
          <p:cNvPr id="370" name="Group 369">
            <a:extLst>
              <a:ext uri="{FF2B5EF4-FFF2-40B4-BE49-F238E27FC236}">
                <a16:creationId xmlns:a16="http://schemas.microsoft.com/office/drawing/2014/main" id="{A0EAD65E-6E24-4619-BC4E-54D189F68667}"/>
              </a:ext>
            </a:extLst>
          </p:cNvPr>
          <p:cNvGrpSpPr/>
          <p:nvPr/>
        </p:nvGrpSpPr>
        <p:grpSpPr>
          <a:xfrm>
            <a:off x="10689996" y="3069014"/>
            <a:ext cx="847611" cy="316517"/>
            <a:chOff x="-6600343" y="3070054"/>
            <a:chExt cx="846866" cy="316517"/>
          </a:xfrm>
        </p:grpSpPr>
        <p:sp>
          <p:nvSpPr>
            <p:cNvPr id="371" name="Rectangle: Rounded Corners 370">
              <a:extLst>
                <a:ext uri="{FF2B5EF4-FFF2-40B4-BE49-F238E27FC236}">
                  <a16:creationId xmlns:a16="http://schemas.microsoft.com/office/drawing/2014/main" id="{1D1DAF71-750D-4036-90EF-BF98F8DDCCCE}"/>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-33%</a:t>
              </a:r>
            </a:p>
          </p:txBody>
        </p:sp>
        <p:sp>
          <p:nvSpPr>
            <p:cNvPr id="372" name="Arrow: Down 371">
              <a:extLst>
                <a:ext uri="{FF2B5EF4-FFF2-40B4-BE49-F238E27FC236}">
                  <a16:creationId xmlns:a16="http://schemas.microsoft.com/office/drawing/2014/main" id="{39DF7F4D-2904-4800-BCED-E88FF8CEB568}"/>
                </a:ext>
              </a:extLst>
            </p:cNvPr>
            <p:cNvSpPr/>
            <p:nvPr/>
          </p:nvSpPr>
          <p:spPr>
            <a:xfrm>
              <a:off x="-5996253" y="309429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3" name="Group 372">
            <a:extLst>
              <a:ext uri="{FF2B5EF4-FFF2-40B4-BE49-F238E27FC236}">
                <a16:creationId xmlns:a16="http://schemas.microsoft.com/office/drawing/2014/main" id="{0DB391D6-C708-49E3-A023-6114FFDE62B6}"/>
              </a:ext>
            </a:extLst>
          </p:cNvPr>
          <p:cNvGrpSpPr/>
          <p:nvPr/>
        </p:nvGrpSpPr>
        <p:grpSpPr>
          <a:xfrm>
            <a:off x="10689996" y="4631899"/>
            <a:ext cx="847611" cy="310752"/>
            <a:chOff x="-6600343" y="4603178"/>
            <a:chExt cx="846866" cy="310752"/>
          </a:xfrm>
        </p:grpSpPr>
        <p:sp>
          <p:nvSpPr>
            <p:cNvPr id="374" name="Rectangle: Rounded Corners 373">
              <a:extLst>
                <a:ext uri="{FF2B5EF4-FFF2-40B4-BE49-F238E27FC236}">
                  <a16:creationId xmlns:a16="http://schemas.microsoft.com/office/drawing/2014/main" id="{8D67B281-074E-472B-ACBF-FBFF757BA7B4}"/>
                </a:ext>
              </a:extLst>
            </p:cNvPr>
            <p:cNvSpPr/>
            <p:nvPr/>
          </p:nvSpPr>
          <p:spPr>
            <a:xfrm>
              <a:off x="-6600343" y="46031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a:t>
              </a:r>
            </a:p>
          </p:txBody>
        </p:sp>
        <p:sp>
          <p:nvSpPr>
            <p:cNvPr id="375" name="Arrow: Down 374">
              <a:extLst>
                <a:ext uri="{FF2B5EF4-FFF2-40B4-BE49-F238E27FC236}">
                  <a16:creationId xmlns:a16="http://schemas.microsoft.com/office/drawing/2014/main" id="{ED11C2BB-56AB-4DA7-BE2E-F7D33E02C343}"/>
                </a:ext>
              </a:extLst>
            </p:cNvPr>
            <p:cNvSpPr/>
            <p:nvPr/>
          </p:nvSpPr>
          <p:spPr>
            <a:xfrm>
              <a:off x="-5996253" y="460932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6" name="Group 375">
            <a:extLst>
              <a:ext uri="{FF2B5EF4-FFF2-40B4-BE49-F238E27FC236}">
                <a16:creationId xmlns:a16="http://schemas.microsoft.com/office/drawing/2014/main" id="{3D01D444-4F2E-4341-A7D1-280B58D88B2A}"/>
              </a:ext>
            </a:extLst>
          </p:cNvPr>
          <p:cNvGrpSpPr/>
          <p:nvPr/>
        </p:nvGrpSpPr>
        <p:grpSpPr>
          <a:xfrm>
            <a:off x="10689996" y="6189019"/>
            <a:ext cx="847611" cy="310752"/>
            <a:chOff x="-6600343" y="6171548"/>
            <a:chExt cx="846866" cy="310752"/>
          </a:xfrm>
        </p:grpSpPr>
        <p:sp>
          <p:nvSpPr>
            <p:cNvPr id="377" name="Rectangle: Rounded Corners 376">
              <a:extLst>
                <a:ext uri="{FF2B5EF4-FFF2-40B4-BE49-F238E27FC236}">
                  <a16:creationId xmlns:a16="http://schemas.microsoft.com/office/drawing/2014/main" id="{D784ED6F-7ED9-4C7B-896B-771A90FFC1B9}"/>
                </a:ext>
              </a:extLst>
            </p:cNvPr>
            <p:cNvSpPr/>
            <p:nvPr/>
          </p:nvSpPr>
          <p:spPr>
            <a:xfrm>
              <a:off x="-6600343" y="617154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28%</a:t>
              </a:r>
            </a:p>
          </p:txBody>
        </p:sp>
        <p:sp>
          <p:nvSpPr>
            <p:cNvPr id="378" name="Arrow: Down 377">
              <a:extLst>
                <a:ext uri="{FF2B5EF4-FFF2-40B4-BE49-F238E27FC236}">
                  <a16:creationId xmlns:a16="http://schemas.microsoft.com/office/drawing/2014/main" id="{8AC8EE4C-A8CE-448D-AABE-0156D1DF70C4}"/>
                </a:ext>
              </a:extLst>
            </p:cNvPr>
            <p:cNvSpPr/>
            <p:nvPr/>
          </p:nvSpPr>
          <p:spPr>
            <a:xfrm rot="10800000">
              <a:off x="-5996253" y="6177698"/>
              <a:ext cx="234654"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9" name="Group 378">
            <a:extLst>
              <a:ext uri="{FF2B5EF4-FFF2-40B4-BE49-F238E27FC236}">
                <a16:creationId xmlns:a16="http://schemas.microsoft.com/office/drawing/2014/main" id="{0825C538-C546-4170-B78B-1B3C77E77551}"/>
              </a:ext>
            </a:extLst>
          </p:cNvPr>
          <p:cNvGrpSpPr/>
          <p:nvPr/>
        </p:nvGrpSpPr>
        <p:grpSpPr>
          <a:xfrm>
            <a:off x="10689996" y="7746139"/>
            <a:ext cx="847611" cy="310752"/>
            <a:chOff x="-6600343" y="7739918"/>
            <a:chExt cx="846866" cy="310752"/>
          </a:xfrm>
        </p:grpSpPr>
        <p:sp>
          <p:nvSpPr>
            <p:cNvPr id="380" name="Rectangle: Rounded Corners 379">
              <a:extLst>
                <a:ext uri="{FF2B5EF4-FFF2-40B4-BE49-F238E27FC236}">
                  <a16:creationId xmlns:a16="http://schemas.microsoft.com/office/drawing/2014/main" id="{069EE34A-FC9F-438F-BEF2-22F19CE763D8}"/>
                </a:ext>
              </a:extLst>
            </p:cNvPr>
            <p:cNvSpPr/>
            <p:nvPr/>
          </p:nvSpPr>
          <p:spPr>
            <a:xfrm>
              <a:off x="-6600343" y="773991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-37%</a:t>
              </a:r>
            </a:p>
          </p:txBody>
        </p:sp>
        <p:sp>
          <p:nvSpPr>
            <p:cNvPr id="381" name="Arrow: Down 380">
              <a:extLst>
                <a:ext uri="{FF2B5EF4-FFF2-40B4-BE49-F238E27FC236}">
                  <a16:creationId xmlns:a16="http://schemas.microsoft.com/office/drawing/2014/main" id="{46F1BE54-2764-42FB-B74F-02D378F072CF}"/>
                </a:ext>
              </a:extLst>
            </p:cNvPr>
            <p:cNvSpPr/>
            <p:nvPr/>
          </p:nvSpPr>
          <p:spPr>
            <a:xfrm>
              <a:off x="-5996253" y="7746068"/>
              <a:ext cx="234654" cy="292273"/>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a:extLst>
              <a:ext uri="{FF2B5EF4-FFF2-40B4-BE49-F238E27FC236}">
                <a16:creationId xmlns:a16="http://schemas.microsoft.com/office/drawing/2014/main" id="{ED6573FB-E162-4C2D-8C85-746491751D49}"/>
              </a:ext>
            </a:extLst>
          </p:cNvPr>
          <p:cNvGrpSpPr/>
          <p:nvPr/>
        </p:nvGrpSpPr>
        <p:grpSpPr>
          <a:xfrm>
            <a:off x="10689996" y="9303259"/>
            <a:ext cx="847611" cy="310752"/>
            <a:chOff x="6117941" y="9303259"/>
            <a:chExt cx="847611" cy="310752"/>
          </a:xfrm>
        </p:grpSpPr>
        <p:sp>
          <p:nvSpPr>
            <p:cNvPr id="383" name="Rectangle: Rounded Corners 382">
              <a:extLst>
                <a:ext uri="{FF2B5EF4-FFF2-40B4-BE49-F238E27FC236}">
                  <a16:creationId xmlns:a16="http://schemas.microsoft.com/office/drawing/2014/main" id="{2FE94F3D-002E-4E01-8EFB-D146F7AB4FE0}"/>
                </a:ext>
              </a:extLst>
            </p:cNvPr>
            <p:cNvSpPr/>
            <p:nvPr/>
          </p:nvSpPr>
          <p:spPr>
            <a:xfrm>
              <a:off x="6117941" y="9303259"/>
              <a:ext cx="847611"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+99%</a:t>
              </a:r>
            </a:p>
          </p:txBody>
        </p:sp>
        <p:sp>
          <p:nvSpPr>
            <p:cNvPr id="384" name="Arrow: Down 383">
              <a:extLst>
                <a:ext uri="{FF2B5EF4-FFF2-40B4-BE49-F238E27FC236}">
                  <a16:creationId xmlns:a16="http://schemas.microsoft.com/office/drawing/2014/main" id="{F7A67BC6-4250-4961-BCC1-704FDD8C7D14}"/>
                </a:ext>
              </a:extLst>
            </p:cNvPr>
            <p:cNvSpPr/>
            <p:nvPr/>
          </p:nvSpPr>
          <p:spPr>
            <a:xfrm rot="10800000">
              <a:off x="6724596" y="9317028"/>
              <a:ext cx="234861" cy="292273"/>
            </a:xfrm>
            <a:prstGeom prst="downArrow">
              <a:avLst/>
            </a:prstGeom>
            <a:solidFill>
              <a:srgbClr val="A9D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5" name="Group 384">
            <a:extLst>
              <a:ext uri="{FF2B5EF4-FFF2-40B4-BE49-F238E27FC236}">
                <a16:creationId xmlns:a16="http://schemas.microsoft.com/office/drawing/2014/main" id="{5AA0EAAF-720A-4EA0-BABA-79EB03765BFD}"/>
              </a:ext>
            </a:extLst>
          </p:cNvPr>
          <p:cNvGrpSpPr/>
          <p:nvPr/>
        </p:nvGrpSpPr>
        <p:grpSpPr>
          <a:xfrm>
            <a:off x="10689996" y="10860378"/>
            <a:ext cx="847611" cy="310928"/>
            <a:chOff x="1503088" y="10860378"/>
            <a:chExt cx="846866" cy="310928"/>
          </a:xfrm>
        </p:grpSpPr>
        <p:sp>
          <p:nvSpPr>
            <p:cNvPr id="386" name="Rectangle: Rounded Corners 385">
              <a:extLst>
                <a:ext uri="{FF2B5EF4-FFF2-40B4-BE49-F238E27FC236}">
                  <a16:creationId xmlns:a16="http://schemas.microsoft.com/office/drawing/2014/main" id="{26DCEEE1-6519-4C92-8C43-F08763A1ABC0}"/>
                </a:ext>
              </a:extLst>
            </p:cNvPr>
            <p:cNvSpPr/>
            <p:nvPr/>
          </p:nvSpPr>
          <p:spPr>
            <a:xfrm>
              <a:off x="1503088" y="10860378"/>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a:solidFill>
                    <a:schemeClr val="bg1"/>
                  </a:solidFill>
                  <a:latin typeface="Bahij TheSansArabic Bold" panose="02040503050201020203" charset="-78"/>
                  <a:cs typeface="Bahij TheSansArabic Bold" panose="02040503050201020203" charset="-78"/>
                </a:rPr>
                <a:t>—</a:t>
              </a:r>
            </a:p>
          </p:txBody>
        </p:sp>
        <p:sp>
          <p:nvSpPr>
            <p:cNvPr id="387" name="Arrow: Down 386">
              <a:extLst>
                <a:ext uri="{FF2B5EF4-FFF2-40B4-BE49-F238E27FC236}">
                  <a16:creationId xmlns:a16="http://schemas.microsoft.com/office/drawing/2014/main" id="{B5A55041-B5C9-48DA-8EB7-CBA213604C2D}"/>
                </a:ext>
              </a:extLst>
            </p:cNvPr>
            <p:cNvSpPr/>
            <p:nvPr/>
          </p:nvSpPr>
          <p:spPr>
            <a:xfrm>
              <a:off x="2107178" y="10879033"/>
              <a:ext cx="234654"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8" name="Arrow: Down 387">
            <a:extLst>
              <a:ext uri="{FF2B5EF4-FFF2-40B4-BE49-F238E27FC236}">
                <a16:creationId xmlns:a16="http://schemas.microsoft.com/office/drawing/2014/main" id="{DF4AB646-79C9-48F4-BAD8-D85E8EFE15CE}"/>
              </a:ext>
            </a:extLst>
          </p:cNvPr>
          <p:cNvSpPr/>
          <p:nvPr/>
        </p:nvSpPr>
        <p:spPr>
          <a:xfrm flipV="1">
            <a:off x="11249568" y="10850123"/>
            <a:ext cx="234861" cy="292273"/>
          </a:xfrm>
          <a:prstGeom prst="down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6" name="Group 415">
            <a:extLst>
              <a:ext uri="{FF2B5EF4-FFF2-40B4-BE49-F238E27FC236}">
                <a16:creationId xmlns:a16="http://schemas.microsoft.com/office/drawing/2014/main" id="{3C7FC7B0-CF8C-4E96-A914-E031C4DD1E9C}"/>
              </a:ext>
            </a:extLst>
          </p:cNvPr>
          <p:cNvGrpSpPr/>
          <p:nvPr/>
        </p:nvGrpSpPr>
        <p:grpSpPr>
          <a:xfrm>
            <a:off x="6819703" y="12285043"/>
            <a:ext cx="7660771" cy="353539"/>
            <a:chOff x="8533072" y="12285043"/>
            <a:chExt cx="7660771" cy="353539"/>
          </a:xfrm>
        </p:grpSpPr>
        <p:sp>
          <p:nvSpPr>
            <p:cNvPr id="417" name="TextBox 416">
              <a:extLst>
                <a:ext uri="{FF2B5EF4-FFF2-40B4-BE49-F238E27FC236}">
                  <a16:creationId xmlns:a16="http://schemas.microsoft.com/office/drawing/2014/main" id="{87874986-0C7B-4E3C-B433-F4AC6385E293}"/>
                </a:ext>
              </a:extLst>
            </p:cNvPr>
            <p:cNvSpPr txBox="1"/>
            <p:nvPr/>
          </p:nvSpPr>
          <p:spPr>
            <a:xfrm>
              <a:off x="12647295" y="12300028"/>
              <a:ext cx="1472071"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م</a:t>
              </a:r>
              <a:r>
                <a:rPr lang="ar-SA" sz="1600"/>
                <a:t>حصل </a:t>
              </a:r>
              <a:r>
                <a:rPr lang="ar-JO" sz="1600"/>
                <a:t>2026م</a:t>
              </a:r>
              <a:endParaRPr lang="ar-SA" sz="1600"/>
            </a:p>
          </p:txBody>
        </p:sp>
        <p:sp>
          <p:nvSpPr>
            <p:cNvPr id="418" name="Rectangle 417">
              <a:extLst>
                <a:ext uri="{FF2B5EF4-FFF2-40B4-BE49-F238E27FC236}">
                  <a16:creationId xmlns:a16="http://schemas.microsoft.com/office/drawing/2014/main" id="{F8E4317B-75E1-4645-8BA8-B6EB8108EAC1}"/>
                </a:ext>
              </a:extLst>
            </p:cNvPr>
            <p:cNvSpPr/>
            <p:nvPr/>
          </p:nvSpPr>
          <p:spPr>
            <a:xfrm>
              <a:off x="14096210" y="12393577"/>
              <a:ext cx="137160" cy="137160"/>
            </a:xfrm>
            <a:prstGeom prst="rect">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419" name="TextBox 418">
              <a:extLst>
                <a:ext uri="{FF2B5EF4-FFF2-40B4-BE49-F238E27FC236}">
                  <a16:creationId xmlns:a16="http://schemas.microsoft.com/office/drawing/2014/main" id="{9333048B-45DF-4EAC-B333-948AF627351A}"/>
                </a:ext>
              </a:extLst>
            </p:cNvPr>
            <p:cNvSpPr txBox="1"/>
            <p:nvPr/>
          </p:nvSpPr>
          <p:spPr>
            <a:xfrm>
              <a:off x="8533072" y="12285043"/>
              <a:ext cx="3955187"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نسبة</a:t>
              </a:r>
              <a:r>
                <a:rPr lang="ar-SA" sz="1600"/>
                <a:t> المحصل </a:t>
              </a:r>
              <a:r>
                <a:rPr lang="ar-JO" sz="1600"/>
                <a:t>من المستهدف</a:t>
              </a:r>
              <a:r>
                <a:rPr lang="ar-SA" sz="1600"/>
                <a:t> </a:t>
              </a:r>
              <a:r>
                <a:rPr lang="ar-JO" sz="1600"/>
                <a:t>لسنة 2026م</a:t>
              </a:r>
              <a:endParaRPr lang="ar-SA" sz="1600"/>
            </a:p>
          </p:txBody>
        </p:sp>
        <p:sp>
          <p:nvSpPr>
            <p:cNvPr id="420" name="Rectangle 419">
              <a:extLst>
                <a:ext uri="{FF2B5EF4-FFF2-40B4-BE49-F238E27FC236}">
                  <a16:creationId xmlns:a16="http://schemas.microsoft.com/office/drawing/2014/main" id="{E796A27E-7309-4916-96E0-40075F0943E7}"/>
                </a:ext>
              </a:extLst>
            </p:cNvPr>
            <p:cNvSpPr/>
            <p:nvPr/>
          </p:nvSpPr>
          <p:spPr>
            <a:xfrm>
              <a:off x="12478652" y="12378592"/>
              <a:ext cx="137160" cy="137160"/>
            </a:xfrm>
            <a:prstGeom prst="rect">
              <a:avLst/>
            </a:prstGeom>
            <a:solidFill>
              <a:srgbClr val="0168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421" name="TextBox 420">
              <a:extLst>
                <a:ext uri="{FF2B5EF4-FFF2-40B4-BE49-F238E27FC236}">
                  <a16:creationId xmlns:a16="http://schemas.microsoft.com/office/drawing/2014/main" id="{B3DCC269-5BCA-4EB8-B0BC-213964409F60}"/>
                </a:ext>
              </a:extLst>
            </p:cNvPr>
            <p:cNvSpPr txBox="1"/>
            <p:nvPr/>
          </p:nvSpPr>
          <p:spPr>
            <a:xfrm>
              <a:off x="14335133" y="12286167"/>
              <a:ext cx="1731158" cy="338554"/>
            </a:xfrm>
            <a:prstGeom prst="rect">
              <a:avLst/>
            </a:prstGeom>
            <a:noFill/>
          </p:spPr>
          <p:txBody>
            <a:bodyPr wrap="square" rtlCol="0">
              <a:spAutoFit/>
            </a:bodyPr>
            <a:lstStyle>
              <a:defPPr marR="0" lvl="0" algn="l" rtl="0">
                <a:lnSpc>
                  <a:spcPct val="100000"/>
                </a:lnSpc>
                <a:spcBef>
                  <a:spcPts val="0"/>
                </a:spcBef>
                <a:spcAft>
                  <a:spcPts val="0"/>
                </a:spcAft>
                <a:defRPr/>
              </a:defPPr>
              <a:lvl1pPr algn="r">
                <a:defRPr>
                  <a:solidFill>
                    <a:schemeClr val="tx1"/>
                  </a:solidFill>
                  <a:latin typeface="Bahij TheSansArabic Bold" panose="02040503050201020203" charset="-78"/>
                  <a:cs typeface="Bahij TheSansArabic Bold" panose="02040503050201020203" charset="-78"/>
                </a:defRPr>
              </a:lvl1pPr>
            </a:lstStyle>
            <a:p>
              <a:pPr rtl="1"/>
              <a:r>
                <a:rPr lang="ar-JO" sz="1600"/>
                <a:t>مستهدف</a:t>
              </a:r>
              <a:r>
                <a:rPr lang="ar-SA" sz="1600"/>
                <a:t> </a:t>
              </a:r>
              <a:r>
                <a:rPr lang="ar-JO" sz="1600"/>
                <a:t>2026م</a:t>
              </a:r>
              <a:endParaRPr lang="ar-SA" sz="1600"/>
            </a:p>
          </p:txBody>
        </p:sp>
        <p:sp>
          <p:nvSpPr>
            <p:cNvPr id="422" name="Rectangle 421">
              <a:extLst>
                <a:ext uri="{FF2B5EF4-FFF2-40B4-BE49-F238E27FC236}">
                  <a16:creationId xmlns:a16="http://schemas.microsoft.com/office/drawing/2014/main" id="{41D48E0D-200D-4C0C-91FB-826F46F59588}"/>
                </a:ext>
              </a:extLst>
            </p:cNvPr>
            <p:cNvSpPr/>
            <p:nvPr/>
          </p:nvSpPr>
          <p:spPr>
            <a:xfrm>
              <a:off x="16056683" y="12379716"/>
              <a:ext cx="137160" cy="13716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grpSp>
      <p:sp>
        <p:nvSpPr>
          <p:cNvPr id="201" name="Rectangle: Rounded Corners 200">
            <a:extLst>
              <a:ext uri="{FF2B5EF4-FFF2-40B4-BE49-F238E27FC236}">
                <a16:creationId xmlns:a16="http://schemas.microsoft.com/office/drawing/2014/main" id="{CC441551-6BE9-449E-924D-075087731CFA}"/>
              </a:ext>
            </a:extLst>
          </p:cNvPr>
          <p:cNvSpPr/>
          <p:nvPr/>
        </p:nvSpPr>
        <p:spPr>
          <a:xfrm>
            <a:off x="371899" y="3079092"/>
            <a:ext cx="6948109" cy="1538675"/>
          </a:xfrm>
          <a:prstGeom prst="roundRect">
            <a:avLst>
              <a:gd name="adj" fmla="val 514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TextBox 201">
            <a:extLst>
              <a:ext uri="{FF2B5EF4-FFF2-40B4-BE49-F238E27FC236}">
                <a16:creationId xmlns:a16="http://schemas.microsoft.com/office/drawing/2014/main" id="{D1386BBA-1F2E-43B1-A022-DB455A7EF5AD}"/>
              </a:ext>
            </a:extLst>
          </p:cNvPr>
          <p:cNvSpPr txBox="1"/>
          <p:nvPr/>
        </p:nvSpPr>
        <p:spPr>
          <a:xfrm>
            <a:off x="1005378" y="2651007"/>
            <a:ext cx="5338274" cy="461665"/>
          </a:xfrm>
          <a:prstGeom prst="rect">
            <a:avLst/>
          </a:prstGeom>
          <a:noFill/>
        </p:spPr>
        <p:txBody>
          <a:bodyPr wrap="square" rtlCol="0">
            <a:spAutoFit/>
          </a:bodyPr>
          <a:lstStyle/>
          <a:p>
            <a:pPr algn="ctr"/>
            <a:r>
              <a:rPr lang="ar-SA" sz="2400" b="1">
                <a:solidFill>
                  <a:srgbClr val="106946"/>
                </a:solidFill>
                <a:latin typeface="Bahij TheSansArabic Bold" panose="02040503050201020203" charset="-78"/>
                <a:cs typeface="Bahij TheSansArabic Bold" panose="02040503050201020203" charset="-78"/>
              </a:rPr>
              <a:t>الإجمالي الكلي</a:t>
            </a:r>
            <a:endParaRPr lang="en-US" sz="2400" b="1">
              <a:solidFill>
                <a:srgbClr val="106946"/>
              </a:solidFill>
              <a:latin typeface="Bahij TheSansArabic Bold" panose="02040503050201020203" charset="-78"/>
              <a:cs typeface="Bahij TheSansArabic Bold" panose="02040503050201020203" charset="-78"/>
            </a:endParaRPr>
          </a:p>
        </p:txBody>
      </p:sp>
      <p:grpSp>
        <p:nvGrpSpPr>
          <p:cNvPr id="203" name="Group 202">
            <a:extLst>
              <a:ext uri="{FF2B5EF4-FFF2-40B4-BE49-F238E27FC236}">
                <a16:creationId xmlns:a16="http://schemas.microsoft.com/office/drawing/2014/main" id="{3F34B63E-CF59-49CF-BCB8-5F600C89639C}"/>
              </a:ext>
            </a:extLst>
          </p:cNvPr>
          <p:cNvGrpSpPr/>
          <p:nvPr/>
        </p:nvGrpSpPr>
        <p:grpSpPr>
          <a:xfrm>
            <a:off x="5366842" y="3088428"/>
            <a:ext cx="1953620" cy="518336"/>
            <a:chOff x="-6600343" y="3070054"/>
            <a:chExt cx="846866" cy="326513"/>
          </a:xfrm>
        </p:grpSpPr>
        <p:sp>
          <p:nvSpPr>
            <p:cNvPr id="204" name="Rectangle: Rounded Corners 203">
              <a:extLst>
                <a:ext uri="{FF2B5EF4-FFF2-40B4-BE49-F238E27FC236}">
                  <a16:creationId xmlns:a16="http://schemas.microsoft.com/office/drawing/2014/main" id="{27335556-057E-4B96-89B4-552F701399C9}"/>
                </a:ext>
              </a:extLst>
            </p:cNvPr>
            <p:cNvSpPr/>
            <p:nvPr/>
          </p:nvSpPr>
          <p:spPr>
            <a:xfrm>
              <a:off x="-6600343" y="3070054"/>
              <a:ext cx="846866" cy="310752"/>
            </a:xfrm>
            <a:prstGeom prst="roundRect">
              <a:avLst/>
            </a:prstGeom>
            <a:solidFill>
              <a:srgbClr val="01686A"/>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algn="ctr" rtl="1"/>
              <a:r>
                <a:rPr lang="en-US" sz="2400">
                  <a:solidFill>
                    <a:schemeClr val="bg1"/>
                  </a:solidFill>
                  <a:latin typeface="Bahij TheSansArabic Bold" panose="02040503050201020203" charset="-78"/>
                  <a:cs typeface="Bahij TheSansArabic Bold" panose="02040503050201020203" charset="-78"/>
                </a:rPr>
                <a:t>-12%</a:t>
              </a:r>
            </a:p>
          </p:txBody>
        </p:sp>
        <p:sp>
          <p:nvSpPr>
            <p:cNvPr id="205" name="Arrow: Down 204">
              <a:extLst>
                <a:ext uri="{FF2B5EF4-FFF2-40B4-BE49-F238E27FC236}">
                  <a16:creationId xmlns:a16="http://schemas.microsoft.com/office/drawing/2014/main" id="{E6AEA038-084A-474A-8407-230122B5F67A}"/>
                </a:ext>
              </a:extLst>
            </p:cNvPr>
            <p:cNvSpPr/>
            <p:nvPr/>
          </p:nvSpPr>
          <p:spPr>
            <a:xfrm>
              <a:off x="-5913236" y="3094297"/>
              <a:ext cx="151637" cy="302270"/>
            </a:xfrm>
            <a:prstGeom prst="down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6" name="Chart 205">
            <a:extLst>
              <a:ext uri="{FF2B5EF4-FFF2-40B4-BE49-F238E27FC236}">
                <a16:creationId xmlns:a16="http://schemas.microsoft.com/office/drawing/2014/main" id="{FC247DD4-CDB5-4627-AF24-A5A2E29E7B84}"/>
              </a:ext>
            </a:extLst>
          </p:cNvPr>
          <p:cNvGraphicFramePr>
            <a:graphicFrameLocks noChangeAspect="1"/>
          </p:cNvGraphicFramePr>
          <p:nvPr>
            <p:extLst>
              <p:ext uri="{D42A27DB-BD31-4B8C-83A1-F6EECF244321}">
                <p14:modId xmlns:p14="http://schemas.microsoft.com/office/powerpoint/2010/main" val="2079791373"/>
              </p:ext>
            </p:extLst>
          </p:nvPr>
        </p:nvGraphicFramePr>
        <p:xfrm>
          <a:off x="411752" y="3083654"/>
          <a:ext cx="7053703" cy="1985515"/>
        </p:xfrm>
        <a:graphic>
          <a:graphicData uri="http://schemas.openxmlformats.org/drawingml/2006/chart">
            <c:chart xmlns:c="http://schemas.openxmlformats.org/drawingml/2006/chart" xmlns:r="http://schemas.openxmlformats.org/officeDocument/2006/relationships" r:id="rId9"/>
          </a:graphicData>
        </a:graphic>
      </p:graphicFrame>
      <p:grpSp>
        <p:nvGrpSpPr>
          <p:cNvPr id="207" name="Group 206">
            <a:extLst>
              <a:ext uri="{FF2B5EF4-FFF2-40B4-BE49-F238E27FC236}">
                <a16:creationId xmlns:a16="http://schemas.microsoft.com/office/drawing/2014/main" id="{D8686071-66BC-4B62-B34E-0E54E082DC0E}"/>
              </a:ext>
            </a:extLst>
          </p:cNvPr>
          <p:cNvGrpSpPr/>
          <p:nvPr/>
        </p:nvGrpSpPr>
        <p:grpSpPr>
          <a:xfrm>
            <a:off x="436451" y="5836634"/>
            <a:ext cx="6809448" cy="6278855"/>
            <a:chOff x="12946824" y="9476819"/>
            <a:chExt cx="11234286" cy="3109028"/>
          </a:xfrm>
        </p:grpSpPr>
        <p:sp>
          <p:nvSpPr>
            <p:cNvPr id="208" name="Rectangle: Rounded Corners 207">
              <a:extLst>
                <a:ext uri="{FF2B5EF4-FFF2-40B4-BE49-F238E27FC236}">
                  <a16:creationId xmlns:a16="http://schemas.microsoft.com/office/drawing/2014/main" id="{9A9D702A-3797-4C14-8BB5-DCE53B905E92}"/>
                </a:ext>
              </a:extLst>
            </p:cNvPr>
            <p:cNvSpPr/>
            <p:nvPr/>
          </p:nvSpPr>
          <p:spPr>
            <a:xfrm>
              <a:off x="12946824" y="9476819"/>
              <a:ext cx="11234286" cy="2922951"/>
            </a:xfrm>
            <a:prstGeom prst="roundRect">
              <a:avLst>
                <a:gd name="adj" fmla="val 5229"/>
              </a:avLst>
            </a:prstGeom>
            <a:solidFill>
              <a:srgbClr val="FBFBFA"/>
            </a:solid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SA"/>
            </a:p>
          </p:txBody>
        </p:sp>
        <p:sp>
          <p:nvSpPr>
            <p:cNvPr id="209" name="TextBox 208">
              <a:extLst>
                <a:ext uri="{FF2B5EF4-FFF2-40B4-BE49-F238E27FC236}">
                  <a16:creationId xmlns:a16="http://schemas.microsoft.com/office/drawing/2014/main" id="{69F278D7-66DD-43FE-8BA4-981E91B72351}"/>
                </a:ext>
              </a:extLst>
            </p:cNvPr>
            <p:cNvSpPr txBox="1"/>
            <p:nvPr/>
          </p:nvSpPr>
          <p:spPr>
            <a:xfrm>
              <a:off x="13111567" y="10071277"/>
              <a:ext cx="10827240" cy="2514570"/>
            </a:xfrm>
            <a:prstGeom prst="rect">
              <a:avLst/>
            </a:prstGeom>
            <a:noFill/>
          </p:spPr>
          <p:txBody>
            <a:bodyPr wrap="square" rtlCol="1">
              <a:spAutoFit/>
            </a:bodyPr>
            <a:lstStyle/>
            <a:p>
              <a:pPr marL="285750" indent="-285750" algn="justLow" rtl="1">
                <a:buFont typeface="Arial" panose="020B0604020202020204" pitchFamily="34" charset="0"/>
                <a:buChar char="•"/>
              </a:pPr>
              <a:r>
                <a:rPr lang="ar-SA" sz="1800" b="1">
                  <a:solidFill>
                    <a:srgbClr val="01686A"/>
                  </a:solidFill>
                  <a:latin typeface="Bahij TheSansArabic Plain" panose="02040503050201020203" pitchFamily="18" charset="-78"/>
                  <a:cs typeface="Bahij TheSansArabic Plain" panose="02040503050201020203" pitchFamily="18" charset="-78"/>
                </a:rPr>
                <a:t>العوامل الخارجية:</a:t>
              </a:r>
            </a:p>
            <a:p>
              <a:pPr marL="285750" indent="-285750" algn="justLow" rtl="1">
                <a:buFont typeface="Arial" panose="020B0604020202020204" pitchFamily="34" charset="0"/>
                <a:buChar char="•"/>
              </a:pPr>
              <a:endParaRPr lang="ar-SA" sz="1800" b="1">
                <a:solidFill>
                  <a:srgbClr val="01686A"/>
                </a:solidFill>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تم العمل بنموذج </a:t>
              </a:r>
              <a:r>
                <a:rPr lang="ar-SA" sz="1800" b="1">
                  <a:latin typeface="Bahij TheSansArabic Plain" panose="02040503050201020203" pitchFamily="18" charset="-78"/>
                  <a:cs typeface="Bahij TheSansArabic Plain" panose="02040503050201020203" pitchFamily="18" charset="-78"/>
                </a:rPr>
                <a:t>هولت </a:t>
              </a:r>
              <a:r>
                <a:rPr lang="ar-SA" sz="1800" b="1" err="1">
                  <a:latin typeface="Bahij TheSansArabic Plain" panose="02040503050201020203" pitchFamily="18" charset="-78"/>
                  <a:cs typeface="Bahij TheSansArabic Plain" panose="02040503050201020203" pitchFamily="18" charset="-78"/>
                </a:rPr>
                <a:t>وينترز</a:t>
              </a:r>
              <a:r>
                <a:rPr lang="ar-SA" sz="1800" b="1">
                  <a:latin typeface="Bahij TheSansArabic Plain" panose="02040503050201020203" pitchFamily="18" charset="-78"/>
                  <a:cs typeface="Bahij TheSansArabic Plain" panose="02040503050201020203" pitchFamily="18" charset="-78"/>
                </a:rPr>
                <a:t>  </a:t>
              </a:r>
              <a:r>
                <a:rPr lang="ar-SA" sz="1800">
                  <a:latin typeface="Bahij TheSansArabic Plain" panose="02040503050201020203" pitchFamily="18" charset="-78"/>
                  <a:cs typeface="Bahij TheSansArabic Plain" panose="02040503050201020203" pitchFamily="18" charset="-78"/>
                </a:rPr>
                <a:t>هجين مبني على التوقع الأساس الكمي، مع تحويل العوامل الخارجية إلى نسب مئوية تُطبّق على كل نوع ايراد.</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ارتفاع الإيرادات الغير نفطية خلال النصف الأول من العام الحالي بشكل كبير عن المستهدف و حيث أن إيرادات القطع البلدي تشكل 24% منها.</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السياحة والفعاليات: موسم الرياض يبدأ ~أكتوبر، +18م زائر في 2024 وتأثير اقتصادي ~256 مليار ريال، رفع 15%  </a:t>
              </a:r>
              <a:r>
                <a:rPr lang="ar-SA" sz="1800" err="1">
                  <a:latin typeface="Bahij TheSansArabic Plain" panose="02040503050201020203" pitchFamily="18" charset="-78"/>
                  <a:cs typeface="Bahij TheSansArabic Plain" panose="02040503050201020203" pitchFamily="18" charset="-78"/>
                </a:rPr>
                <a:t>للتبويبات</a:t>
              </a:r>
              <a:r>
                <a:rPr lang="ar-SA" sz="1800">
                  <a:latin typeface="Bahij TheSansArabic Plain" panose="02040503050201020203" pitchFamily="18" charset="-78"/>
                  <a:cs typeface="Bahij TheSansArabic Plain" panose="02040503050201020203" pitchFamily="18" charset="-78"/>
                </a:rPr>
                <a:t> ذات الصلة بالتراخيص والتصاريح والإيواء والتبغ.</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r>
                <a:rPr lang="ar-SA" sz="1800">
                  <a:latin typeface="Bahij TheSansArabic Plain" panose="02040503050201020203" pitchFamily="18" charset="-78"/>
                  <a:cs typeface="Bahij TheSansArabic Plain" panose="02040503050201020203" pitchFamily="18" charset="-78"/>
                </a:rPr>
                <a:t>عوامل اجتماعية: زيادة مشاركة المرأة وتغير الإنفاق) رفع طفيف ~5% لإيرادات المستهلك.</a:t>
              </a:r>
            </a:p>
            <a:p>
              <a:pPr algn="justLow" rtl="1"/>
              <a:endParaRPr lang="ar-SA" sz="1800">
                <a:latin typeface="Bahij TheSansArabic Plain" panose="02040503050201020203" pitchFamily="18" charset="-78"/>
                <a:cs typeface="Bahij TheSansArabic Plain" panose="02040503050201020203" pitchFamily="18" charset="-78"/>
              </a:endParaRPr>
            </a:p>
            <a:p>
              <a:pPr marL="285750" indent="-285750" algn="justLow" rtl="1">
                <a:buFont typeface="Arial" panose="020B0604020202020204" pitchFamily="34" charset="0"/>
                <a:buChar char="•"/>
              </a:pPr>
              <a:endParaRPr lang="ar-SA" sz="1800">
                <a:latin typeface="Bahij TheSansArabic Plain" panose="02040503050201020203" pitchFamily="18" charset="-78"/>
                <a:cs typeface="Bahij TheSansArabic Plain" panose="02040503050201020203" pitchFamily="18" charset="-78"/>
              </a:endParaRPr>
            </a:p>
          </p:txBody>
        </p:sp>
      </p:grpSp>
      <p:sp>
        <p:nvSpPr>
          <p:cNvPr id="210" name="TextBox 209">
            <a:extLst>
              <a:ext uri="{FF2B5EF4-FFF2-40B4-BE49-F238E27FC236}">
                <a16:creationId xmlns:a16="http://schemas.microsoft.com/office/drawing/2014/main" id="{8D7E748E-5507-45CC-B9AA-785F4CE4D635}"/>
              </a:ext>
            </a:extLst>
          </p:cNvPr>
          <p:cNvSpPr txBox="1"/>
          <p:nvPr/>
        </p:nvSpPr>
        <p:spPr>
          <a:xfrm>
            <a:off x="1106486" y="6269831"/>
            <a:ext cx="5268254" cy="461665"/>
          </a:xfrm>
          <a:prstGeom prst="rect">
            <a:avLst/>
          </a:prstGeom>
          <a:noFill/>
        </p:spPr>
        <p:txBody>
          <a:bodyPr wrap="square" rtlCol="0">
            <a:spAutoFit/>
          </a:bodyPr>
          <a:lstStyle>
            <a:defPPr marR="0" lvl="0" algn="l" rtl="0">
              <a:lnSpc>
                <a:spcPct val="100000"/>
              </a:lnSpc>
              <a:spcBef>
                <a:spcPts val="0"/>
              </a:spcBef>
              <a:spcAft>
                <a:spcPts val="0"/>
              </a:spcAft>
            </a:defPPr>
            <a:lvl1pPr algn="ctr">
              <a:defRPr sz="1600">
                <a:solidFill>
                  <a:srgbClr val="106946"/>
                </a:solidFill>
                <a:latin typeface="Bahij TheSansArabic Bold" panose="02040503050201020203" charset="-78"/>
                <a:cs typeface="Bahij TheSansArabic Bold" panose="02040503050201020203" charset="-78"/>
              </a:defRPr>
            </a:lvl1pPr>
          </a:lstStyle>
          <a:p>
            <a:pPr algn="r"/>
            <a:r>
              <a:rPr lang="ar-SA" sz="2400">
                <a:solidFill>
                  <a:srgbClr val="00B050"/>
                </a:solidFill>
                <a:latin typeface="Bahij TheSansArabic Bold" panose="02040503050201020203" pitchFamily="18" charset="-78"/>
                <a:cs typeface="Bahij TheSansArabic Bold" panose="02040503050201020203" pitchFamily="18" charset="-78"/>
              </a:rPr>
              <a:t>منهجية تنبؤ بالربع الأخير من عام 2025</a:t>
            </a:r>
          </a:p>
        </p:txBody>
      </p:sp>
    </p:spTree>
    <p:extLst>
      <p:ext uri="{BB962C8B-B14F-4D97-AF65-F5344CB8AC3E}">
        <p14:creationId xmlns:p14="http://schemas.microsoft.com/office/powerpoint/2010/main" val="296461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7;p1">
            <a:extLst>
              <a:ext uri="{FF2B5EF4-FFF2-40B4-BE49-F238E27FC236}">
                <a16:creationId xmlns:a16="http://schemas.microsoft.com/office/drawing/2014/main" id="{CF54A466-4C14-CFE8-ECA5-8B2AE5E29AA9}"/>
              </a:ext>
            </a:extLst>
          </p:cNvPr>
          <p:cNvSpPr txBox="1"/>
          <p:nvPr/>
        </p:nvSpPr>
        <p:spPr>
          <a:xfrm>
            <a:off x="2254297" y="5635069"/>
            <a:ext cx="11427133" cy="1972348"/>
          </a:xfrm>
          <a:prstGeom prst="rect">
            <a:avLst/>
          </a:prstGeom>
          <a:noFill/>
          <a:ln>
            <a:noFill/>
          </a:ln>
        </p:spPr>
        <p:txBody>
          <a:bodyPr spcFirstLastPara="1" wrap="square" lIns="243656" tIns="243656" rIns="243656" bIns="243656" anchor="t" anchorCtr="0">
            <a:spAutoFit/>
          </a:bodyPr>
          <a:lstStyle/>
          <a:p>
            <a:pPr algn="r" rtl="1">
              <a:buClr>
                <a:schemeClr val="lt1"/>
              </a:buClr>
              <a:buSzPts val="3600"/>
            </a:pPr>
            <a:r>
              <a:rPr lang="ar-SA" sz="9619">
                <a:solidFill>
                  <a:schemeClr val="bg1"/>
                </a:solidFill>
                <a:latin typeface="Bahij TheSansArabic ExtraBold" panose="02040503050201020203" pitchFamily="18" charset="-78"/>
                <a:ea typeface="Cairo"/>
                <a:cs typeface="Bahij TheSansArabic ExtraBold" panose="02040503050201020203" pitchFamily="18" charset="-78"/>
                <a:sym typeface="Cairo"/>
              </a:rPr>
              <a:t>شــــــكرًا</a:t>
            </a:r>
          </a:p>
        </p:txBody>
      </p:sp>
      <p:pic>
        <p:nvPicPr>
          <p:cNvPr id="3" name="Picture 4">
            <a:extLst>
              <a:ext uri="{FF2B5EF4-FFF2-40B4-BE49-F238E27FC236}">
                <a16:creationId xmlns:a16="http://schemas.microsoft.com/office/drawing/2014/main" id="{B41165FC-0622-4E6B-8BE5-267B9B367AB4}"/>
              </a:ext>
            </a:extLst>
          </p:cNvPr>
          <p:cNvPicPr>
            <a:picLocks noChangeAspect="1"/>
          </p:cNvPicPr>
          <p:nvPr/>
        </p:nvPicPr>
        <p:blipFill>
          <a:blip r:embed="rId2"/>
          <a:srcRect/>
          <a:stretch/>
        </p:blipFill>
        <p:spPr>
          <a:xfrm>
            <a:off x="18828357" y="896727"/>
            <a:ext cx="4690355" cy="1270574"/>
          </a:xfrm>
          <a:prstGeom prst="rect">
            <a:avLst/>
          </a:prstGeom>
        </p:spPr>
      </p:pic>
    </p:spTree>
    <p:extLst>
      <p:ext uri="{BB962C8B-B14F-4D97-AF65-F5344CB8AC3E}">
        <p14:creationId xmlns:p14="http://schemas.microsoft.com/office/powerpoint/2010/main" val="5551000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DV_TOP" val="123.2499"/>
  <p:tag name="ADV_LEFT" val="25.37504"/>
  <p:tag name="ADV_HEIGHT" val="361.75"/>
  <p:tag name="ADV_WIDTH" val="328.7599"/>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Design Hub Brand refresh layout - Arabic">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11">
      <a:majorFont>
        <a:latin typeface="DIN Next LT Arabic"/>
        <a:ea typeface=""/>
        <a:cs typeface=""/>
      </a:majorFont>
      <a:minorFont>
        <a:latin typeface="DIN Next LT Arabic"/>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Dark Blue">
      <a:srgbClr val="0C233C"/>
    </a:custClr>
    <a:custClr name="Light Blue">
      <a:srgbClr val="ACEAFF"/>
    </a:custClr>
    <a:custClr name="Pacific Blue">
      <a:srgbClr val="00B8F5"/>
    </a:custClr>
    <a:custClr name="Purple">
      <a:srgbClr val="7213EA"/>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EMA MADE Rapid Template - AUDIT - FINAL.potx  -  Read-Only" id="{BBE06C01-0598-49EF-B6A8-C8D98A76597B}" vid="{E256C935-C30F-4E91-B169-D319DD15BB67}"/>
    </a:ext>
  </a:ext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
  <TotalTime>262</TotalTime>
  <Words>551</Words>
  <Application>Microsoft Office PowerPoint</Application>
  <PresentationFormat>Custom</PresentationFormat>
  <Paragraphs>184</Paragraphs>
  <Slides>4</Slides>
  <Notes>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5" baseType="lpstr">
      <vt:lpstr>Bahij TheSansArabic Bold</vt:lpstr>
      <vt:lpstr>Bahij TheSansArabic ExtraBold</vt:lpstr>
      <vt:lpstr>Bahij TheSansArabic Plain</vt:lpstr>
      <vt:lpstr>Arial</vt:lpstr>
      <vt:lpstr>KPMG Bold</vt:lpstr>
      <vt:lpstr>DIN Next LT Arabic</vt:lpstr>
      <vt:lpstr>Calibri</vt:lpstr>
      <vt:lpstr>Calibri Light</vt:lpstr>
      <vt:lpstr>1_Office Theme</vt:lpstr>
      <vt:lpstr>Design Hub Brand refresh layout - Arabic</vt:lpstr>
      <vt:lpstr>think-cell Slide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Al Otaibi</dc:creator>
  <cp:lastModifiedBy>faisal alateeq</cp:lastModifiedBy>
  <cp:revision>3</cp:revision>
  <cp:lastPrinted>2025-06-30T08:28:38Z</cp:lastPrinted>
  <dcterms:created xsi:type="dcterms:W3CDTF">2023-09-18T05:33:56Z</dcterms:created>
  <dcterms:modified xsi:type="dcterms:W3CDTF">2026-10-19T18:04:45Z</dcterms:modified>
</cp:coreProperties>
</file>