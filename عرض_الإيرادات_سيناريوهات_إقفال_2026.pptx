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2.xml" ContentType="application/vnd.openxmlformats-officedocument.presentationml.notesSlid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autoCompressPictures="0">
  <p:sldMasterIdLst>
    <p:sldMasterId id="2147483706" r:id="rId1"/>
    <p:sldMasterId id="2147483721" r:id="rId2"/>
  </p:sldMasterIdLst>
  <p:notesMasterIdLst>
    <p:notesMasterId r:id="rId7"/>
  </p:notesMasterIdLst>
  <p:handoutMasterIdLst>
    <p:handoutMasterId r:id="rId8"/>
  </p:handoutMasterIdLst>
  <p:sldIdLst>
    <p:sldId id="509" r:id="rId3"/>
    <p:sldId id="1448944975" r:id="rId4"/>
    <p:sldId id="1448944974" r:id="rId5"/>
    <p:sldId id="1448944980" r:id="rId905"/>
    <p:sldId id="1448944981" r:id="rId906"/>
    <p:sldId id="507" r:id="rId6"/>
  </p:sldIdLst>
  <p:sldSz cx="24384000" cy="13716000"/>
  <p:notesSz cx="7010400" cy="9296400"/>
  <p:embeddedFontLst>
    <p:embeddedFont>
      <p:font typeface="Bahij TheSansArabic Bold" panose="02040503050201020203" pitchFamily="18" charset="-78"/>
      <p:regular r:id="rId9"/>
    </p:embeddedFont>
    <p:embeddedFont>
      <p:font typeface="Bahij TheSansArabic ExtraBold" panose="02040503050201020203" charset="-78"/>
      <p:regular r:id="rId10"/>
      <p:bold r:id="rId11"/>
    </p:embeddedFont>
    <p:embeddedFont>
      <p:font typeface="Bahij TheSansArabic Plain" panose="02040503050201020203" charset="-78"/>
      <p:regular r:id="rId12"/>
    </p:embeddedFont>
    <p:embeddedFont>
      <p:font typeface="KPMG Bold" panose="020B0604020202020204" charset="0"/>
      <p:bold r:id="rId13"/>
      <p:boldItalic r:id="rId1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7440" userDrawn="1">
          <p15:clr>
            <a:srgbClr val="A4A3A4"/>
          </p15:clr>
        </p15:guide>
        <p15:guide id="2" pos="7681"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2E40952-AE85-F739-3608-63E7A335AB77}" name="Elrayes, Eslam" initials="EE" userId="S::eelrayes@kpmg.com::26e5f067-9b40-497f-97c7-c4952bfce656" providerId="AD"/>
  <p188:author id="{BCBB67BA-32BF-515F-41B4-1C8BAC5417D5}" name="Shweikeh, Abdelmajid" initials="SA" userId="S::ashweikeh@kpmg.com::6deae7ab-f5f1-4355-957a-0bbe0b22650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faisal alateeq" initials="fa" lastIdx="3" clrIdx="0">
    <p:extLst>
      <p:ext uri="{19B8F6BF-5375-455C-9EA6-DF929625EA0E}">
        <p15:presenceInfo xmlns:p15="http://schemas.microsoft.com/office/powerpoint/2012/main" userId="9c6b852a9f8e3b1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686A"/>
    <a:srgbClr val="106946"/>
    <a:srgbClr val="A9D18E"/>
    <a:srgbClr val="4B8A6E"/>
    <a:srgbClr val="72988B"/>
    <a:srgbClr val="FBFBFA"/>
    <a:srgbClr val="79B59A"/>
    <a:srgbClr val="00B050"/>
    <a:srgbClr val="002060"/>
    <a:srgbClr val="E9EDF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C47C4EF-55E2-4766-BE84-DB4DE8EFA2F4}">
  <a:tblStyle styleId="{0C47C4EF-55E2-4766-BE84-DB4DE8EFA2F4}" styleName="Table_0">
    <a:wholeTbl>
      <a:tcTxStyle b="off" i="off">
        <a:font>
          <a:latin typeface="Segoe UI"/>
          <a:ea typeface="Segoe UI"/>
          <a:cs typeface="Segoe U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FEEEC"/>
          </a:solidFill>
        </a:fill>
      </a:tcStyle>
    </a:wholeTbl>
    <a:band1H>
      <a:tcTxStyle/>
      <a:tcStyle>
        <a:tcBdr/>
        <a:fill>
          <a:solidFill>
            <a:srgbClr val="DEDCD8"/>
          </a:solidFill>
        </a:fill>
      </a:tcStyle>
    </a:band1H>
    <a:band2H>
      <a:tcTxStyle/>
      <a:tcStyle>
        <a:tcBdr/>
      </a:tcStyle>
    </a:band2H>
    <a:band1V>
      <a:tcTxStyle/>
      <a:tcStyle>
        <a:tcBdr/>
        <a:fill>
          <a:solidFill>
            <a:srgbClr val="DEDCD8"/>
          </a:solidFill>
        </a:fill>
      </a:tcStyle>
    </a:band1V>
    <a:band2V>
      <a:tcTxStyle/>
      <a:tcStyle>
        <a:tcBdr/>
      </a:tcStyle>
    </a:band2V>
    <a:lastCol>
      <a:tcTxStyle b="on" i="off">
        <a:font>
          <a:latin typeface="Segoe UI"/>
          <a:ea typeface="Segoe UI"/>
          <a:cs typeface="Segoe UI"/>
        </a:font>
        <a:schemeClr val="lt1"/>
      </a:tcTxStyle>
      <a:tcStyle>
        <a:tcBdr/>
        <a:fill>
          <a:solidFill>
            <a:schemeClr val="accent1"/>
          </a:solidFill>
        </a:fill>
      </a:tcStyle>
    </a:lastCol>
    <a:firstCol>
      <a:tcTxStyle b="on" i="off">
        <a:font>
          <a:latin typeface="Segoe UI"/>
          <a:ea typeface="Segoe UI"/>
          <a:cs typeface="Segoe UI"/>
        </a:font>
        <a:schemeClr val="lt1"/>
      </a:tcTxStyle>
      <a:tcStyle>
        <a:tcBdr/>
        <a:fill>
          <a:solidFill>
            <a:schemeClr val="accent1"/>
          </a:solidFill>
        </a:fill>
      </a:tcStyle>
    </a:firstCol>
    <a:lastRow>
      <a:tcTxStyle b="on" i="off">
        <a:font>
          <a:latin typeface="Segoe UI"/>
          <a:ea typeface="Segoe UI"/>
          <a:cs typeface="Segoe U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Segoe UI"/>
          <a:ea typeface="Segoe UI"/>
          <a:cs typeface="Segoe U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9EC23CB0-B3A5-4C79-A7E5-B9AB0166D200}" styleName="Table_1">
    <a:wholeTbl>
      <a:tcTxStyle b="off" i="off">
        <a:font>
          <a:latin typeface="Segoe UI"/>
          <a:ea typeface="Segoe UI"/>
          <a:cs typeface="Segoe U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E8EA"/>
          </a:solidFill>
        </a:fill>
      </a:tcStyle>
    </a:wholeTbl>
    <a:band1H>
      <a:tcTxStyle/>
      <a:tcStyle>
        <a:tcBdr/>
        <a:fill>
          <a:solidFill>
            <a:srgbClr val="CBCED2"/>
          </a:solidFill>
        </a:fill>
      </a:tcStyle>
    </a:band1H>
    <a:band2H>
      <a:tcTxStyle/>
      <a:tcStyle>
        <a:tcBdr/>
      </a:tcStyle>
    </a:band2H>
    <a:band1V>
      <a:tcTxStyle/>
      <a:tcStyle>
        <a:tcBdr/>
        <a:fill>
          <a:solidFill>
            <a:srgbClr val="CBCED2"/>
          </a:solidFill>
        </a:fill>
      </a:tcStyle>
    </a:band1V>
    <a:band2V>
      <a:tcTxStyle/>
      <a:tcStyle>
        <a:tcBdr/>
      </a:tcStyle>
    </a:band2V>
    <a:lastCol>
      <a:tcTxStyle b="on" i="off">
        <a:font>
          <a:latin typeface="Segoe UI"/>
          <a:ea typeface="Segoe UI"/>
          <a:cs typeface="Segoe UI"/>
        </a:font>
        <a:schemeClr val="lt1"/>
      </a:tcTxStyle>
      <a:tcStyle>
        <a:tcBdr/>
        <a:fill>
          <a:solidFill>
            <a:schemeClr val="dk1"/>
          </a:solidFill>
        </a:fill>
      </a:tcStyle>
    </a:lastCol>
    <a:firstCol>
      <a:tcTxStyle b="on" i="off">
        <a:font>
          <a:latin typeface="Segoe UI"/>
          <a:ea typeface="Segoe UI"/>
          <a:cs typeface="Segoe UI"/>
        </a:font>
        <a:schemeClr val="lt1"/>
      </a:tcTxStyle>
      <a:tcStyle>
        <a:tcBdr/>
        <a:fill>
          <a:solidFill>
            <a:schemeClr val="dk1"/>
          </a:solidFill>
        </a:fill>
      </a:tcStyle>
    </a:firstCol>
    <a:lastRow>
      <a:tcTxStyle b="on" i="off">
        <a:font>
          <a:latin typeface="Segoe UI"/>
          <a:ea typeface="Segoe UI"/>
          <a:cs typeface="Segoe UI"/>
        </a:font>
        <a:schemeClr val="lt1"/>
      </a:tcTxStyle>
      <a:tcStyle>
        <a:tcBdr>
          <a:top>
            <a:ln w="38100" cap="flat" cmpd="sng">
              <a:solidFill>
                <a:schemeClr val="lt1"/>
              </a:solidFill>
              <a:prstDash val="solid"/>
              <a:round/>
              <a:headEnd type="none" w="sm" len="sm"/>
              <a:tailEnd type="none" w="sm" len="sm"/>
            </a:ln>
          </a:top>
        </a:tcBdr>
        <a:fill>
          <a:solidFill>
            <a:schemeClr val="dk1"/>
          </a:solidFill>
        </a:fill>
      </a:tcStyle>
    </a:lastRow>
    <a:seCell>
      <a:tcTxStyle/>
      <a:tcStyle>
        <a:tcBdr/>
      </a:tcStyle>
    </a:seCell>
    <a:swCell>
      <a:tcTxStyle/>
      <a:tcStyle>
        <a:tcBdr/>
      </a:tcStyle>
    </a:swCell>
    <a:firstRow>
      <a:tcTxStyle b="on" i="off">
        <a:font>
          <a:latin typeface="Segoe UI"/>
          <a:ea typeface="Segoe UI"/>
          <a:cs typeface="Segoe UI"/>
        </a:font>
        <a:schemeClr val="lt1"/>
      </a:tcTxStyle>
      <a:tcStyle>
        <a:tcBdr>
          <a:bottom>
            <a:ln w="38100" cap="flat" cmpd="sng">
              <a:solidFill>
                <a:schemeClr val="lt1"/>
              </a:solidFill>
              <a:prstDash val="solid"/>
              <a:round/>
              <a:headEnd type="none" w="sm" len="sm"/>
              <a:tailEnd type="none" w="sm" len="sm"/>
            </a:ln>
          </a:bottom>
        </a:tcBdr>
        <a:fill>
          <a:solidFill>
            <a:schemeClr val="dk1"/>
          </a:solidFill>
        </a:fill>
      </a:tcStyle>
    </a:firstRow>
    <a:neCell>
      <a:tcTxStyle/>
      <a:tcStyle>
        <a:tcBdr/>
      </a:tcStyle>
    </a:neCell>
    <a:nwCell>
      <a:tcTxStyle/>
      <a:tcStyle>
        <a:tcBdr/>
      </a:tcStyle>
    </a:nwCel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2" d="100"/>
          <a:sy n="52" d="100"/>
        </p:scale>
        <p:origin x="834" y="90"/>
      </p:cViewPr>
      <p:guideLst>
        <p:guide orient="horz" pos="7440"/>
        <p:guide pos="7681"/>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handoutMaster" Target="handoutMasters/handoutMaster1.xml"/><Relationship Id="rId13" Type="http://schemas.openxmlformats.org/officeDocument/2006/relationships/font" Target="fonts/font5.fntdata"/><Relationship Id="rId18"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notesMaster" Target="notesMasters/notesMaster1.xml"/><Relationship Id="rId12" Type="http://schemas.openxmlformats.org/officeDocument/2006/relationships/font" Target="fonts/font4.fntdata"/><Relationship Id="rId17"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presProps" Target="presProps.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font" Target="fonts/font3.fntdata"/><Relationship Id="rId5" Type="http://schemas.openxmlformats.org/officeDocument/2006/relationships/slide" Target="slides/slide3.xml"/><Relationship Id="rId15" Type="http://schemas.openxmlformats.org/officeDocument/2006/relationships/commentAuthors" Target="commentAuthors.xml"/><Relationship Id="rId10" Type="http://schemas.openxmlformats.org/officeDocument/2006/relationships/font" Target="fonts/font2.fntdata"/><Relationship Id="rId19"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font" Target="fonts/font1.fntdata"/><Relationship Id="rId14" Type="http://schemas.openxmlformats.org/officeDocument/2006/relationships/font" Target="fonts/font6.fntdata"/><Relationship Id="rId905" Type="http://schemas.openxmlformats.org/officeDocument/2006/relationships/slide" Target="slides/slide5.xml"/><Relationship Id="rId906" Type="http://schemas.openxmlformats.org/officeDocument/2006/relationships/slide" Target="slides/slide6.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package" Target="../embeddings/Microsoft_Excel_Worksheet12.xlsx"/><Relationship Id="rId2" Type="http://schemas.microsoft.com/office/2011/relationships/chartColorStyle" Target="colors13.xml"/><Relationship Id="rId1" Type="http://schemas.microsoft.com/office/2011/relationships/chartStyle" Target="style1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9991774266349952E-4"/>
          <c:y val="0.18265546207998398"/>
          <c:w val="0.67142644748006319"/>
          <c:h val="0.81734453792001582"/>
        </c:manualLayout>
      </c:layout>
      <c:doughnutChart>
        <c:varyColors val="1"/>
        <c:ser>
          <c:idx val="0"/>
          <c:order val="0"/>
          <c:tx>
            <c:strRef>
              <c:f>Sheet1!$B$1</c:f>
              <c:strCache>
                <c:ptCount val="1"/>
                <c:pt idx="0">
                  <c:v>Column1</c:v>
                </c:pt>
              </c:strCache>
            </c:strRef>
          </c:tx>
          <c:spPr>
            <a:ln>
              <a:solidFill>
                <a:schemeClr val="bg1"/>
              </a:solidFill>
            </a:ln>
          </c:spPr>
          <c:dPt>
            <c:idx val="0"/>
            <c:bubble3D val="0"/>
            <c:spPr>
              <a:solidFill>
                <a:srgbClr val="00338D"/>
              </a:solidFill>
              <a:ln>
                <a:solidFill>
                  <a:schemeClr val="bg1"/>
                </a:solidFill>
              </a:ln>
              <a:effectLst/>
            </c:spPr>
            <c:extLst>
              <c:ext xmlns:c16="http://schemas.microsoft.com/office/drawing/2014/chart" uri="{C3380CC4-5D6E-409C-BE32-E72D297353CC}">
                <c16:uniqueId val="{00000001-01FE-409C-BBD3-B5441BA30450}"/>
              </c:ext>
            </c:extLst>
          </c:dPt>
          <c:dPt>
            <c:idx val="1"/>
            <c:bubble3D val="0"/>
            <c:spPr>
              <a:solidFill>
                <a:schemeClr val="accent4"/>
              </a:solidFill>
              <a:ln>
                <a:solidFill>
                  <a:schemeClr val="bg1"/>
                </a:solidFill>
              </a:ln>
              <a:effectLst/>
            </c:spPr>
            <c:extLst>
              <c:ext xmlns:c16="http://schemas.microsoft.com/office/drawing/2014/chart" uri="{C3380CC4-5D6E-409C-BE32-E72D297353CC}">
                <c16:uniqueId val="{00000003-01FE-409C-BBD3-B5441BA30450}"/>
              </c:ext>
            </c:extLst>
          </c:dPt>
          <c:dPt>
            <c:idx val="2"/>
            <c:bubble3D val="0"/>
            <c:spPr>
              <a:solidFill>
                <a:schemeClr val="accent1"/>
              </a:solidFill>
              <a:ln>
                <a:solidFill>
                  <a:schemeClr val="bg1"/>
                </a:solidFill>
              </a:ln>
              <a:effectLst/>
            </c:spPr>
            <c:extLst>
              <c:ext xmlns:c16="http://schemas.microsoft.com/office/drawing/2014/chart" uri="{C3380CC4-5D6E-409C-BE32-E72D297353CC}">
                <c16:uniqueId val="{00000005-01FE-409C-BBD3-B5441BA30450}"/>
              </c:ext>
            </c:extLst>
          </c:dPt>
          <c:dPt>
            <c:idx val="3"/>
            <c:bubble3D val="0"/>
            <c:spPr>
              <a:solidFill>
                <a:srgbClr val="76D2FF"/>
              </a:solidFill>
              <a:ln>
                <a:solidFill>
                  <a:schemeClr val="bg1"/>
                </a:solidFill>
              </a:ln>
              <a:effectLst/>
            </c:spPr>
            <c:extLst>
              <c:ext xmlns:c16="http://schemas.microsoft.com/office/drawing/2014/chart" uri="{C3380CC4-5D6E-409C-BE32-E72D297353CC}">
                <c16:uniqueId val="{00000007-01FE-409C-BBD3-B5441BA30450}"/>
              </c:ext>
            </c:extLst>
          </c:dPt>
          <c:dPt>
            <c:idx val="4"/>
            <c:bubble3D val="0"/>
            <c:spPr>
              <a:solidFill>
                <a:srgbClr val="510DBC"/>
              </a:solidFill>
              <a:ln>
                <a:solidFill>
                  <a:schemeClr val="bg1"/>
                </a:solidFill>
              </a:ln>
              <a:effectLst/>
            </c:spPr>
            <c:extLst>
              <c:ext xmlns:c16="http://schemas.microsoft.com/office/drawing/2014/chart" uri="{C3380CC4-5D6E-409C-BE32-E72D297353CC}">
                <c16:uniqueId val="{00000009-01FE-409C-BBD3-B5441BA30450}"/>
              </c:ext>
            </c:extLst>
          </c:dPt>
          <c:dPt>
            <c:idx val="5"/>
            <c:bubble3D val="0"/>
            <c:spPr>
              <a:solidFill>
                <a:srgbClr val="B497FF"/>
              </a:solidFill>
              <a:ln>
                <a:solidFill>
                  <a:schemeClr val="bg1"/>
                </a:solidFill>
              </a:ln>
              <a:effectLst/>
            </c:spPr>
            <c:extLst>
              <c:ext xmlns:c16="http://schemas.microsoft.com/office/drawing/2014/chart" uri="{C3380CC4-5D6E-409C-BE32-E72D297353CC}">
                <c16:uniqueId val="{0000000B-01FE-409C-BBD3-B5441BA30450}"/>
              </c:ext>
            </c:extLst>
          </c:dPt>
          <c:dPt>
            <c:idx val="6"/>
            <c:bubble3D val="0"/>
            <c:spPr>
              <a:solidFill>
                <a:srgbClr val="098E7E"/>
              </a:solidFill>
              <a:ln>
                <a:solidFill>
                  <a:schemeClr val="bg1"/>
                </a:solidFill>
              </a:ln>
              <a:effectLst/>
            </c:spPr>
            <c:extLst>
              <c:ext xmlns:c16="http://schemas.microsoft.com/office/drawing/2014/chart" uri="{C3380CC4-5D6E-409C-BE32-E72D297353CC}">
                <c16:uniqueId val="{0000000D-01FE-409C-BBD3-B5441BA30450}"/>
              </c:ext>
            </c:extLst>
          </c:dPt>
          <c:dPt>
            <c:idx val="7"/>
            <c:bubble3D val="0"/>
            <c:spPr>
              <a:solidFill>
                <a:srgbClr val="00C0AE"/>
              </a:solidFill>
              <a:ln>
                <a:solidFill>
                  <a:schemeClr val="bg1"/>
                </a:solidFill>
              </a:ln>
              <a:effectLst/>
            </c:spPr>
            <c:extLst>
              <c:ext xmlns:c16="http://schemas.microsoft.com/office/drawing/2014/chart" uri="{C3380CC4-5D6E-409C-BE32-E72D297353CC}">
                <c16:uniqueId val="{0000000F-01FE-409C-BBD3-B5441BA30450}"/>
              </c:ext>
            </c:extLst>
          </c:dPt>
          <c:dPt>
            <c:idx val="8"/>
            <c:bubble3D val="0"/>
            <c:spPr>
              <a:solidFill>
                <a:srgbClr val="AB0D82"/>
              </a:solidFill>
              <a:ln>
                <a:solidFill>
                  <a:schemeClr val="bg1"/>
                </a:solidFill>
              </a:ln>
              <a:effectLst/>
            </c:spPr>
            <c:extLst>
              <c:ext xmlns:c16="http://schemas.microsoft.com/office/drawing/2014/chart" uri="{C3380CC4-5D6E-409C-BE32-E72D297353CC}">
                <c16:uniqueId val="{00000011-01FE-409C-BBD3-B5441BA30450}"/>
              </c:ext>
            </c:extLst>
          </c:dPt>
          <c:dPt>
            <c:idx val="9"/>
            <c:bubble3D val="0"/>
            <c:spPr>
              <a:solidFill>
                <a:srgbClr val="FD349C"/>
              </a:solidFill>
              <a:ln>
                <a:solidFill>
                  <a:schemeClr val="bg1"/>
                </a:solidFill>
              </a:ln>
              <a:effectLst/>
            </c:spPr>
            <c:extLst>
              <c:ext xmlns:c16="http://schemas.microsoft.com/office/drawing/2014/chart" uri="{C3380CC4-5D6E-409C-BE32-E72D297353CC}">
                <c16:uniqueId val="{00000013-01FE-409C-BBD3-B5441BA30450}"/>
              </c:ext>
            </c:extLst>
          </c:dPt>
          <c:dLbls>
            <c:delete val="1"/>
          </c:dLbls>
          <c:cat>
            <c:strRef>
              <c:f>Sheet1!$A$2:$A$11</c:f>
              <c:strCache>
                <c:ptCount val="10"/>
                <c:pt idx="0">
                  <c:v>Label 1</c:v>
                </c:pt>
                <c:pt idx="1">
                  <c:v>Label 2</c:v>
                </c:pt>
                <c:pt idx="2">
                  <c:v>Label 3</c:v>
                </c:pt>
                <c:pt idx="3">
                  <c:v>Label 4</c:v>
                </c:pt>
                <c:pt idx="4">
                  <c:v>Label 5</c:v>
                </c:pt>
                <c:pt idx="5">
                  <c:v>Label 6</c:v>
                </c:pt>
                <c:pt idx="6">
                  <c:v>Label 7</c:v>
                </c:pt>
                <c:pt idx="7">
                  <c:v>Label 8</c:v>
                </c:pt>
                <c:pt idx="8">
                  <c:v>Label 9</c:v>
                </c:pt>
                <c:pt idx="9">
                  <c:v>Label 10</c:v>
                </c:pt>
              </c:strCache>
            </c:strRef>
          </c:cat>
          <c:val>
            <c:numRef>
              <c:f>Sheet1!$B$2:$B$11</c:f>
              <c:numCache>
                <c:formatCode>General</c:formatCode>
                <c:ptCount val="10"/>
                <c:pt idx="0">
                  <c:v>1</c:v>
                </c:pt>
                <c:pt idx="1">
                  <c:v>1</c:v>
                </c:pt>
                <c:pt idx="2">
                  <c:v>1</c:v>
                </c:pt>
                <c:pt idx="3">
                  <c:v>1</c:v>
                </c:pt>
                <c:pt idx="4">
                  <c:v>1</c:v>
                </c:pt>
                <c:pt idx="5">
                  <c:v>1</c:v>
                </c:pt>
                <c:pt idx="6">
                  <c:v>1</c:v>
                </c:pt>
                <c:pt idx="7">
                  <c:v>1</c:v>
                </c:pt>
                <c:pt idx="8">
                  <c:v>1</c:v>
                </c:pt>
                <c:pt idx="9">
                  <c:v>1</c:v>
                </c:pt>
              </c:numCache>
            </c:numRef>
          </c:val>
          <c:extLst>
            <c:ext xmlns:c16="http://schemas.microsoft.com/office/drawing/2014/chart" uri="{C3380CC4-5D6E-409C-BE32-E72D297353CC}">
              <c16:uniqueId val="{00000014-01FE-409C-BBD3-B5441BA30450}"/>
            </c:ext>
          </c:extLst>
        </c:ser>
        <c:dLbls>
          <c:showLegendKey val="0"/>
          <c:showVal val="1"/>
          <c:showCatName val="0"/>
          <c:showSerName val="0"/>
          <c:showPercent val="0"/>
          <c:showBubbleSize val="0"/>
          <c:showLeaderLines val="1"/>
        </c:dLbls>
        <c:firstSliceAng val="0"/>
        <c:holeSize val="40"/>
      </c:doughnutChart>
      <c:spPr>
        <a:noFill/>
        <a:ln>
          <a:noFill/>
        </a:ln>
        <a:effectLst/>
      </c:spPr>
    </c:plotArea>
    <c:plotVisOnly val="1"/>
    <c:dispBlanksAs val="gap"/>
    <c:showDLblsOverMax val="0"/>
  </c:chart>
  <c:spPr>
    <a:noFill/>
    <a:ln w="6350" cap="flat" cmpd="sng" algn="ctr">
      <a:noFill/>
      <a:prstDash val="solid"/>
      <a:miter lim="800000"/>
    </a:ln>
    <a:effectLst/>
  </c:spPr>
  <c:txPr>
    <a:bodyPr/>
    <a:lstStyle/>
    <a:p>
      <a:pPr>
        <a:defRPr sz="1000" b="0" baseline="0">
          <a:latin typeface="+mn-lt"/>
          <a:cs typeface="Arial" pitchFamily="34" charset="0"/>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E2E5-4719-BBEF-F2E24CC75927}"/>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E2E5-4719-BBEF-F2E24CC75927}"/>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E2E5-4719-BBEF-F2E24CC75927}"/>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E2E5-4719-BBEF-F2E24CC75927}"/>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E2E5-4719-BBEF-F2E24CC75927}"/>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186877506341955"/>
                      <c:h val="0.15323830310984562"/>
                    </c:manualLayout>
                  </c15:layout>
                </c:ext>
                <c:ext xmlns:c16="http://schemas.microsoft.com/office/drawing/2014/chart" uri="{C3380CC4-5D6E-409C-BE32-E72D297353CC}">
                  <c16:uniqueId val="{00000005-E2E5-4719-BBEF-F2E24CC75927}"/>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E2E5-4719-BBEF-F2E24CC75927}"/>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E2E5-4719-BBEF-F2E24CC75927}"/>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7668803698586715"/>
                      <c:h val="0.12337348243995949"/>
                    </c:manualLayout>
                  </c15:layout>
                </c:ext>
                <c:ext xmlns:c16="http://schemas.microsoft.com/office/drawing/2014/chart" uri="{C3380CC4-5D6E-409C-BE32-E72D297353CC}">
                  <c16:uniqueId val="{00000008-E2E5-4719-BBEF-F2E24CC75927}"/>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33910933.49</c:v>
                </c:pt>
                <c:pt idx="1">
                  <c:v>19089205.89</c:v>
                </c:pt>
                <c:pt idx="2">
                  <c:v>34474898.45</c:v>
                </c:pt>
                <c:pt idx="3">
                  <c:v>73692912.65</c:v>
                </c:pt>
                <c:pt idx="4">
                  <c:v>38481934.10000001</c:v>
                </c:pt>
              </c:numCache>
            </c:numRef>
          </c:val>
          <c:extLst>
            <c:ext xmlns:c16="http://schemas.microsoft.com/office/drawing/2014/chart" uri="{C3380CC4-5D6E-409C-BE32-E72D297353CC}">
              <c16:uniqueId val="{00000009-E2E5-4719-BBEF-F2E24CC75927}"/>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F-E2E5-4719-BBEF-F2E24CC75927}"/>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E-E2E5-4719-BBEF-F2E24CC75927}"/>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D-E2E5-4719-BBEF-F2E24CC75927}"/>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C-E2E5-4719-BBEF-F2E24CC75927}"/>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10-E2E5-4719-BBEF-F2E24CC75927}"/>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B-E2E5-4719-BBEF-F2E24CC75927}"/>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10370583.68</c:v>
                </c:pt>
                <c:pt idx="1">
                  <c:v>29501207.800000004</c:v>
                </c:pt>
                <c:pt idx="2">
                  <c:v>44888053.81</c:v>
                </c:pt>
                <c:pt idx="3">
                  <c:v>91097976.65000002</c:v>
                </c:pt>
                <c:pt idx="4">
                  <c:v>63384343.059999995</c:v>
                </c:pt>
              </c:numCache>
            </c:numRef>
          </c:val>
          <c:extLst>
            <c:ext xmlns:c16="http://schemas.microsoft.com/office/drawing/2014/chart" uri="{C3380CC4-5D6E-409C-BE32-E72D297353CC}">
              <c16:uniqueId val="{0000000A-E2E5-4719-BBEF-F2E24CC75927}"/>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18E9-4EEC-9030-C778D16986C2}"/>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18E9-4EEC-9030-C778D16986C2}"/>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18E9-4EEC-9030-C778D16986C2}"/>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18E9-4EEC-9030-C778D16986C2}"/>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18E9-4EEC-9030-C778D16986C2}"/>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58454991397206757"/>
                      <c:h val="0.15323832912726634"/>
                    </c:manualLayout>
                  </c15:layout>
                </c:ext>
                <c:ext xmlns:c16="http://schemas.microsoft.com/office/drawing/2014/chart" uri="{C3380CC4-5D6E-409C-BE32-E72D297353CC}">
                  <c16:uniqueId val="{00000005-18E9-4EEC-9030-C778D16986C2}"/>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18E9-4EEC-9030-C778D16986C2}"/>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63350348692210234"/>
                      <c:h val="0.12337349001510693"/>
                    </c:manualLayout>
                  </c15:layout>
                </c:ext>
                <c:ext xmlns:c16="http://schemas.microsoft.com/office/drawing/2014/chart" uri="{C3380CC4-5D6E-409C-BE32-E72D297353CC}">
                  <c16:uniqueId val="{00000007-18E9-4EEC-9030-C778D16986C2}"/>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7668803698586715"/>
                      <c:h val="0.12337348243995949"/>
                    </c:manualLayout>
                  </c15:layout>
                </c:ext>
                <c:ext xmlns:c16="http://schemas.microsoft.com/office/drawing/2014/chart" uri="{C3380CC4-5D6E-409C-BE32-E72D297353CC}">
                  <c16:uniqueId val="{00000008-18E9-4EEC-9030-C778D16986C2}"/>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8234884.26</c:v>
                </c:pt>
                <c:pt idx="1">
                  <c:v>17371217.88</c:v>
                </c:pt>
                <c:pt idx="2">
                  <c:v>30024191.68</c:v>
                </c:pt>
                <c:pt idx="3">
                  <c:v>74654772.45000002</c:v>
                </c:pt>
                <c:pt idx="4">
                  <c:v>474087329.8899999</c:v>
                </c:pt>
              </c:numCache>
            </c:numRef>
          </c:val>
          <c:extLst>
            <c:ext xmlns:c16="http://schemas.microsoft.com/office/drawing/2014/chart" uri="{C3380CC4-5D6E-409C-BE32-E72D297353CC}">
              <c16:uniqueId val="{00000009-18E9-4EEC-9030-C778D16986C2}"/>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18E9-4EEC-9030-C778D16986C2}"/>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18E9-4EEC-9030-C778D16986C2}"/>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18E9-4EEC-9030-C778D16986C2}"/>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18E9-4EEC-9030-C778D16986C2}"/>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18E9-4EEC-9030-C778D16986C2}"/>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18E9-4EEC-9030-C778D16986C2}"/>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3113156.1100000003</c:v>
                </c:pt>
                <c:pt idx="1">
                  <c:v>26865316.43</c:v>
                </c:pt>
                <c:pt idx="2">
                  <c:v>39418777.06</c:v>
                </c:pt>
                <c:pt idx="3">
                  <c:v>73087705.87</c:v>
                </c:pt>
                <c:pt idx="4">
                  <c:v>495549226.08</c:v>
                </c:pt>
              </c:numCache>
            </c:numRef>
          </c:val>
          <c:extLst>
            <c:ext xmlns:c16="http://schemas.microsoft.com/office/drawing/2014/chart" uri="{C3380CC4-5D6E-409C-BE32-E72D297353CC}">
              <c16:uniqueId val="{00000010-18E9-4EEC-9030-C778D16986C2}"/>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4DEC-4540-8389-A91C72C5E6BD}"/>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4DEC-4540-8389-A91C72C5E6BD}"/>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4DEC-4540-8389-A91C72C5E6BD}"/>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4DEC-4540-8389-A91C72C5E6BD}"/>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4DEC-4540-8389-A91C72C5E6BD}"/>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342290593102841"/>
                      <c:h val="0.15323830310984562"/>
                    </c:manualLayout>
                  </c15:layout>
                </c:ext>
                <c:ext xmlns:c16="http://schemas.microsoft.com/office/drawing/2014/chart" uri="{C3380CC4-5D6E-409C-BE32-E72D297353CC}">
                  <c16:uniqueId val="{00000005-4DEC-4540-8389-A91C72C5E6BD}"/>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4DEC-4540-8389-A91C72C5E6BD}"/>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4DEC-4540-8389-A91C72C5E6BD}"/>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6967609220523832"/>
                      <c:h val="0.12337348243995949"/>
                    </c:manualLayout>
                  </c15:layout>
                </c:ext>
                <c:ext xmlns:c16="http://schemas.microsoft.com/office/drawing/2014/chart" uri="{C3380CC4-5D6E-409C-BE32-E72D297353CC}">
                  <c16:uniqueId val="{00000008-4DEC-4540-8389-A91C72C5E6BD}"/>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9434464.65</c:v>
                </c:pt>
                <c:pt idx="1">
                  <c:v>26698792.11999981</c:v>
                </c:pt>
                <c:pt idx="2">
                  <c:v>44335914.15</c:v>
                </c:pt>
                <c:pt idx="3">
                  <c:v>78108897.81</c:v>
                </c:pt>
                <c:pt idx="4">
                  <c:v>100179709.84</c:v>
                </c:pt>
              </c:numCache>
            </c:numRef>
          </c:val>
          <c:extLst>
            <c:ext xmlns:c16="http://schemas.microsoft.com/office/drawing/2014/chart" uri="{C3380CC4-5D6E-409C-BE32-E72D297353CC}">
              <c16:uniqueId val="{00000009-4DEC-4540-8389-A91C72C5E6BD}"/>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4DEC-4540-8389-A91C72C5E6BD}"/>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4DEC-4540-8389-A91C72C5E6BD}"/>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4DEC-4540-8389-A91C72C5E6BD}"/>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4DEC-4540-8389-A91C72C5E6BD}"/>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4DEC-4540-8389-A91C72C5E6BD}"/>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4DEC-4540-8389-A91C72C5E6BD}"/>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8524595.42</c:v>
                </c:pt>
                <c:pt idx="1">
                  <c:v>34427181.46</c:v>
                </c:pt>
                <c:pt idx="2">
                  <c:v>50463196.19</c:v>
                </c:pt>
                <c:pt idx="3">
                  <c:v>96839259.07000001</c:v>
                </c:pt>
                <c:pt idx="4">
                  <c:v>229687321.85</c:v>
                </c:pt>
              </c:numCache>
            </c:numRef>
          </c:val>
          <c:extLst>
            <c:ext xmlns:c16="http://schemas.microsoft.com/office/drawing/2014/chart" uri="{C3380CC4-5D6E-409C-BE32-E72D297353CC}">
              <c16:uniqueId val="{00000010-4DEC-4540-8389-A91C72C5E6BD}"/>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AB9D-4FD6-A3CA-37D1686624E4}"/>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AB9D-4FD6-A3CA-37D1686624E4}"/>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AB9D-4FD6-A3CA-37D1686624E4}"/>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AB9D-4FD6-A3CA-37D1686624E4}"/>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AB9D-4FD6-A3CA-37D1686624E4}"/>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7308233100050523"/>
                      <c:h val="0.15323830310984562"/>
                    </c:manualLayout>
                  </c15:layout>
                </c:ext>
                <c:ext xmlns:c16="http://schemas.microsoft.com/office/drawing/2014/chart" uri="{C3380CC4-5D6E-409C-BE32-E72D297353CC}">
                  <c16:uniqueId val="{00000005-AB9D-4FD6-A3CA-37D1686624E4}"/>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AB9D-4FD6-A3CA-37D1686624E4}"/>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AB9D-4FD6-A3CA-37D1686624E4}"/>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2305216617697272"/>
                      <c:h val="0.12337348243995949"/>
                    </c:manualLayout>
                  </c15:layout>
                </c:ext>
                <c:ext xmlns:c16="http://schemas.microsoft.com/office/drawing/2014/chart" uri="{C3380CC4-5D6E-409C-BE32-E72D297353CC}">
                  <c16:uniqueId val="{00000008-AB9D-4FD6-A3CA-37D1686624E4}"/>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193343076.23</c:v>
                </c:pt>
                <c:pt idx="1">
                  <c:v>209094919.82</c:v>
                </c:pt>
                <c:pt idx="2">
                  <c:v>638994901.72</c:v>
                </c:pt>
                <c:pt idx="3">
                  <c:v>893640140.0200001</c:v>
                </c:pt>
                <c:pt idx="4">
                  <c:v>1052146902.93</c:v>
                </c:pt>
              </c:numCache>
            </c:numRef>
          </c:val>
          <c:extLst>
            <c:ext xmlns:c16="http://schemas.microsoft.com/office/drawing/2014/chart" uri="{C3380CC4-5D6E-409C-BE32-E72D297353CC}">
              <c16:uniqueId val="{00000009-AB9D-4FD6-A3CA-37D1686624E4}"/>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AB9D-4FD6-A3CA-37D1686624E4}"/>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AB9D-4FD6-A3CA-37D1686624E4}"/>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AB9D-4FD6-A3CA-37D1686624E4}"/>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AB9D-4FD6-A3CA-37D1686624E4}"/>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AB9D-4FD6-A3CA-37D1686624E4}"/>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AB9D-4FD6-A3CA-37D1686624E4}"/>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83216589.45</c:v>
                </c:pt>
                <c:pt idx="1">
                  <c:v>308355656.8</c:v>
                </c:pt>
                <c:pt idx="2">
                  <c:v>426733084.53999996</c:v>
                </c:pt>
                <c:pt idx="3">
                  <c:v>895660932.61</c:v>
                </c:pt>
                <c:pt idx="4">
                  <c:v>1038815836.0899998</c:v>
                </c:pt>
              </c:numCache>
            </c:numRef>
          </c:val>
          <c:extLst>
            <c:ext xmlns:c16="http://schemas.microsoft.com/office/drawing/2014/chart" uri="{C3380CC4-5D6E-409C-BE32-E72D297353CC}">
              <c16:uniqueId val="{00000010-AB9D-4FD6-A3CA-37D1686624E4}"/>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 محصل 2026 </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C4C3-42A4-B555-5030D936D8C8}"/>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C4C3-42A4-B555-5030D936D8C8}"/>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C4C3-42A4-B555-5030D936D8C8}"/>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C4C3-42A4-B555-5030D936D8C8}"/>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C4C3-42A4-B555-5030D936D8C8}"/>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2645840497223975"/>
                      <c:h val="0.15323830310984562"/>
                    </c:manualLayout>
                  </c15:layout>
                </c:ext>
                <c:ext xmlns:c16="http://schemas.microsoft.com/office/drawing/2014/chart" uri="{C3380CC4-5D6E-409C-BE32-E72D297353CC}">
                  <c16:uniqueId val="{00000005-C4C3-42A4-B555-5030D936D8C8}"/>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C4C3-42A4-B555-5030D936D8C8}"/>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2878837754856047"/>
                      <c:h val="0.12337348243995949"/>
                    </c:manualLayout>
                  </c15:layout>
                </c:ext>
                <c:ext xmlns:c16="http://schemas.microsoft.com/office/drawing/2014/chart" uri="{C3380CC4-5D6E-409C-BE32-E72D297353CC}">
                  <c16:uniqueId val="{00000007-C4C3-42A4-B555-5030D936D8C8}"/>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2980431412044142"/>
                      <c:h val="0.12337348243995949"/>
                    </c:manualLayout>
                  </c15:layout>
                </c:ext>
                <c:ext xmlns:c16="http://schemas.microsoft.com/office/drawing/2014/chart" uri="{C3380CC4-5D6E-409C-BE32-E72D297353CC}">
                  <c16:uniqueId val="{00000008-C4C3-42A4-B555-5030D936D8C8}"/>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244923358.63</c:v>
                </c:pt>
                <c:pt idx="1">
                  <c:v>272254135.7099998</c:v>
                </c:pt>
                <c:pt idx="2">
                  <c:v>747829906.0</c:v>
                </c:pt>
                <c:pt idx="3">
                  <c:v>1120096722.93</c:v>
                </c:pt>
                <c:pt idx="4">
                  <c:v>1664895876.76</c:v>
                </c:pt>
              </c:numCache>
            </c:numRef>
          </c:val>
          <c:extLst>
            <c:ext xmlns:c16="http://schemas.microsoft.com/office/drawing/2014/chart" uri="{C3380CC4-5D6E-409C-BE32-E72D297353CC}">
              <c16:uniqueId val="{00000009-C4C3-42A4-B555-5030D936D8C8}"/>
            </c:ext>
          </c:extLst>
        </c:ser>
        <c:ser>
          <c:idx val="1"/>
          <c:order val="1"/>
          <c:tx>
            <c:strRef>
              <c:f>Sheet1!$C$1</c:f>
              <c:strCache>
                <c:ptCount val="1"/>
                <c:pt idx="0">
                  <c:v> مستهدف 2026 </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C4C3-42A4-B555-5030D936D8C8}"/>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C4C3-42A4-B555-5030D936D8C8}"/>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C4C3-42A4-B555-5030D936D8C8}"/>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C4C3-42A4-B555-5030D936D8C8}"/>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C4C3-42A4-B555-5030D936D8C8}"/>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C4C3-42A4-B555-5030D936D8C8}"/>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105224924.66</c:v>
                </c:pt>
                <c:pt idx="1">
                  <c:v>399149362.49</c:v>
                </c:pt>
                <c:pt idx="2">
                  <c:v>561503111.5999999</c:v>
                </c:pt>
                <c:pt idx="3">
                  <c:v>1156685874.2</c:v>
                </c:pt>
                <c:pt idx="4">
                  <c:v>1827436727.0799997</c:v>
                </c:pt>
              </c:numCache>
            </c:numRef>
          </c:val>
          <c:extLst>
            <c:ext xmlns:c16="http://schemas.microsoft.com/office/drawing/2014/chart" uri="{C3380CC4-5D6E-409C-BE32-E72D297353CC}">
              <c16:uniqueId val="{00000010-C4C3-42A4-B555-5030D936D8C8}"/>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1.8004727445995387E-3"/>
          <c:y val="9.5639166664568134E-2"/>
          <c:w val="0.9181352415186177"/>
          <c:h val="0.90436062820759011"/>
        </c:manualLayout>
      </c:layout>
      <c:barChart>
        <c:barDir val="bar"/>
        <c:grouping val="clustered"/>
        <c:varyColors val="0"/>
        <c:ser>
          <c:idx val="0"/>
          <c:order val="0"/>
          <c:tx>
            <c:strRef>
              <c:f>Sheet1!$B$1</c:f>
              <c:strCache>
                <c:ptCount val="1"/>
                <c:pt idx="0">
                  <c:v> محصل 2026 </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C32D-487B-BC91-34BD5BAE547B}"/>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C32D-487B-BC91-34BD5BAE547B}"/>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C32D-487B-BC91-34BD5BAE547B}"/>
              </c:ext>
            </c:extLst>
          </c:dPt>
          <c:dLbls>
            <c:dLbl>
              <c:idx val="0"/>
              <c:layout>
                <c:manualLayout>
                  <c:x val="-0.12360543107641475"/>
                  <c:y val="8.9044907744338375E-3"/>
                </c:manualLayout>
              </c:layout>
              <c:tx>
                <c:rich>
                  <a:bodyPr/>
                  <a:lstStyle/>
                  <a:p>
                    <a:fld id="{A83CA122-3913-4793-9BF8-DB1D35589AFF}" type="VALUE">
                      <a:rPr lang="en-US" sz="2400"/>
                      <a:pPr/>
                      <a:t>[VALUE]</a:t>
                    </a:fld>
                    <a:endParaRPr lang="ar-SA"/>
                  </a:p>
                </c:rich>
              </c:tx>
              <c:dLblPos val="outEnd"/>
              <c:showLegendKey val="0"/>
              <c:showVal val="1"/>
              <c:showCatName val="0"/>
              <c:showSerName val="0"/>
              <c:showPercent val="0"/>
              <c:showBubbleSize val="0"/>
              <c:extLst>
                <c:ext xmlns:c15="http://schemas.microsoft.com/office/drawing/2012/chart" uri="{CE6537A1-D6FC-4f65-9D91-7224C49458BB}">
                  <c15:layout>
                    <c:manualLayout>
                      <c:w val="0.87639456892358525"/>
                      <c:h val="0.22162411263576454"/>
                    </c:manualLayout>
                  </c15:layout>
                  <c15:dlblFieldTable/>
                  <c15:showDataLabelsRange val="0"/>
                </c:ext>
                <c:ext xmlns:c16="http://schemas.microsoft.com/office/drawing/2014/chart" uri="{C3380CC4-5D6E-409C-BE32-E72D297353CC}">
                  <c16:uniqueId val="{00000001-C32D-487B-BC91-34BD5BAE547B}"/>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C32D-487B-BC91-34BD5BAE547B}"/>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58454991397206757"/>
                      <c:h val="0.15323832912726634"/>
                    </c:manualLayout>
                  </c15:layout>
                </c:ext>
                <c:ext xmlns:c16="http://schemas.microsoft.com/office/drawing/2014/chart" uri="{C3380CC4-5D6E-409C-BE32-E72D297353CC}">
                  <c16:uniqueId val="{00000005-C32D-487B-BC91-34BD5BAE547B}"/>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C32D-487B-BC91-34BD5BAE547B}"/>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63350348692210234"/>
                      <c:h val="0.12337349001510693"/>
                    </c:manualLayout>
                  </c15:layout>
                </c:ext>
                <c:ext xmlns:c16="http://schemas.microsoft.com/office/drawing/2014/chart" uri="{C3380CC4-5D6E-409C-BE32-E72D297353CC}">
                  <c16:uniqueId val="{00000007-C32D-487B-BC91-34BD5BAE547B}"/>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2980431412044142"/>
                      <c:h val="0.12337348243995949"/>
                    </c:manualLayout>
                  </c15:layout>
                </c:ext>
                <c:ext xmlns:c16="http://schemas.microsoft.com/office/drawing/2014/chart" uri="{C3380CC4-5D6E-409C-BE32-E72D297353CC}">
                  <c16:uniqueId val="{00000008-C32D-487B-BC91-34BD5BAE547B}"/>
                </c:ext>
              </c:extLst>
            </c:dLbl>
            <c:spPr>
              <a:noFill/>
              <a:ln>
                <a:noFill/>
              </a:ln>
              <a:effectLst/>
            </c:spPr>
            <c:txPr>
              <a:bodyPr rot="0" spcFirstLastPara="1" vertOverflow="ellipsis" vert="horz" wrap="square" anchor="ctr" anchorCtr="0"/>
              <a:lstStyle/>
              <a:p>
                <a:pPr algn="l">
                  <a:defRPr sz="12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الإجمالي</c:v>
                </c:pt>
              </c:strCache>
            </c:strRef>
          </c:cat>
          <c:val>
            <c:numRef>
              <c:f>Sheet1!$B$2</c:f>
              <c:numCache>
                <c:formatCode>_(* #,##0_);_(* \(#,##0\);_(* "-"??_);_(@_)</c:formatCode>
                <c:ptCount val="1"/>
                <c:pt idx="0">
                  <c:v>4050000000.0299997</c:v>
                </c:pt>
              </c:numCache>
            </c:numRef>
          </c:val>
          <c:extLst>
            <c:ext xmlns:c16="http://schemas.microsoft.com/office/drawing/2014/chart" uri="{C3380CC4-5D6E-409C-BE32-E72D297353CC}">
              <c16:uniqueId val="{00000009-C32D-487B-BC91-34BD5BAE547B}"/>
            </c:ext>
          </c:extLst>
        </c:ser>
        <c:ser>
          <c:idx val="1"/>
          <c:order val="1"/>
          <c:tx>
            <c:strRef>
              <c:f>Sheet1!$C$1</c:f>
              <c:strCache>
                <c:ptCount val="1"/>
                <c:pt idx="0">
                  <c:v> مستهدف 2026 </c:v>
                </c:pt>
              </c:strCache>
            </c:strRef>
          </c:tx>
          <c:spPr>
            <a:solidFill>
              <a:schemeClr val="accent5">
                <a:lumMod val="20000"/>
                <a:lumOff val="80000"/>
              </a:schemeClr>
            </a:solidFill>
            <a:ln>
              <a:noFill/>
            </a:ln>
            <a:effectLst/>
          </c:spPr>
          <c:invertIfNegative val="0"/>
          <c:dLbls>
            <c:dLbl>
              <c:idx val="0"/>
              <c:layout>
                <c:manualLayout>
                  <c:x val="-0.1854486926937525"/>
                  <c:y val="0"/>
                </c:manualLayout>
              </c:layout>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outEnd"/>
              <c:showLegendKey val="0"/>
              <c:showVal val="1"/>
              <c:showCatName val="0"/>
              <c:showSerName val="0"/>
              <c:showPercent val="0"/>
              <c:showBubbleSize val="0"/>
              <c:extLst>
                <c:ext xmlns:c15="http://schemas.microsoft.com/office/drawing/2012/chart" uri="{CE6537A1-D6FC-4f65-9D91-7224C49458BB}">
                  <c15:layout>
                    <c:manualLayout>
                      <c:w val="0.80690908023771346"/>
                      <c:h val="0.29062434683193028"/>
                    </c:manualLayout>
                  </c15:layout>
                </c:ext>
                <c:ext xmlns:c16="http://schemas.microsoft.com/office/drawing/2014/chart" uri="{C3380CC4-5D6E-409C-BE32-E72D297353CC}">
                  <c16:uniqueId val="{0000000A-C32D-487B-BC91-34BD5BAE547B}"/>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C32D-487B-BC91-34BD5BAE547B}"/>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C32D-487B-BC91-34BD5BAE547B}"/>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C32D-487B-BC91-34BD5BAE547B}"/>
                </c:ext>
              </c:extLst>
            </c:dLbl>
            <c:dLbl>
              <c:idx val="4"/>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C32D-487B-BC91-34BD5BAE547B}"/>
                </c:ext>
              </c:extLst>
            </c:dLbl>
            <c:dLbl>
              <c:idx val="5"/>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C32D-487B-BC91-34BD5BAE547B}"/>
                </c:ext>
              </c:extLst>
            </c:dLbl>
            <c:spPr>
              <a:noFill/>
              <a:ln>
                <a:noFill/>
              </a:ln>
              <a:effectLst/>
            </c:spPr>
            <c:txPr>
              <a:bodyPr rot="0" spcFirstLastPara="1" vertOverflow="ellipsis" vert="horz" wrap="square" lIns="38100" tIns="19050" rIns="38100" bIns="19050" anchor="ctr" anchorCtr="0">
                <a:sp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الإجمالي</c:v>
                </c:pt>
              </c:strCache>
            </c:strRef>
          </c:cat>
          <c:val>
            <c:numRef>
              <c:f>Sheet1!$C$2</c:f>
              <c:numCache>
                <c:formatCode>_(* #,##0_);_(* \(#,##0\);_(* "-"??_);_(@_)</c:formatCode>
                <c:ptCount val="1"/>
                <c:pt idx="0">
                  <c:v>4050000000.0299997</c:v>
                </c:pt>
              </c:numCache>
            </c:numRef>
          </c:val>
          <c:extLst>
            <c:ext xmlns:c16="http://schemas.microsoft.com/office/drawing/2014/chart" uri="{C3380CC4-5D6E-409C-BE32-E72D297353CC}">
              <c16:uniqueId val="{00000010-C32D-487B-BC91-34BD5BAE547B}"/>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b="1">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E2E5-4719-BBEF-F2E24CC75927}"/>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E2E5-4719-BBEF-F2E24CC75927}"/>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E2E5-4719-BBEF-F2E24CC75927}"/>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E2E5-4719-BBEF-F2E24CC75927}"/>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E2E5-4719-BBEF-F2E24CC75927}"/>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186877506341955"/>
                      <c:h val="0.15323830310984562"/>
                    </c:manualLayout>
                  </c15:layout>
                </c:ext>
                <c:ext xmlns:c16="http://schemas.microsoft.com/office/drawing/2014/chart" uri="{C3380CC4-5D6E-409C-BE32-E72D297353CC}">
                  <c16:uniqueId val="{00000005-E2E5-4719-BBEF-F2E24CC75927}"/>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E2E5-4719-BBEF-F2E24CC75927}"/>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E2E5-4719-BBEF-F2E24CC75927}"/>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7668803698586715"/>
                      <c:h val="0.12337348243995949"/>
                    </c:manualLayout>
                  </c15:layout>
                </c:ext>
                <c:ext xmlns:c16="http://schemas.microsoft.com/office/drawing/2014/chart" uri="{C3380CC4-5D6E-409C-BE32-E72D297353CC}">
                  <c16:uniqueId val="{00000008-E2E5-4719-BBEF-F2E24CC75927}"/>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33698904.559999995</c:v>
                </c:pt>
                <c:pt idx="1">
                  <c:v>9836293.05</c:v>
                </c:pt>
                <c:pt idx="2">
                  <c:v>25609460.23</c:v>
                </c:pt>
                <c:pt idx="3">
                  <c:v>83284790.61</c:v>
                </c:pt>
                <c:pt idx="4">
                  <c:v>42058613.78</c:v>
                </c:pt>
              </c:numCache>
            </c:numRef>
          </c:val>
          <c:extLst>
            <c:ext xmlns:c16="http://schemas.microsoft.com/office/drawing/2014/chart" uri="{C3380CC4-5D6E-409C-BE32-E72D297353CC}">
              <c16:uniqueId val="{00000009-E2E5-4719-BBEF-F2E24CC75927}"/>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F-E2E5-4719-BBEF-F2E24CC75927}"/>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E-E2E5-4719-BBEF-F2E24CC75927}"/>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D-E2E5-4719-BBEF-F2E24CC75927}"/>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C-E2E5-4719-BBEF-F2E24CC75927}"/>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10-E2E5-4719-BBEF-F2E24CC75927}"/>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B-E2E5-4719-BBEF-F2E24CC75927}"/>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10370583.68</c:v>
                </c:pt>
                <c:pt idx="1">
                  <c:v>29501207.800000004</c:v>
                </c:pt>
                <c:pt idx="2">
                  <c:v>44888053.81</c:v>
                </c:pt>
                <c:pt idx="3">
                  <c:v>91097976.65000002</c:v>
                </c:pt>
                <c:pt idx="4">
                  <c:v>63384343.059999995</c:v>
                </c:pt>
              </c:numCache>
            </c:numRef>
          </c:val>
          <c:extLst>
            <c:ext xmlns:c16="http://schemas.microsoft.com/office/drawing/2014/chart" uri="{C3380CC4-5D6E-409C-BE32-E72D297353CC}">
              <c16:uniqueId val="{0000000A-E2E5-4719-BBEF-F2E24CC75927}"/>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18E9-4EEC-9030-C778D16986C2}"/>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18E9-4EEC-9030-C778D16986C2}"/>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18E9-4EEC-9030-C778D16986C2}"/>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18E9-4EEC-9030-C778D16986C2}"/>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18E9-4EEC-9030-C778D16986C2}"/>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58454991397206757"/>
                      <c:h val="0.15323832912726634"/>
                    </c:manualLayout>
                  </c15:layout>
                </c:ext>
                <c:ext xmlns:c16="http://schemas.microsoft.com/office/drawing/2014/chart" uri="{C3380CC4-5D6E-409C-BE32-E72D297353CC}">
                  <c16:uniqueId val="{00000005-18E9-4EEC-9030-C778D16986C2}"/>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18E9-4EEC-9030-C778D16986C2}"/>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63350348692210234"/>
                      <c:h val="0.12337349001510693"/>
                    </c:manualLayout>
                  </c15:layout>
                </c:ext>
                <c:ext xmlns:c16="http://schemas.microsoft.com/office/drawing/2014/chart" uri="{C3380CC4-5D6E-409C-BE32-E72D297353CC}">
                  <c16:uniqueId val="{00000007-18E9-4EEC-9030-C778D16986C2}"/>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7668803698586715"/>
                      <c:h val="0.12337348243995949"/>
                    </c:manualLayout>
                  </c15:layout>
                </c:ext>
                <c:ext xmlns:c16="http://schemas.microsoft.com/office/drawing/2014/chart" uri="{C3380CC4-5D6E-409C-BE32-E72D297353CC}">
                  <c16:uniqueId val="{00000008-18E9-4EEC-9030-C778D16986C2}"/>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8008175.83</c:v>
                </c:pt>
                <c:pt idx="1">
                  <c:v>8951828.549999999</c:v>
                </c:pt>
                <c:pt idx="2">
                  <c:v>23017814.34</c:v>
                </c:pt>
                <c:pt idx="3">
                  <c:v>64664625.02000001</c:v>
                </c:pt>
                <c:pt idx="4">
                  <c:v>78006164.00999999</c:v>
                </c:pt>
              </c:numCache>
            </c:numRef>
          </c:val>
          <c:extLst>
            <c:ext xmlns:c16="http://schemas.microsoft.com/office/drawing/2014/chart" uri="{C3380CC4-5D6E-409C-BE32-E72D297353CC}">
              <c16:uniqueId val="{00000009-18E9-4EEC-9030-C778D16986C2}"/>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18E9-4EEC-9030-C778D16986C2}"/>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18E9-4EEC-9030-C778D16986C2}"/>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18E9-4EEC-9030-C778D16986C2}"/>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18E9-4EEC-9030-C778D16986C2}"/>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18E9-4EEC-9030-C778D16986C2}"/>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18E9-4EEC-9030-C778D16986C2}"/>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3113156.1100000003</c:v>
                </c:pt>
                <c:pt idx="1">
                  <c:v>26865316.43</c:v>
                </c:pt>
                <c:pt idx="2">
                  <c:v>39418777.06</c:v>
                </c:pt>
                <c:pt idx="3">
                  <c:v>73087705.87</c:v>
                </c:pt>
                <c:pt idx="4">
                  <c:v>495549226.08</c:v>
                </c:pt>
              </c:numCache>
            </c:numRef>
          </c:val>
          <c:extLst>
            <c:ext xmlns:c16="http://schemas.microsoft.com/office/drawing/2014/chart" uri="{C3380CC4-5D6E-409C-BE32-E72D297353CC}">
              <c16:uniqueId val="{00000010-18E9-4EEC-9030-C778D16986C2}"/>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4DEC-4540-8389-A91C72C5E6BD}"/>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4DEC-4540-8389-A91C72C5E6BD}"/>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4DEC-4540-8389-A91C72C5E6BD}"/>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4DEC-4540-8389-A91C72C5E6BD}"/>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4DEC-4540-8389-A91C72C5E6BD}"/>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342290593102841"/>
                      <c:h val="0.15323830310984562"/>
                    </c:manualLayout>
                  </c15:layout>
                </c:ext>
                <c:ext xmlns:c16="http://schemas.microsoft.com/office/drawing/2014/chart" uri="{C3380CC4-5D6E-409C-BE32-E72D297353CC}">
                  <c16:uniqueId val="{00000005-4DEC-4540-8389-A91C72C5E6BD}"/>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4DEC-4540-8389-A91C72C5E6BD}"/>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4DEC-4540-8389-A91C72C5E6BD}"/>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6967609220523832"/>
                      <c:h val="0.12337348243995949"/>
                    </c:manualLayout>
                  </c15:layout>
                </c:ext>
                <c:ext xmlns:c16="http://schemas.microsoft.com/office/drawing/2014/chart" uri="{C3380CC4-5D6E-409C-BE32-E72D297353CC}">
                  <c16:uniqueId val="{00000008-4DEC-4540-8389-A91C72C5E6BD}"/>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8675213.58</c:v>
                </c:pt>
                <c:pt idx="1">
                  <c:v>23105866.589999996</c:v>
                </c:pt>
                <c:pt idx="2">
                  <c:v>33306929.0</c:v>
                </c:pt>
                <c:pt idx="3">
                  <c:v>78404496.24</c:v>
                </c:pt>
                <c:pt idx="4">
                  <c:v>45487295.11</c:v>
                </c:pt>
              </c:numCache>
            </c:numRef>
          </c:val>
          <c:extLst>
            <c:ext xmlns:c16="http://schemas.microsoft.com/office/drawing/2014/chart" uri="{C3380CC4-5D6E-409C-BE32-E72D297353CC}">
              <c16:uniqueId val="{00000009-4DEC-4540-8389-A91C72C5E6BD}"/>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4DEC-4540-8389-A91C72C5E6BD}"/>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4DEC-4540-8389-A91C72C5E6BD}"/>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4DEC-4540-8389-A91C72C5E6BD}"/>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4DEC-4540-8389-A91C72C5E6BD}"/>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4DEC-4540-8389-A91C72C5E6BD}"/>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4DEC-4540-8389-A91C72C5E6BD}"/>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8524595.42</c:v>
                </c:pt>
                <c:pt idx="1">
                  <c:v>34427181.46</c:v>
                </c:pt>
                <c:pt idx="2">
                  <c:v>50463196.19</c:v>
                </c:pt>
                <c:pt idx="3">
                  <c:v>96839259.07000001</c:v>
                </c:pt>
                <c:pt idx="4">
                  <c:v>229687321.85</c:v>
                </c:pt>
              </c:numCache>
            </c:numRef>
          </c:val>
          <c:extLst>
            <c:ext xmlns:c16="http://schemas.microsoft.com/office/drawing/2014/chart" uri="{C3380CC4-5D6E-409C-BE32-E72D297353CC}">
              <c16:uniqueId val="{00000010-4DEC-4540-8389-A91C72C5E6BD}"/>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AB9D-4FD6-A3CA-37D1686624E4}"/>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AB9D-4FD6-A3CA-37D1686624E4}"/>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AB9D-4FD6-A3CA-37D1686624E4}"/>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AB9D-4FD6-A3CA-37D1686624E4}"/>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AB9D-4FD6-A3CA-37D1686624E4}"/>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7308233100050523"/>
                      <c:h val="0.15323830310984562"/>
                    </c:manualLayout>
                  </c15:layout>
                </c:ext>
                <c:ext xmlns:c16="http://schemas.microsoft.com/office/drawing/2014/chart" uri="{C3380CC4-5D6E-409C-BE32-E72D297353CC}">
                  <c16:uniqueId val="{00000005-AB9D-4FD6-A3CA-37D1686624E4}"/>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AB9D-4FD6-A3CA-37D1686624E4}"/>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AB9D-4FD6-A3CA-37D1686624E4}"/>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2305216617697272"/>
                      <c:h val="0.12337348243995949"/>
                    </c:manualLayout>
                  </c15:layout>
                </c:ext>
                <c:ext xmlns:c16="http://schemas.microsoft.com/office/drawing/2014/chart" uri="{C3380CC4-5D6E-409C-BE32-E72D297353CC}">
                  <c16:uniqueId val="{00000008-AB9D-4FD6-A3CA-37D1686624E4}"/>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193343076.23</c:v>
                </c:pt>
                <c:pt idx="1">
                  <c:v>209094919.82</c:v>
                </c:pt>
                <c:pt idx="2">
                  <c:v>638994901.72</c:v>
                </c:pt>
                <c:pt idx="3">
                  <c:v>893640140.0200001</c:v>
                </c:pt>
                <c:pt idx="4">
                  <c:v>1052146902.93</c:v>
                </c:pt>
              </c:numCache>
            </c:numRef>
          </c:val>
          <c:extLst>
            <c:ext xmlns:c16="http://schemas.microsoft.com/office/drawing/2014/chart" uri="{C3380CC4-5D6E-409C-BE32-E72D297353CC}">
              <c16:uniqueId val="{00000009-AB9D-4FD6-A3CA-37D1686624E4}"/>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AB9D-4FD6-A3CA-37D1686624E4}"/>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AB9D-4FD6-A3CA-37D1686624E4}"/>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AB9D-4FD6-A3CA-37D1686624E4}"/>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AB9D-4FD6-A3CA-37D1686624E4}"/>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AB9D-4FD6-A3CA-37D1686624E4}"/>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AB9D-4FD6-A3CA-37D1686624E4}"/>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83216589.45</c:v>
                </c:pt>
                <c:pt idx="1">
                  <c:v>308355656.8</c:v>
                </c:pt>
                <c:pt idx="2">
                  <c:v>426733084.53999996</c:v>
                </c:pt>
                <c:pt idx="3">
                  <c:v>895660932.61</c:v>
                </c:pt>
                <c:pt idx="4">
                  <c:v>1038815836.0899998</c:v>
                </c:pt>
              </c:numCache>
            </c:numRef>
          </c:val>
          <c:extLst>
            <c:ext xmlns:c16="http://schemas.microsoft.com/office/drawing/2014/chart" uri="{C3380CC4-5D6E-409C-BE32-E72D297353CC}">
              <c16:uniqueId val="{00000010-AB9D-4FD6-A3CA-37D1686624E4}"/>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 محصل 2026 </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C4C3-42A4-B555-5030D936D8C8}"/>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C4C3-42A4-B555-5030D936D8C8}"/>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C4C3-42A4-B555-5030D936D8C8}"/>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C4C3-42A4-B555-5030D936D8C8}"/>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C4C3-42A4-B555-5030D936D8C8}"/>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2645840497223975"/>
                      <c:h val="0.15323830310984562"/>
                    </c:manualLayout>
                  </c15:layout>
                </c:ext>
                <c:ext xmlns:c16="http://schemas.microsoft.com/office/drawing/2014/chart" uri="{C3380CC4-5D6E-409C-BE32-E72D297353CC}">
                  <c16:uniqueId val="{00000005-C4C3-42A4-B555-5030D936D8C8}"/>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C4C3-42A4-B555-5030D936D8C8}"/>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2878837754856047"/>
                      <c:h val="0.12337348243995949"/>
                    </c:manualLayout>
                  </c15:layout>
                </c:ext>
                <c:ext xmlns:c16="http://schemas.microsoft.com/office/drawing/2014/chart" uri="{C3380CC4-5D6E-409C-BE32-E72D297353CC}">
                  <c16:uniqueId val="{00000007-C4C3-42A4-B555-5030D936D8C8}"/>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2980431412044142"/>
                      <c:h val="0.12337348243995949"/>
                    </c:manualLayout>
                  </c15:layout>
                </c:ext>
                <c:ext xmlns:c16="http://schemas.microsoft.com/office/drawing/2014/chart" uri="{C3380CC4-5D6E-409C-BE32-E72D297353CC}">
                  <c16:uniqueId val="{00000008-C4C3-42A4-B555-5030D936D8C8}"/>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243725370.2</c:v>
                </c:pt>
                <c:pt idx="1">
                  <c:v>250988908.01</c:v>
                </c:pt>
                <c:pt idx="2">
                  <c:v>720929105.2900001</c:v>
                </c:pt>
                <c:pt idx="3">
                  <c:v>1119994051.89</c:v>
                </c:pt>
                <c:pt idx="4">
                  <c:v>1217698975.83</c:v>
                </c:pt>
              </c:numCache>
            </c:numRef>
          </c:val>
          <c:extLst>
            <c:ext xmlns:c16="http://schemas.microsoft.com/office/drawing/2014/chart" uri="{C3380CC4-5D6E-409C-BE32-E72D297353CC}">
              <c16:uniqueId val="{00000009-C4C3-42A4-B555-5030D936D8C8}"/>
            </c:ext>
          </c:extLst>
        </c:ser>
        <c:ser>
          <c:idx val="1"/>
          <c:order val="1"/>
          <c:tx>
            <c:strRef>
              <c:f>Sheet1!$C$1</c:f>
              <c:strCache>
                <c:ptCount val="1"/>
                <c:pt idx="0">
                  <c:v> مستهدف 2026 </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C4C3-42A4-B555-5030D936D8C8}"/>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C4C3-42A4-B555-5030D936D8C8}"/>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C4C3-42A4-B555-5030D936D8C8}"/>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C4C3-42A4-B555-5030D936D8C8}"/>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C4C3-42A4-B555-5030D936D8C8}"/>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C4C3-42A4-B555-5030D936D8C8}"/>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105224924.66</c:v>
                </c:pt>
                <c:pt idx="1">
                  <c:v>399149362.49</c:v>
                </c:pt>
                <c:pt idx="2">
                  <c:v>561503111.5999999</c:v>
                </c:pt>
                <c:pt idx="3">
                  <c:v>1156685874.2</c:v>
                </c:pt>
                <c:pt idx="4">
                  <c:v>1827436727.0799997</c:v>
                </c:pt>
              </c:numCache>
            </c:numRef>
          </c:val>
          <c:extLst>
            <c:ext xmlns:c16="http://schemas.microsoft.com/office/drawing/2014/chart" uri="{C3380CC4-5D6E-409C-BE32-E72D297353CC}">
              <c16:uniqueId val="{00000010-C4C3-42A4-B555-5030D936D8C8}"/>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 محصل 2026 </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C32D-487B-BC91-34BD5BAE547B}"/>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C32D-487B-BC91-34BD5BAE547B}"/>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C32D-487B-BC91-34BD5BAE547B}"/>
              </c:ext>
            </c:extLst>
          </c:dPt>
          <c:dLbls>
            <c:dLbl>
              <c:idx val="0"/>
              <c:layout>
                <c:manualLayout>
                  <c:x val="-0.12360543107641475"/>
                  <c:y val="8.9044907744338375E-3"/>
                </c:manualLayout>
              </c:layout>
              <c:tx>
                <c:rich>
                  <a:bodyPr/>
                  <a:lstStyle/>
                  <a:p>
                    <a:fld id="{A83CA122-3913-4793-9BF8-DB1D35589AFF}" type="VALUE">
                      <a:rPr lang="en-US" sz="2400"/>
                      <a:pPr/>
                      <a:t>[VALUE]</a:t>
                    </a:fld>
                    <a:endParaRPr lang="ar-SA"/>
                  </a:p>
                </c:rich>
              </c:tx>
              <c:dLblPos val="outEnd"/>
              <c:showLegendKey val="0"/>
              <c:showVal val="1"/>
              <c:showCatName val="0"/>
              <c:showSerName val="0"/>
              <c:showPercent val="0"/>
              <c:showBubbleSize val="0"/>
              <c:extLst>
                <c:ext xmlns:c15="http://schemas.microsoft.com/office/drawing/2012/chart" uri="{CE6537A1-D6FC-4f65-9D91-7224C49458BB}">
                  <c15:layout>
                    <c:manualLayout>
                      <c:w val="0.87639456892358525"/>
                      <c:h val="0.22162411263576454"/>
                    </c:manualLayout>
                  </c15:layout>
                  <c15:dlblFieldTable/>
                  <c15:showDataLabelsRange val="0"/>
                </c:ext>
                <c:ext xmlns:c16="http://schemas.microsoft.com/office/drawing/2014/chart" uri="{C3380CC4-5D6E-409C-BE32-E72D297353CC}">
                  <c16:uniqueId val="{00000001-C32D-487B-BC91-34BD5BAE547B}"/>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C32D-487B-BC91-34BD5BAE547B}"/>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58454991397206757"/>
                      <c:h val="0.15323832912726634"/>
                    </c:manualLayout>
                  </c15:layout>
                </c:ext>
                <c:ext xmlns:c16="http://schemas.microsoft.com/office/drawing/2014/chart" uri="{C3380CC4-5D6E-409C-BE32-E72D297353CC}">
                  <c16:uniqueId val="{00000005-C32D-487B-BC91-34BD5BAE547B}"/>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C32D-487B-BC91-34BD5BAE547B}"/>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63350348692210234"/>
                      <c:h val="0.12337349001510693"/>
                    </c:manualLayout>
                  </c15:layout>
                </c:ext>
                <c:ext xmlns:c16="http://schemas.microsoft.com/office/drawing/2014/chart" uri="{C3380CC4-5D6E-409C-BE32-E72D297353CC}">
                  <c16:uniqueId val="{00000007-C32D-487B-BC91-34BD5BAE547B}"/>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2980431412044142"/>
                      <c:h val="0.12337348243995949"/>
                    </c:manualLayout>
                  </c15:layout>
                </c:ext>
                <c:ext xmlns:c16="http://schemas.microsoft.com/office/drawing/2014/chart" uri="{C3380CC4-5D6E-409C-BE32-E72D297353CC}">
                  <c16:uniqueId val="{00000008-C32D-487B-BC91-34BD5BAE547B}"/>
                </c:ext>
              </c:extLst>
            </c:dLbl>
            <c:spPr>
              <a:noFill/>
              <a:ln>
                <a:noFill/>
              </a:ln>
              <a:effectLst/>
            </c:spPr>
            <c:txPr>
              <a:bodyPr rot="0" spcFirstLastPara="1" vertOverflow="ellipsis" vert="horz" wrap="square" anchor="ctr" anchorCtr="0"/>
              <a:lstStyle/>
              <a:p>
                <a:pPr algn="l">
                  <a:defRPr sz="12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الإجمالي</c:v>
                </c:pt>
              </c:strCache>
            </c:strRef>
          </c:cat>
          <c:val>
            <c:numRef>
              <c:f>Sheet1!$B$2</c:f>
              <c:numCache>
                <c:formatCode>_(* #,##0_);_(* \(#,##0\);_(* "-"??_);_(@_)</c:formatCode>
                <c:ptCount val="1"/>
                <c:pt idx="0">
                  <c:v>3553336411.2200003</c:v>
                </c:pt>
              </c:numCache>
            </c:numRef>
          </c:val>
          <c:extLst>
            <c:ext xmlns:c16="http://schemas.microsoft.com/office/drawing/2014/chart" uri="{C3380CC4-5D6E-409C-BE32-E72D297353CC}">
              <c16:uniqueId val="{00000009-C32D-487B-BC91-34BD5BAE547B}"/>
            </c:ext>
          </c:extLst>
        </c:ser>
        <c:ser>
          <c:idx val="1"/>
          <c:order val="1"/>
          <c:tx>
            <c:strRef>
              <c:f>Sheet1!$C$1</c:f>
              <c:strCache>
                <c:ptCount val="1"/>
                <c:pt idx="0">
                  <c:v> مستهدف 2026 </c:v>
                </c:pt>
              </c:strCache>
            </c:strRef>
          </c:tx>
          <c:spPr>
            <a:solidFill>
              <a:schemeClr val="accent5">
                <a:lumMod val="20000"/>
                <a:lumOff val="80000"/>
              </a:schemeClr>
            </a:solidFill>
            <a:ln>
              <a:noFill/>
            </a:ln>
            <a:effectLst/>
          </c:spPr>
          <c:invertIfNegative val="0"/>
          <c:dLbls>
            <c:dLbl>
              <c:idx val="0"/>
              <c:layout>
                <c:manualLayout>
                  <c:x val="-0.1854486926937525"/>
                  <c:y val="0"/>
                </c:manualLayout>
              </c:layout>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outEnd"/>
              <c:showLegendKey val="0"/>
              <c:showVal val="1"/>
              <c:showCatName val="0"/>
              <c:showSerName val="0"/>
              <c:showPercent val="0"/>
              <c:showBubbleSize val="0"/>
              <c:extLst>
                <c:ext xmlns:c15="http://schemas.microsoft.com/office/drawing/2012/chart" uri="{CE6537A1-D6FC-4f65-9D91-7224C49458BB}">
                  <c15:layout>
                    <c:manualLayout>
                      <c:w val="0.80690908023771346"/>
                      <c:h val="0.29062434683193028"/>
                    </c:manualLayout>
                  </c15:layout>
                </c:ext>
                <c:ext xmlns:c16="http://schemas.microsoft.com/office/drawing/2014/chart" uri="{C3380CC4-5D6E-409C-BE32-E72D297353CC}">
                  <c16:uniqueId val="{0000000A-C32D-487B-BC91-34BD5BAE547B}"/>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C32D-487B-BC91-34BD5BAE547B}"/>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C32D-487B-BC91-34BD5BAE547B}"/>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C32D-487B-BC91-34BD5BAE547B}"/>
                </c:ext>
              </c:extLst>
            </c:dLbl>
            <c:dLbl>
              <c:idx val="4"/>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C32D-487B-BC91-34BD5BAE547B}"/>
                </c:ext>
              </c:extLst>
            </c:dLbl>
            <c:dLbl>
              <c:idx val="5"/>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C32D-487B-BC91-34BD5BAE547B}"/>
                </c:ext>
              </c:extLst>
            </c:dLbl>
            <c:spPr>
              <a:noFill/>
              <a:ln>
                <a:noFill/>
              </a:ln>
              <a:effectLst/>
            </c:spPr>
            <c:txPr>
              <a:bodyPr rot="0" spcFirstLastPara="1" vertOverflow="ellipsis" vert="horz" wrap="square" lIns="38100" tIns="19050" rIns="38100" bIns="19050" anchor="ctr" anchorCtr="0">
                <a:sp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الإجمالي</c:v>
                </c:pt>
              </c:strCache>
            </c:strRef>
          </c:cat>
          <c:val>
            <c:numRef>
              <c:f>Sheet1!$C$2</c:f>
              <c:numCache>
                <c:formatCode>_(* #,##0_);_(* \(#,##0\);_(* "-"??_);_(@_)</c:formatCode>
                <c:ptCount val="1"/>
                <c:pt idx="0">
                  <c:v>4050000000.0299997</c:v>
                </c:pt>
              </c:numCache>
            </c:numRef>
          </c:val>
          <c:extLst>
            <c:ext xmlns:c16="http://schemas.microsoft.com/office/drawing/2014/chart" uri="{C3380CC4-5D6E-409C-BE32-E72D297353CC}">
              <c16:uniqueId val="{00000010-C32D-487B-BC91-34BD5BAE547B}"/>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b="1">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808652F-9F44-28B5-F89C-ACBA484C95B5}"/>
              </a:ext>
            </a:extLst>
          </p:cNvPr>
          <p:cNvSpPr>
            <a:spLocks noGrp="1"/>
          </p:cNvSpPr>
          <p:nvPr>
            <p:ph type="hdr" sz="quarter"/>
          </p:nvPr>
        </p:nvSpPr>
        <p:spPr>
          <a:xfrm>
            <a:off x="0" y="0"/>
            <a:ext cx="3037840" cy="466434"/>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7D67839-0D8B-D7D5-0486-B8260FC5FCCE}"/>
              </a:ext>
            </a:extLst>
          </p:cNvPr>
          <p:cNvSpPr>
            <a:spLocks noGrp="1"/>
          </p:cNvSpPr>
          <p:nvPr>
            <p:ph type="dt" sz="quarter" idx="1"/>
          </p:nvPr>
        </p:nvSpPr>
        <p:spPr>
          <a:xfrm>
            <a:off x="3970939" y="0"/>
            <a:ext cx="3037840" cy="466434"/>
          </a:xfrm>
          <a:prstGeom prst="rect">
            <a:avLst/>
          </a:prstGeom>
        </p:spPr>
        <p:txBody>
          <a:bodyPr vert="horz" lIns="91440" tIns="45720" rIns="91440" bIns="45720" rtlCol="0"/>
          <a:lstStyle>
            <a:lvl1pPr algn="r">
              <a:defRPr sz="1200"/>
            </a:lvl1pPr>
          </a:lstStyle>
          <a:p>
            <a:fld id="{907E4247-4E69-4C8F-BCAF-268C6D049FC1}" type="datetimeFigureOut">
              <a:rPr lang="en-US" smtClean="0"/>
              <a:t>10/19/2026</a:t>
            </a:fld>
            <a:endParaRPr lang="en-US"/>
          </a:p>
        </p:txBody>
      </p:sp>
      <p:sp>
        <p:nvSpPr>
          <p:cNvPr id="4" name="Footer Placeholder 3">
            <a:extLst>
              <a:ext uri="{FF2B5EF4-FFF2-40B4-BE49-F238E27FC236}">
                <a16:creationId xmlns:a16="http://schemas.microsoft.com/office/drawing/2014/main" id="{2B4B98B1-A325-AC61-0CC9-3926903BD86D}"/>
              </a:ext>
            </a:extLst>
          </p:cNvPr>
          <p:cNvSpPr>
            <a:spLocks noGrp="1"/>
          </p:cNvSpPr>
          <p:nvPr>
            <p:ph type="ftr" sz="quarter" idx="2"/>
          </p:nvPr>
        </p:nvSpPr>
        <p:spPr>
          <a:xfrm>
            <a:off x="0" y="8829967"/>
            <a:ext cx="3037840" cy="466433"/>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960B90C-748F-4DEA-E396-C47CA6732758}"/>
              </a:ext>
            </a:extLst>
          </p:cNvPr>
          <p:cNvSpPr>
            <a:spLocks noGrp="1"/>
          </p:cNvSpPr>
          <p:nvPr>
            <p:ph type="sldNum" sz="quarter" idx="3"/>
          </p:nvPr>
        </p:nvSpPr>
        <p:spPr>
          <a:xfrm>
            <a:off x="3970939" y="8829967"/>
            <a:ext cx="3037840" cy="466433"/>
          </a:xfrm>
          <a:prstGeom prst="rect">
            <a:avLst/>
          </a:prstGeom>
        </p:spPr>
        <p:txBody>
          <a:bodyPr vert="horz" lIns="91440" tIns="45720" rIns="91440" bIns="45720" rtlCol="0" anchor="b"/>
          <a:lstStyle>
            <a:lvl1pPr algn="r">
              <a:defRPr sz="1200"/>
            </a:lvl1pPr>
          </a:lstStyle>
          <a:p>
            <a:fld id="{460175DA-BA9B-44CB-A019-967114970605}" type="slidenum">
              <a:rPr lang="en-US" smtClean="0"/>
              <a:t>‹#›</a:t>
            </a:fld>
            <a:endParaRPr lang="en-US"/>
          </a:p>
        </p:txBody>
      </p:sp>
    </p:spTree>
    <p:extLst>
      <p:ext uri="{BB962C8B-B14F-4D97-AF65-F5344CB8AC3E}">
        <p14:creationId xmlns:p14="http://schemas.microsoft.com/office/powerpoint/2010/main" val="369333881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37840" cy="46482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970939" y="0"/>
            <a:ext cx="3037840" cy="46482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01040" y="4415790"/>
            <a:ext cx="5608320" cy="418338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829967"/>
            <a:ext cx="3037840" cy="46482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970939" y="8829967"/>
            <a:ext cx="3037840" cy="46482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3DDCC-CA86-82E9-E22C-32744DBA64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DDCAAF-B1AC-37FF-29D9-BE7CDA6104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7D3593-3140-8470-D204-589F37D41858}"/>
              </a:ext>
            </a:extLst>
          </p:cNvPr>
          <p:cNvSpPr>
            <a:spLocks noGrp="1"/>
          </p:cNvSpPr>
          <p:nvPr>
            <p:ph type="body" idx="1"/>
          </p:nvPr>
        </p:nvSpPr>
        <p:spPr/>
        <p:txBody>
          <a:bodyPr/>
          <a:lstStyle/>
          <a:p>
            <a:r>
              <a:rPr lang="ar-SA"/>
              <a:t>معتمد</a:t>
            </a:r>
            <a:endParaRPr lang="en-LB"/>
          </a:p>
        </p:txBody>
      </p:sp>
    </p:spTree>
    <p:extLst>
      <p:ext uri="{BB962C8B-B14F-4D97-AF65-F5344CB8AC3E}">
        <p14:creationId xmlns:p14="http://schemas.microsoft.com/office/powerpoint/2010/main" val="40568434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3DDCC-CA86-82E9-E22C-32744DBA64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DDCAAF-B1AC-37FF-29D9-BE7CDA6104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7D3593-3140-8470-D204-589F37D41858}"/>
              </a:ext>
            </a:extLst>
          </p:cNvPr>
          <p:cNvSpPr>
            <a:spLocks noGrp="1"/>
          </p:cNvSpPr>
          <p:nvPr>
            <p:ph type="body" idx="1"/>
          </p:nvPr>
        </p:nvSpPr>
        <p:spPr/>
        <p:txBody>
          <a:bodyPr/>
          <a:lstStyle/>
          <a:p>
            <a:r>
              <a:rPr lang="ar-SA"/>
              <a:t>معتمد</a:t>
            </a:r>
            <a:endParaRPr lang="en-LB"/>
          </a:p>
        </p:txBody>
      </p:sp>
    </p:spTree>
    <p:extLst>
      <p:ext uri="{BB962C8B-B14F-4D97-AF65-F5344CB8AC3E}">
        <p14:creationId xmlns:p14="http://schemas.microsoft.com/office/powerpoint/2010/main" val="16507497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2.xml"/><Relationship Id="rId1" Type="http://schemas.openxmlformats.org/officeDocument/2006/relationships/tags" Target="../tags/tag2.xml"/><Relationship Id="rId4" Type="http://schemas.openxmlformats.org/officeDocument/2006/relationships/image" Target="../media/image5.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2.xml"/><Relationship Id="rId1" Type="http://schemas.openxmlformats.org/officeDocument/2006/relationships/tags" Target="../tags/tag3.xml"/><Relationship Id="rId4" Type="http://schemas.openxmlformats.org/officeDocument/2006/relationships/image" Target="../media/image5.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2.xml"/><Relationship Id="rId1" Type="http://schemas.openxmlformats.org/officeDocument/2006/relationships/tags" Target="../tags/tag4.xml"/><Relationship Id="rId4" Type="http://schemas.openxmlformats.org/officeDocument/2006/relationships/image" Target="../media/image5.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2.xml"/><Relationship Id="rId1" Type="http://schemas.openxmlformats.org/officeDocument/2006/relationships/tags" Target="../tags/tag5.xml"/><Relationship Id="rId4" Type="http://schemas.openxmlformats.org/officeDocument/2006/relationships/image" Target="../media/image5.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2.xml"/><Relationship Id="rId1" Type="http://schemas.openxmlformats.org/officeDocument/2006/relationships/tags" Target="../tags/tag6.xml"/><Relationship Id="rId4" Type="http://schemas.openxmlformats.org/officeDocument/2006/relationships/image" Target="../media/image5.emf"/></Relationships>
</file>

<file path=ppt/slideLayouts/_rels/slideLayout2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chart" Target="../charts/chart1.xml"/><Relationship Id="rId5" Type="http://schemas.openxmlformats.org/officeDocument/2006/relationships/image" Target="../media/image5.emf"/><Relationship Id="rId4" Type="http://schemas.openxmlformats.org/officeDocument/2006/relationships/oleObject" Target="../embeddings/oleObject7.bin"/></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2.xml"/><Relationship Id="rId1" Type="http://schemas.openxmlformats.org/officeDocument/2006/relationships/tags" Target="../tags/tag9.xml"/><Relationship Id="rId4" Type="http://schemas.openxmlformats.org/officeDocument/2006/relationships/image" Target="../media/image5.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2.xml"/><Relationship Id="rId1" Type="http://schemas.openxmlformats.org/officeDocument/2006/relationships/tags" Target="../tags/tag10.xml"/><Relationship Id="rId4" Type="http://schemas.openxmlformats.org/officeDocument/2006/relationships/image" Target="../media/image5.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2.xml"/><Relationship Id="rId1" Type="http://schemas.openxmlformats.org/officeDocument/2006/relationships/tags" Target="../tags/tag11.xml"/><Relationship Id="rId4" Type="http://schemas.openxmlformats.org/officeDocument/2006/relationships/image" Target="../media/image5.emf"/></Relationships>
</file>

<file path=ppt/slideLayouts/_rels/slideLayout24.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2.xml"/><Relationship Id="rId1" Type="http://schemas.openxmlformats.org/officeDocument/2006/relationships/tags" Target="../tags/tag12.xml"/><Relationship Id="rId4" Type="http://schemas.openxmlformats.org/officeDocument/2006/relationships/image" Target="../media/image5.emf"/></Relationships>
</file>

<file path=ppt/slideLayouts/_rels/slideLayout2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Master" Target="../slideMasters/slideMaster2.xml"/><Relationship Id="rId7" Type="http://schemas.openxmlformats.org/officeDocument/2006/relationships/image" Target="../media/image8.svg"/><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image" Target="../media/image7.jpeg"/><Relationship Id="rId5" Type="http://schemas.openxmlformats.org/officeDocument/2006/relationships/image" Target="../media/image6.emf"/><Relationship Id="rId4" Type="http://schemas.openxmlformats.org/officeDocument/2006/relationships/oleObject" Target="../embeddings/oleObject12.bin"/></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048000" y="2244726"/>
            <a:ext cx="18288000" cy="4775200"/>
          </a:xfrm>
        </p:spPr>
        <p:txBody>
          <a:bodyPr anchor="b"/>
          <a:lstStyle>
            <a:lvl1pPr algn="ctr">
              <a:defRPr sz="12000"/>
            </a:lvl1pPr>
          </a:lstStyle>
          <a:p>
            <a:r>
              <a:rPr lang="en-US"/>
              <a:t>Click to edit Master title style</a:t>
            </a:r>
          </a:p>
        </p:txBody>
      </p:sp>
      <p:sp>
        <p:nvSpPr>
          <p:cNvPr id="3" name="Subtitle 2"/>
          <p:cNvSpPr>
            <a:spLocks noGrp="1"/>
          </p:cNvSpPr>
          <p:nvPr>
            <p:ph type="subTitle" idx="1"/>
          </p:nvPr>
        </p:nvSpPr>
        <p:spPr>
          <a:xfrm>
            <a:off x="3048000" y="7204076"/>
            <a:ext cx="18288000" cy="3311524"/>
          </a:xfrm>
        </p:spPr>
        <p:txBody>
          <a:bodyPr/>
          <a:lstStyle>
            <a:lvl1pPr marL="0" indent="0" algn="ctr">
              <a:buNone/>
              <a:defRPr sz="4800"/>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Click to edit Master subtitle style</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1070286264"/>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729367565"/>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63700" y="3419477"/>
            <a:ext cx="21031200" cy="5705474"/>
          </a:xfrm>
        </p:spPr>
        <p:txBody>
          <a:bodyPr anchor="b"/>
          <a:lstStyle>
            <a:lvl1pPr>
              <a:defRPr sz="12000"/>
            </a:lvl1pPr>
          </a:lstStyle>
          <a:p>
            <a:r>
              <a:rPr lang="en-US"/>
              <a:t>Click to edit Master title style</a:t>
            </a:r>
          </a:p>
        </p:txBody>
      </p:sp>
      <p:sp>
        <p:nvSpPr>
          <p:cNvPr id="3" name="Text Placeholder 2"/>
          <p:cNvSpPr>
            <a:spLocks noGrp="1"/>
          </p:cNvSpPr>
          <p:nvPr>
            <p:ph type="body" idx="1"/>
          </p:nvPr>
        </p:nvSpPr>
        <p:spPr>
          <a:xfrm>
            <a:off x="1663700" y="9178927"/>
            <a:ext cx="21031200" cy="3000374"/>
          </a:xfrm>
        </p:spPr>
        <p:txBody>
          <a:bodyPr/>
          <a:lstStyle>
            <a:lvl1pPr marL="0" indent="0">
              <a:buNone/>
              <a:defRPr sz="4800">
                <a:solidFill>
                  <a:schemeClr val="tx1">
                    <a:tint val="75000"/>
                  </a:schemeClr>
                </a:solidFill>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3596386027"/>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676400" y="3651250"/>
            <a:ext cx="10363200"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2344400" y="3651250"/>
            <a:ext cx="10363200"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849210506"/>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679576" y="730251"/>
            <a:ext cx="21031200" cy="2651126"/>
          </a:xfrm>
        </p:spPr>
        <p:txBody>
          <a:bodyPr/>
          <a:lstStyle/>
          <a:p>
            <a:r>
              <a:rPr lang="en-US"/>
              <a:t>Click to edit Master title style</a:t>
            </a:r>
          </a:p>
        </p:txBody>
      </p:sp>
      <p:sp>
        <p:nvSpPr>
          <p:cNvPr id="3" name="Text Placeholder 2"/>
          <p:cNvSpPr>
            <a:spLocks noGrp="1"/>
          </p:cNvSpPr>
          <p:nvPr>
            <p:ph type="body" idx="1"/>
          </p:nvPr>
        </p:nvSpPr>
        <p:spPr>
          <a:xfrm>
            <a:off x="1679577" y="3362326"/>
            <a:ext cx="10315574"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4" name="Content Placeholder 3"/>
          <p:cNvSpPr>
            <a:spLocks noGrp="1"/>
          </p:cNvSpPr>
          <p:nvPr>
            <p:ph sz="half" idx="2"/>
          </p:nvPr>
        </p:nvSpPr>
        <p:spPr>
          <a:xfrm>
            <a:off x="1679577" y="5010150"/>
            <a:ext cx="10315574"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2344400" y="3362326"/>
            <a:ext cx="10366376"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6" name="Content Placeholder 5"/>
          <p:cNvSpPr>
            <a:spLocks noGrp="1"/>
          </p:cNvSpPr>
          <p:nvPr>
            <p:ph sz="quarter" idx="4"/>
          </p:nvPr>
        </p:nvSpPr>
        <p:spPr>
          <a:xfrm>
            <a:off x="12344400" y="5010150"/>
            <a:ext cx="10366376"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C764DE79-268F-4C1A-8933-263129D2AF90}" type="datetimeFigureOut">
              <a:rPr lang="en-US" dirty="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1613470055"/>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764DE79-268F-4C1A-8933-263129D2AF90}" type="datetimeFigureOut">
              <a:rPr lang="en-US" dirty="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2609169112"/>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830372022"/>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577" y="914400"/>
            <a:ext cx="7864474" cy="3200400"/>
          </a:xfrm>
        </p:spPr>
        <p:txBody>
          <a:bodyPr anchor="b"/>
          <a:lstStyle>
            <a:lvl1pPr>
              <a:defRPr sz="6400"/>
            </a:lvl1pPr>
          </a:lstStyle>
          <a:p>
            <a:r>
              <a:rPr lang="en-US"/>
              <a:t>Click to edit Master title style</a:t>
            </a:r>
          </a:p>
        </p:txBody>
      </p:sp>
      <p:sp>
        <p:nvSpPr>
          <p:cNvPr id="3" name="Content Placeholder 2"/>
          <p:cNvSpPr>
            <a:spLocks noGrp="1"/>
          </p:cNvSpPr>
          <p:nvPr>
            <p:ph idx="1"/>
          </p:nvPr>
        </p:nvSpPr>
        <p:spPr>
          <a:xfrm>
            <a:off x="10366376" y="1974851"/>
            <a:ext cx="12344400"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679577" y="4114800"/>
            <a:ext cx="7864474"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72618770"/>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577" y="914400"/>
            <a:ext cx="7864474" cy="3200400"/>
          </a:xfrm>
        </p:spPr>
        <p:txBody>
          <a:bodyPr anchor="b"/>
          <a:lstStyle>
            <a:lvl1pPr>
              <a:defRPr sz="6400"/>
            </a:lvl1pPr>
          </a:lstStyle>
          <a:p>
            <a:r>
              <a:rPr lang="en-US"/>
              <a:t>Click to edit Master title style</a:t>
            </a:r>
          </a:p>
        </p:txBody>
      </p:sp>
      <p:sp>
        <p:nvSpPr>
          <p:cNvPr id="3" name="Picture Placeholder 2"/>
          <p:cNvSpPr>
            <a:spLocks noGrp="1" noChangeAspect="1"/>
          </p:cNvSpPr>
          <p:nvPr>
            <p:ph type="pic" idx="1"/>
          </p:nvPr>
        </p:nvSpPr>
        <p:spPr>
          <a:xfrm>
            <a:off x="10366376" y="1974851"/>
            <a:ext cx="12344400" cy="9747250"/>
          </a:xfrm>
        </p:spPr>
        <p:txBody>
          <a:bodyPr anchor="t"/>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en-US"/>
              <a:t>Click icon to add picture</a:t>
            </a:r>
          </a:p>
        </p:txBody>
      </p:sp>
      <p:sp>
        <p:nvSpPr>
          <p:cNvPr id="4" name="Text Placeholder 3"/>
          <p:cNvSpPr>
            <a:spLocks noGrp="1"/>
          </p:cNvSpPr>
          <p:nvPr>
            <p:ph type="body" sz="half" idx="2"/>
          </p:nvPr>
        </p:nvSpPr>
        <p:spPr>
          <a:xfrm>
            <a:off x="1679577" y="4114800"/>
            <a:ext cx="7864474"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1618664250"/>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625644562"/>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7449800" y="730250"/>
            <a:ext cx="5257800" cy="11623676"/>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676400" y="730250"/>
            <a:ext cx="15468600" cy="116236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353082056"/>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7_Title Only">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9CAED2C5-D635-4620-C026-DBFF5C3A84BD}"/>
              </a:ext>
            </a:extLst>
          </p:cNvPr>
          <p:cNvGrpSpPr/>
          <p:nvPr userDrawn="1"/>
        </p:nvGrpSpPr>
        <p:grpSpPr>
          <a:xfrm>
            <a:off x="926444" y="12865731"/>
            <a:ext cx="22531111" cy="499402"/>
            <a:chOff x="474623" y="6481482"/>
            <a:chExt cx="11243553" cy="249065"/>
          </a:xfrm>
        </p:grpSpPr>
        <p:pic>
          <p:nvPicPr>
            <p:cNvPr id="3" name="Picture 2">
              <a:extLst>
                <a:ext uri="{FF2B5EF4-FFF2-40B4-BE49-F238E27FC236}">
                  <a16:creationId xmlns:a16="http://schemas.microsoft.com/office/drawing/2014/main" id="{2AE720B6-3677-EA81-0A37-74E77DF0D181}"/>
                </a:ext>
              </a:extLst>
            </p:cNvPr>
            <p:cNvPicPr>
              <a:picLocks noChangeAspect="1"/>
            </p:cNvPicPr>
            <p:nvPr/>
          </p:nvPicPr>
          <p:blipFill>
            <a:blip r:embed="rId2"/>
            <a:stretch>
              <a:fillRect/>
            </a:stretch>
          </p:blipFill>
          <p:spPr>
            <a:xfrm>
              <a:off x="474623" y="6481482"/>
              <a:ext cx="1872431" cy="249065"/>
            </a:xfrm>
            <a:prstGeom prst="rect">
              <a:avLst/>
            </a:prstGeom>
          </p:spPr>
        </p:pic>
        <p:pic>
          <p:nvPicPr>
            <p:cNvPr id="4" name="Picture 3">
              <a:extLst>
                <a:ext uri="{FF2B5EF4-FFF2-40B4-BE49-F238E27FC236}">
                  <a16:creationId xmlns:a16="http://schemas.microsoft.com/office/drawing/2014/main" id="{02B28FCA-0EA9-4C15-66C7-223C41BADC27}"/>
                </a:ext>
              </a:extLst>
            </p:cNvPr>
            <p:cNvPicPr>
              <a:picLocks noChangeAspect="1"/>
            </p:cNvPicPr>
            <p:nvPr/>
          </p:nvPicPr>
          <p:blipFill>
            <a:blip r:embed="rId2"/>
            <a:stretch>
              <a:fillRect/>
            </a:stretch>
          </p:blipFill>
          <p:spPr>
            <a:xfrm>
              <a:off x="2347054" y="6481482"/>
              <a:ext cx="1872431" cy="249065"/>
            </a:xfrm>
            <a:prstGeom prst="rect">
              <a:avLst/>
            </a:prstGeom>
          </p:spPr>
        </p:pic>
        <p:pic>
          <p:nvPicPr>
            <p:cNvPr id="5" name="Picture 4">
              <a:extLst>
                <a:ext uri="{FF2B5EF4-FFF2-40B4-BE49-F238E27FC236}">
                  <a16:creationId xmlns:a16="http://schemas.microsoft.com/office/drawing/2014/main" id="{2A5B3C04-4B91-6B3C-D9C3-3AF90E36B2D0}"/>
                </a:ext>
              </a:extLst>
            </p:cNvPr>
            <p:cNvPicPr>
              <a:picLocks noChangeAspect="1"/>
            </p:cNvPicPr>
            <p:nvPr/>
          </p:nvPicPr>
          <p:blipFill>
            <a:blip r:embed="rId2"/>
            <a:stretch>
              <a:fillRect/>
            </a:stretch>
          </p:blipFill>
          <p:spPr>
            <a:xfrm>
              <a:off x="4219485" y="6481482"/>
              <a:ext cx="1872431" cy="249065"/>
            </a:xfrm>
            <a:prstGeom prst="rect">
              <a:avLst/>
            </a:prstGeom>
          </p:spPr>
        </p:pic>
        <p:pic>
          <p:nvPicPr>
            <p:cNvPr id="7" name="Picture 6">
              <a:extLst>
                <a:ext uri="{FF2B5EF4-FFF2-40B4-BE49-F238E27FC236}">
                  <a16:creationId xmlns:a16="http://schemas.microsoft.com/office/drawing/2014/main" id="{184FF2C4-5621-5E93-8D76-23DB5CBAE7A7}"/>
                </a:ext>
              </a:extLst>
            </p:cNvPr>
            <p:cNvPicPr>
              <a:picLocks noChangeAspect="1"/>
            </p:cNvPicPr>
            <p:nvPr/>
          </p:nvPicPr>
          <p:blipFill>
            <a:blip r:embed="rId2"/>
            <a:stretch>
              <a:fillRect/>
            </a:stretch>
          </p:blipFill>
          <p:spPr>
            <a:xfrm>
              <a:off x="6100883" y="6481482"/>
              <a:ext cx="1872431" cy="249065"/>
            </a:xfrm>
            <a:prstGeom prst="rect">
              <a:avLst/>
            </a:prstGeom>
          </p:spPr>
        </p:pic>
        <p:pic>
          <p:nvPicPr>
            <p:cNvPr id="8" name="Picture 7">
              <a:extLst>
                <a:ext uri="{FF2B5EF4-FFF2-40B4-BE49-F238E27FC236}">
                  <a16:creationId xmlns:a16="http://schemas.microsoft.com/office/drawing/2014/main" id="{89F3F185-701A-341E-9E99-6A77DD4381BD}"/>
                </a:ext>
              </a:extLst>
            </p:cNvPr>
            <p:cNvPicPr>
              <a:picLocks noChangeAspect="1"/>
            </p:cNvPicPr>
            <p:nvPr/>
          </p:nvPicPr>
          <p:blipFill>
            <a:blip r:embed="rId2"/>
            <a:stretch>
              <a:fillRect/>
            </a:stretch>
          </p:blipFill>
          <p:spPr>
            <a:xfrm>
              <a:off x="7973314" y="6481482"/>
              <a:ext cx="1872431" cy="249065"/>
            </a:xfrm>
            <a:prstGeom prst="rect">
              <a:avLst/>
            </a:prstGeom>
          </p:spPr>
        </p:pic>
        <p:pic>
          <p:nvPicPr>
            <p:cNvPr id="9" name="Picture 8">
              <a:extLst>
                <a:ext uri="{FF2B5EF4-FFF2-40B4-BE49-F238E27FC236}">
                  <a16:creationId xmlns:a16="http://schemas.microsoft.com/office/drawing/2014/main" id="{1AB26C84-3E76-5837-8325-58494C5E53BF}"/>
                </a:ext>
              </a:extLst>
            </p:cNvPr>
            <p:cNvPicPr>
              <a:picLocks noChangeAspect="1"/>
            </p:cNvPicPr>
            <p:nvPr/>
          </p:nvPicPr>
          <p:blipFill>
            <a:blip r:embed="rId2"/>
            <a:stretch>
              <a:fillRect/>
            </a:stretch>
          </p:blipFill>
          <p:spPr>
            <a:xfrm>
              <a:off x="9845745" y="6481482"/>
              <a:ext cx="1872431" cy="249065"/>
            </a:xfrm>
            <a:prstGeom prst="rect">
              <a:avLst/>
            </a:prstGeom>
          </p:spPr>
        </p:pic>
      </p:grpSp>
      <p:pic>
        <p:nvPicPr>
          <p:cNvPr id="12" name="Picture 11">
            <a:extLst>
              <a:ext uri="{FF2B5EF4-FFF2-40B4-BE49-F238E27FC236}">
                <a16:creationId xmlns:a16="http://schemas.microsoft.com/office/drawing/2014/main" id="{D8B3F7B9-FA25-9848-A233-94A5A2C2AA3A}"/>
              </a:ext>
            </a:extLst>
          </p:cNvPr>
          <p:cNvPicPr>
            <a:picLocks noChangeAspect="1"/>
          </p:cNvPicPr>
          <p:nvPr userDrawn="1"/>
        </p:nvPicPr>
        <p:blipFill>
          <a:blip r:embed="rId3"/>
          <a:stretch>
            <a:fillRect/>
          </a:stretch>
        </p:blipFill>
        <p:spPr>
          <a:xfrm>
            <a:off x="678115" y="461195"/>
            <a:ext cx="2504564" cy="680932"/>
          </a:xfrm>
          <a:prstGeom prst="rect">
            <a:avLst/>
          </a:prstGeom>
        </p:spPr>
      </p:pic>
      <p:sp>
        <p:nvSpPr>
          <p:cNvPr id="13" name="Slide Number Placeholder 12">
            <a:extLst>
              <a:ext uri="{FF2B5EF4-FFF2-40B4-BE49-F238E27FC236}">
                <a16:creationId xmlns:a16="http://schemas.microsoft.com/office/drawing/2014/main" id="{A54731CD-D1FF-B5B5-9B1D-7AE99994AC6C}"/>
              </a:ext>
            </a:extLst>
          </p:cNvPr>
          <p:cNvSpPr>
            <a:spLocks noGrp="1"/>
          </p:cNvSpPr>
          <p:nvPr>
            <p:ph type="sldNum" sz="quarter" idx="12"/>
          </p:nvPr>
        </p:nvSpPr>
        <p:spPr>
          <a:xfrm>
            <a:off x="133265" y="12865731"/>
            <a:ext cx="775210" cy="614826"/>
          </a:xfrm>
        </p:spPr>
        <p:txBody>
          <a:bodyPr/>
          <a:lstStyle>
            <a:lvl1pPr algn="ctr">
              <a:defRPr/>
            </a:lvl1pPr>
          </a:lstStyle>
          <a:p>
            <a:fld id="{7D5AB3DD-9542-440C-AB5F-DC677AAFC07B}" type="slidenum">
              <a:rPr lang="en-US" smtClean="0"/>
              <a:pPr/>
              <a:t>‹#›</a:t>
            </a:fld>
            <a:endParaRPr lang="en-US"/>
          </a:p>
        </p:txBody>
      </p:sp>
    </p:spTree>
    <p:extLst>
      <p:ext uri="{BB962C8B-B14F-4D97-AF65-F5344CB8AC3E}">
        <p14:creationId xmlns:p14="http://schemas.microsoft.com/office/powerpoint/2010/main" val="3425616211"/>
      </p:ext>
    </p:extLst>
  </p:cSld>
  <p:clrMapOvr>
    <a:masterClrMapping/>
  </p:clrMapOvr>
  <p:extLst>
    <p:ext uri="{DCECCB84-F9BA-43D5-87BE-67443E8EF086}">
      <p15:sldGuideLst xmlns:p15="http://schemas.microsoft.com/office/powerpoint/2012/main">
        <p15:guide id="1" orient="horz" pos="2155">
          <p15:clr>
            <a:srgbClr val="FBAE40"/>
          </p15:clr>
        </p15:guide>
        <p15:guide id="2" pos="3834">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فواصل العناوين &quot;A1">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AD6C303-87D3-BE5E-E000-BAE6DD6C94B9}"/>
              </a:ext>
            </a:extLst>
          </p:cNvPr>
          <p:cNvPicPr>
            <a:picLocks noChangeAspect="1"/>
          </p:cNvPicPr>
          <p:nvPr userDrawn="1"/>
        </p:nvPicPr>
        <p:blipFill>
          <a:blip r:embed="rId2"/>
          <a:srcRect/>
          <a:stretch/>
        </p:blipFill>
        <p:spPr>
          <a:xfrm>
            <a:off x="7246" y="1"/>
            <a:ext cx="24369508" cy="13715998"/>
          </a:xfrm>
          <a:prstGeom prst="rect">
            <a:avLst/>
          </a:prstGeom>
        </p:spPr>
      </p:pic>
    </p:spTree>
    <p:extLst>
      <p:ext uri="{BB962C8B-B14F-4D97-AF65-F5344CB8AC3E}">
        <p14:creationId xmlns:p14="http://schemas.microsoft.com/office/powerpoint/2010/main" val="3086031054"/>
      </p:ext>
    </p:extLst>
  </p:cSld>
  <p:clrMapOvr>
    <a:masterClrMapping/>
  </p:clrMapOvr>
  <p:extLst>
    <p:ext uri="{DCECCB84-F9BA-43D5-87BE-67443E8EF086}">
      <p15:sldGuideLst xmlns:p15="http://schemas.microsoft.com/office/powerpoint/2012/main">
        <p15:guide id="1" orient="horz" pos="2154">
          <p15:clr>
            <a:srgbClr val="FBAE40"/>
          </p15:clr>
        </p15:guide>
        <p15:guide id="2" pos="383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الصفحة النهائية ,C3">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34C1603-BBBF-93B2-B8B1-88A7BF495EFE}"/>
              </a:ext>
            </a:extLst>
          </p:cNvPr>
          <p:cNvPicPr>
            <a:picLocks noChangeAspect="1"/>
          </p:cNvPicPr>
          <p:nvPr userDrawn="1"/>
        </p:nvPicPr>
        <p:blipFill>
          <a:blip r:embed="rId2"/>
          <a:srcRect/>
          <a:stretch/>
        </p:blipFill>
        <p:spPr>
          <a:xfrm>
            <a:off x="7246" y="1"/>
            <a:ext cx="24369508" cy="13715998"/>
          </a:xfrm>
          <a:prstGeom prst="rect">
            <a:avLst/>
          </a:prstGeom>
        </p:spPr>
      </p:pic>
    </p:spTree>
    <p:extLst>
      <p:ext uri="{BB962C8B-B14F-4D97-AF65-F5344CB8AC3E}">
        <p14:creationId xmlns:p14="http://schemas.microsoft.com/office/powerpoint/2010/main" val="74151311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1_Cover style 1-D">
    <p:bg>
      <p:bgPr>
        <a:solidFill>
          <a:schemeClr val="tx2"/>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5C27FAD-320F-4066-9307-B3E13962AB70}"/>
              </a:ext>
            </a:extLst>
          </p:cNvPr>
          <p:cNvGraphicFramePr>
            <a:graphicFrameLocks noChangeAspect="1"/>
          </p:cNvGraphicFramePr>
          <p:nvPr userDrawn="1">
            <p:custDataLst>
              <p:tags r:id="rId1"/>
            </p:custDataLst>
            <p:extLst>
              <p:ext uri="{D42A27DB-BD31-4B8C-83A1-F6EECF244321}">
                <p14:modId xmlns:p14="http://schemas.microsoft.com/office/powerpoint/2010/main" val="322730232"/>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D5C27FAD-320F-4066-9307-B3E13962AB70}"/>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13" name="Picture Placeholder 3">
            <a:extLst>
              <a:ext uri="{FF2B5EF4-FFF2-40B4-BE49-F238E27FC236}">
                <a16:creationId xmlns:a16="http://schemas.microsoft.com/office/drawing/2014/main" id="{82C4E76F-A8D1-4DD8-B2EF-CC976FEB5E1E}"/>
              </a:ext>
            </a:extLst>
          </p:cNvPr>
          <p:cNvSpPr>
            <a:spLocks noGrp="1" noChangeAspect="1"/>
          </p:cNvSpPr>
          <p:nvPr>
            <p:ph type="pic" sz="quarter" idx="12"/>
          </p:nvPr>
        </p:nvSpPr>
        <p:spPr>
          <a:xfrm>
            <a:off x="1463677" y="2651127"/>
            <a:ext cx="10963274" cy="8729982"/>
          </a:xfrm>
          <a:solidFill>
            <a:schemeClr val="accent4"/>
          </a:solidFill>
        </p:spPr>
        <p:txBody>
          <a:bodyPr vert="horz" lIns="0" tIns="0" rIns="0" bIns="0" rtlCol="0" anchor="ctr" anchorCtr="0">
            <a:noAutofit/>
          </a:bodyPr>
          <a:lstStyle>
            <a:lvl1pPr>
              <a:defRPr lang="en-GB" sz="2000" b="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pPr lvl="0" algn="ctr"/>
            <a:r>
              <a:rPr lang="en-US"/>
              <a:t>Click icon to add picture</a:t>
            </a:r>
            <a:endParaRPr lang="en-GB"/>
          </a:p>
        </p:txBody>
      </p:sp>
      <p:sp>
        <p:nvSpPr>
          <p:cNvPr id="8" name="Title 1">
            <a:extLst>
              <a:ext uri="{FF2B5EF4-FFF2-40B4-BE49-F238E27FC236}">
                <a16:creationId xmlns:a16="http://schemas.microsoft.com/office/drawing/2014/main" id="{B9014A73-C13F-4EC8-ABEB-4919B6F49109}"/>
              </a:ext>
            </a:extLst>
          </p:cNvPr>
          <p:cNvSpPr>
            <a:spLocks noGrp="1"/>
          </p:cNvSpPr>
          <p:nvPr>
            <p:ph type="ctrTitle" hasCustomPrompt="1"/>
          </p:nvPr>
        </p:nvSpPr>
        <p:spPr>
          <a:xfrm>
            <a:off x="12884150" y="2786941"/>
            <a:ext cx="10058400" cy="6885362"/>
          </a:xfrm>
          <a:noFill/>
          <a:ln w="3175">
            <a:noFill/>
            <a:prstDash val="lgDash"/>
          </a:ln>
        </p:spPr>
        <p:txBody>
          <a:bodyPr vert="horz" lIns="0" tIns="0" rIns="0" bIns="0" anchor="t" anchorCtr="0">
            <a:noAutofit/>
          </a:bodyPr>
          <a:lstStyle>
            <a:lvl1pPr algn="r" rtl="1">
              <a:lnSpc>
                <a:spcPct val="90000"/>
              </a:lnSpc>
              <a:defRPr sz="12000" b="1" baseline="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ar-SA"/>
              <a:t>انقر لتعديل أنماط النص الرئيسي</a:t>
            </a:r>
            <a:endParaRPr lang="en-US"/>
          </a:p>
        </p:txBody>
      </p:sp>
      <p:sp>
        <p:nvSpPr>
          <p:cNvPr id="11" name="Text Placeholder 3">
            <a:extLst>
              <a:ext uri="{FF2B5EF4-FFF2-40B4-BE49-F238E27FC236}">
                <a16:creationId xmlns:a16="http://schemas.microsoft.com/office/drawing/2014/main" id="{5884F64E-FE94-4439-887B-2D573705B0CC}"/>
              </a:ext>
            </a:extLst>
          </p:cNvPr>
          <p:cNvSpPr>
            <a:spLocks noGrp="1"/>
          </p:cNvSpPr>
          <p:nvPr>
            <p:ph type="body" sz="quarter" idx="11"/>
          </p:nvPr>
        </p:nvSpPr>
        <p:spPr>
          <a:xfrm>
            <a:off x="12884150" y="11010150"/>
            <a:ext cx="10058400" cy="1620000"/>
          </a:xfrm>
          <a:ln w="3175">
            <a:noFill/>
            <a:prstDash val="lgDash"/>
          </a:ln>
        </p:spPr>
        <p:txBody>
          <a:bodyPr wrap="square" anchor="b">
            <a:noAutofit/>
          </a:bodyPr>
          <a:lstStyle>
            <a:lvl1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buClr>
                <a:schemeClr val="bg1"/>
              </a:buClr>
              <a:defRPr sz="2200">
                <a:solidFill>
                  <a:schemeClr val="bg1"/>
                </a:solidFill>
              </a:defRPr>
            </a:lvl3pPr>
            <a:lvl4pPr>
              <a:buClr>
                <a:schemeClr val="bg1"/>
              </a:buClr>
              <a:defRPr sz="2200">
                <a:solidFill>
                  <a:schemeClr val="bg1"/>
                </a:solidFill>
              </a:defRPr>
            </a:lvl4pPr>
            <a:lvl5pPr>
              <a:buClr>
                <a:schemeClr val="bg1"/>
              </a:buClr>
              <a:defRPr sz="2200">
                <a:solidFill>
                  <a:schemeClr val="bg1"/>
                </a:solidFill>
              </a:defRPr>
            </a:lvl5pPr>
          </a:lstStyle>
          <a:p>
            <a:pPr lvl="0"/>
            <a:r>
              <a:rPr lang="en-US"/>
              <a:t>Click to edit Master text styles</a:t>
            </a:r>
          </a:p>
          <a:p>
            <a:pPr lvl="1"/>
            <a:r>
              <a:rPr lang="en-US"/>
              <a:t>Second level</a:t>
            </a:r>
          </a:p>
        </p:txBody>
      </p:sp>
      <p:sp>
        <p:nvSpPr>
          <p:cNvPr id="14" name="Freeform 19">
            <a:extLst>
              <a:ext uri="{FF2B5EF4-FFF2-40B4-BE49-F238E27FC236}">
                <a16:creationId xmlns:a16="http://schemas.microsoft.com/office/drawing/2014/main" id="{D9266C27-1FA2-433C-BCEB-00CB8A0EB8ED}"/>
              </a:ext>
            </a:extLst>
          </p:cNvPr>
          <p:cNvSpPr>
            <a:spLocks noChangeAspect="1" noEditPoints="1"/>
          </p:cNvSpPr>
          <p:nvPr userDrawn="1"/>
        </p:nvSpPr>
        <p:spPr bwMode="auto">
          <a:xfrm>
            <a:off x="21119753" y="1082677"/>
            <a:ext cx="1822798" cy="742622"/>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pPr marL="0" marR="0" lvl="0" indent="0" algn="r" defTabSz="1828800" rtl="1"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chemeClr val="bg1"/>
              </a:solidFill>
              <a:effectLst/>
              <a:uLnTx/>
              <a:uFillTx/>
              <a:latin typeface="DIN Next LT Arabic" panose="020B0503020203050203" pitchFamily="34" charset="-78"/>
              <a:ea typeface="+mn-ea"/>
              <a:cs typeface="DIN Next LT Arabic" panose="020B0503020203050203" pitchFamily="34" charset="-78"/>
              <a:sym typeface="DIN Next LT Arabic" panose="020B0503020203050203" pitchFamily="34" charset="-78"/>
            </a:endParaRPr>
          </a:p>
        </p:txBody>
      </p:sp>
    </p:spTree>
    <p:extLst>
      <p:ext uri="{BB962C8B-B14F-4D97-AF65-F5344CB8AC3E}">
        <p14:creationId xmlns:p14="http://schemas.microsoft.com/office/powerpoint/2010/main" val="343916586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Cover style 1-C">
    <p:bg>
      <p:bgPr>
        <a:solidFill>
          <a:schemeClr val="accent1"/>
        </a:solidFill>
        <a:effectLst/>
      </p:bgPr>
    </p:bg>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1DE2CA8E-908D-408E-B697-938F70D989CE}"/>
              </a:ext>
            </a:extLst>
          </p:cNvPr>
          <p:cNvGraphicFramePr>
            <a:graphicFrameLocks noChangeAspect="1"/>
          </p:cNvGraphicFramePr>
          <p:nvPr userDrawn="1">
            <p:custDataLst>
              <p:tags r:id="rId1"/>
            </p:custDataLst>
            <p:extLst>
              <p:ext uri="{D42A27DB-BD31-4B8C-83A1-F6EECF244321}">
                <p14:modId xmlns:p14="http://schemas.microsoft.com/office/powerpoint/2010/main" val="630984716"/>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4" name="Object 3" hidden="1">
                        <a:extLst>
                          <a:ext uri="{FF2B5EF4-FFF2-40B4-BE49-F238E27FC236}">
                            <a16:creationId xmlns:a16="http://schemas.microsoft.com/office/drawing/2014/main" id="{1DE2CA8E-908D-408E-B697-938F70D989CE}"/>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9" name="Rectangle 8">
            <a:extLst>
              <a:ext uri="{FF2B5EF4-FFF2-40B4-BE49-F238E27FC236}">
                <a16:creationId xmlns:a16="http://schemas.microsoft.com/office/drawing/2014/main" id="{AB6042D1-1122-45AF-9049-A2AAF486E28B}"/>
              </a:ext>
            </a:extLst>
          </p:cNvPr>
          <p:cNvSpPr>
            <a:spLocks noChangeAspect="1"/>
          </p:cNvSpPr>
          <p:nvPr userDrawn="1"/>
        </p:nvSpPr>
        <p:spPr>
          <a:xfrm>
            <a:off x="0" y="2"/>
            <a:ext cx="24384000" cy="13716000"/>
          </a:xfrm>
          <a:prstGeom prst="rect">
            <a:avLst/>
          </a:prstGeom>
          <a:gradFill>
            <a:gsLst>
              <a:gs pos="100000">
                <a:schemeClr val="accent1"/>
              </a:gs>
              <a:gs pos="0">
                <a:schemeClr val="accent5"/>
              </a:gs>
            </a:gsLst>
            <a:lin ang="0" scaled="0"/>
          </a:gradFill>
        </p:spPr>
        <p:txBody>
          <a:bodyPr vert="horz" lIns="360000" tIns="360000" rIns="360000" bIns="360000" rtlCol="0" anchor="t" anchorCtr="0">
            <a:noAutofit/>
          </a:bodyPr>
          <a:lstStyle/>
          <a:p>
            <a:pPr lvl="0">
              <a:lnSpc>
                <a:spcPct val="70000"/>
              </a:lnSpc>
              <a:spcBef>
                <a:spcPct val="0"/>
              </a:spcBef>
              <a:buNone/>
            </a:pPr>
            <a:endParaRPr lang="en-US" sz="17600" baseline="0" err="1">
              <a:solidFill>
                <a:schemeClr val="bg1"/>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endParaRPr>
          </a:p>
        </p:txBody>
      </p:sp>
      <p:sp>
        <p:nvSpPr>
          <p:cNvPr id="28" name="Picture Placeholder 3">
            <a:extLst>
              <a:ext uri="{FF2B5EF4-FFF2-40B4-BE49-F238E27FC236}">
                <a16:creationId xmlns:a16="http://schemas.microsoft.com/office/drawing/2014/main" id="{13BD1F9C-C7CA-4162-BCD4-0E8701D30076}"/>
              </a:ext>
            </a:extLst>
          </p:cNvPr>
          <p:cNvSpPr>
            <a:spLocks noGrp="1" noChangeAspect="1"/>
          </p:cNvSpPr>
          <p:nvPr>
            <p:ph type="pic" sz="quarter" idx="12"/>
          </p:nvPr>
        </p:nvSpPr>
        <p:spPr>
          <a:xfrm>
            <a:off x="1463676" y="2912777"/>
            <a:ext cx="6028908" cy="8721242"/>
          </a:xfrm>
          <a:solidFill>
            <a:schemeClr val="accent2"/>
          </a:solidFill>
        </p:spPr>
        <p:txBody>
          <a:bodyPr vert="horz" lIns="0" tIns="0" rIns="0" bIns="0" rtlCol="0" anchor="ctr" anchorCtr="0">
            <a:noAutofit/>
          </a:bodyPr>
          <a:lstStyle>
            <a:lvl1pPr>
              <a:defRPr lang="en-GB" sz="2000" b="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pPr lvl="0" algn="ctr"/>
            <a:r>
              <a:rPr lang="en-US"/>
              <a:t>Click icon to add picture</a:t>
            </a:r>
            <a:endParaRPr lang="en-GB"/>
          </a:p>
        </p:txBody>
      </p:sp>
      <p:sp>
        <p:nvSpPr>
          <p:cNvPr id="11" name="Title 1">
            <a:extLst>
              <a:ext uri="{FF2B5EF4-FFF2-40B4-BE49-F238E27FC236}">
                <a16:creationId xmlns:a16="http://schemas.microsoft.com/office/drawing/2014/main" id="{A69D131D-7F76-4CC1-9730-16B44AE4BA1B}"/>
              </a:ext>
            </a:extLst>
          </p:cNvPr>
          <p:cNvSpPr>
            <a:spLocks noGrp="1"/>
          </p:cNvSpPr>
          <p:nvPr>
            <p:ph type="ctrTitle" hasCustomPrompt="1"/>
          </p:nvPr>
        </p:nvSpPr>
        <p:spPr>
          <a:xfrm>
            <a:off x="12884150" y="2786941"/>
            <a:ext cx="10058400" cy="6885362"/>
          </a:xfrm>
          <a:noFill/>
          <a:ln w="3175">
            <a:noFill/>
            <a:prstDash val="lgDash"/>
          </a:ln>
        </p:spPr>
        <p:txBody>
          <a:bodyPr vert="horz" lIns="0" tIns="0" rIns="0" bIns="0" anchor="t" anchorCtr="0">
            <a:noAutofit/>
          </a:bodyPr>
          <a:lstStyle>
            <a:lvl1pPr algn="r" rtl="1">
              <a:lnSpc>
                <a:spcPct val="90000"/>
              </a:lnSpc>
              <a:defRPr sz="12000" b="1" baseline="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ar-SA"/>
              <a:t>انقر لتعديل أنماط النص الرئيسي</a:t>
            </a:r>
            <a:endParaRPr lang="en-US"/>
          </a:p>
        </p:txBody>
      </p:sp>
      <p:sp>
        <p:nvSpPr>
          <p:cNvPr id="12" name="Text Placeholder 3">
            <a:extLst>
              <a:ext uri="{FF2B5EF4-FFF2-40B4-BE49-F238E27FC236}">
                <a16:creationId xmlns:a16="http://schemas.microsoft.com/office/drawing/2014/main" id="{B8860AEB-AE6A-4087-B910-8172D6E63614}"/>
              </a:ext>
            </a:extLst>
          </p:cNvPr>
          <p:cNvSpPr>
            <a:spLocks noGrp="1"/>
          </p:cNvSpPr>
          <p:nvPr>
            <p:ph type="body" sz="quarter" idx="11"/>
          </p:nvPr>
        </p:nvSpPr>
        <p:spPr>
          <a:xfrm>
            <a:off x="12884150" y="11010150"/>
            <a:ext cx="10058400" cy="1620000"/>
          </a:xfrm>
          <a:ln w="3175">
            <a:noFill/>
            <a:prstDash val="lgDash"/>
          </a:ln>
        </p:spPr>
        <p:txBody>
          <a:bodyPr wrap="square" anchor="b">
            <a:noAutofit/>
          </a:bodyPr>
          <a:lstStyle>
            <a:lvl1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buClr>
                <a:schemeClr val="bg1"/>
              </a:buClr>
              <a:defRPr sz="2200">
                <a:solidFill>
                  <a:schemeClr val="bg1"/>
                </a:solidFill>
              </a:defRPr>
            </a:lvl3pPr>
            <a:lvl4pPr>
              <a:buClr>
                <a:schemeClr val="bg1"/>
              </a:buClr>
              <a:defRPr sz="2200">
                <a:solidFill>
                  <a:schemeClr val="bg1"/>
                </a:solidFill>
              </a:defRPr>
            </a:lvl4pPr>
            <a:lvl5pPr>
              <a:buClr>
                <a:schemeClr val="bg1"/>
              </a:buClr>
              <a:defRPr sz="2200">
                <a:solidFill>
                  <a:schemeClr val="bg1"/>
                </a:solidFill>
              </a:defRPr>
            </a:lvl5pPr>
          </a:lstStyle>
          <a:p>
            <a:pPr lvl="0"/>
            <a:r>
              <a:rPr lang="en-US"/>
              <a:t>Click to edit Master text styles</a:t>
            </a:r>
          </a:p>
          <a:p>
            <a:pPr lvl="1"/>
            <a:r>
              <a:rPr lang="en-US"/>
              <a:t>Second level</a:t>
            </a:r>
          </a:p>
        </p:txBody>
      </p:sp>
      <p:sp>
        <p:nvSpPr>
          <p:cNvPr id="13" name="Freeform 19">
            <a:extLst>
              <a:ext uri="{FF2B5EF4-FFF2-40B4-BE49-F238E27FC236}">
                <a16:creationId xmlns:a16="http://schemas.microsoft.com/office/drawing/2014/main" id="{94B90CDA-4F7D-4D3E-B408-0EADED34F929}"/>
              </a:ext>
            </a:extLst>
          </p:cNvPr>
          <p:cNvSpPr>
            <a:spLocks noChangeAspect="1" noEditPoints="1"/>
          </p:cNvSpPr>
          <p:nvPr userDrawn="1"/>
        </p:nvSpPr>
        <p:spPr bwMode="auto">
          <a:xfrm>
            <a:off x="21119753" y="1082677"/>
            <a:ext cx="1822798" cy="742622"/>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pPr marL="0" marR="0" lvl="0" indent="0" algn="r" defTabSz="1828800" rtl="1"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chemeClr val="bg1"/>
              </a:solidFill>
              <a:effectLst/>
              <a:uLnTx/>
              <a:uFillTx/>
              <a:latin typeface="DIN Next LT Arabic" panose="020B0503020203050203" pitchFamily="34" charset="-78"/>
              <a:ea typeface="+mn-ea"/>
              <a:cs typeface="DIN Next LT Arabic" panose="020B0503020203050203" pitchFamily="34" charset="-78"/>
              <a:sym typeface="DIN Next LT Arabic" panose="020B0503020203050203" pitchFamily="34" charset="-78"/>
            </a:endParaRPr>
          </a:p>
        </p:txBody>
      </p:sp>
    </p:spTree>
    <p:extLst>
      <p:ext uri="{BB962C8B-B14F-4D97-AF65-F5344CB8AC3E}">
        <p14:creationId xmlns:p14="http://schemas.microsoft.com/office/powerpoint/2010/main" val="186170702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Cover style 2-A">
    <p:bg>
      <p:bgPr>
        <a:solidFill>
          <a:schemeClr val="accent2"/>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C2383941-2515-4FD3-A95A-711350C9D2FA}"/>
              </a:ext>
            </a:extLst>
          </p:cNvPr>
          <p:cNvGraphicFramePr>
            <a:graphicFrameLocks noChangeAspect="1"/>
          </p:cNvGraphicFramePr>
          <p:nvPr userDrawn="1">
            <p:custDataLst>
              <p:tags r:id="rId1"/>
            </p:custDataLst>
            <p:extLst>
              <p:ext uri="{D42A27DB-BD31-4B8C-83A1-F6EECF244321}">
                <p14:modId xmlns:p14="http://schemas.microsoft.com/office/powerpoint/2010/main" val="2714152204"/>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5" name="Object 4" hidden="1">
                        <a:extLst>
                          <a:ext uri="{FF2B5EF4-FFF2-40B4-BE49-F238E27FC236}">
                            <a16:creationId xmlns:a16="http://schemas.microsoft.com/office/drawing/2014/main" id="{C2383941-2515-4FD3-A95A-711350C9D2FA}"/>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9" name="Rectangle 8">
            <a:extLst>
              <a:ext uri="{FF2B5EF4-FFF2-40B4-BE49-F238E27FC236}">
                <a16:creationId xmlns:a16="http://schemas.microsoft.com/office/drawing/2014/main" id="{FD832923-A321-4406-AB69-435E06724A46}"/>
              </a:ext>
            </a:extLst>
          </p:cNvPr>
          <p:cNvSpPr>
            <a:spLocks noChangeAspect="1"/>
          </p:cNvSpPr>
          <p:nvPr userDrawn="1"/>
        </p:nvSpPr>
        <p:spPr>
          <a:xfrm>
            <a:off x="10285038" y="2743202"/>
            <a:ext cx="12657512" cy="9019656"/>
          </a:xfrm>
          <a:prstGeom prst="rect">
            <a:avLst/>
          </a:prstGeom>
          <a:gradFill>
            <a:gsLst>
              <a:gs pos="100000">
                <a:schemeClr val="accent1"/>
              </a:gs>
              <a:gs pos="0">
                <a:schemeClr val="accent5"/>
              </a:gs>
            </a:gsLst>
            <a:lin ang="0" scaled="0"/>
          </a:gradFill>
        </p:spPr>
        <p:txBody>
          <a:bodyPr vert="horz" lIns="360000" tIns="360000" rIns="360000" bIns="360000" rtlCol="0" anchor="t" anchorCtr="0">
            <a:noAutofit/>
          </a:bodyPr>
          <a:lstStyle/>
          <a:p>
            <a:pPr lvl="0">
              <a:lnSpc>
                <a:spcPct val="70000"/>
              </a:lnSpc>
              <a:spcBef>
                <a:spcPct val="0"/>
              </a:spcBef>
              <a:buNone/>
            </a:pPr>
            <a:endParaRPr lang="en-US" sz="17600" baseline="0" err="1">
              <a:solidFill>
                <a:schemeClr val="bg1"/>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endParaRPr>
          </a:p>
        </p:txBody>
      </p:sp>
      <p:sp>
        <p:nvSpPr>
          <p:cNvPr id="2" name="Title 1"/>
          <p:cNvSpPr>
            <a:spLocks noGrp="1"/>
          </p:cNvSpPr>
          <p:nvPr>
            <p:ph type="ctrTitle" hasCustomPrompt="1"/>
          </p:nvPr>
        </p:nvSpPr>
        <p:spPr>
          <a:xfrm>
            <a:off x="10837768" y="3529398"/>
            <a:ext cx="11531964" cy="5806976"/>
          </a:xfrm>
          <a:noFill/>
          <a:ln w="3175">
            <a:noFill/>
            <a:prstDash val="lgDash"/>
          </a:ln>
        </p:spPr>
        <p:txBody>
          <a:bodyPr vert="horz" lIns="0" tIns="0" rIns="0" bIns="0" anchor="t" anchorCtr="0">
            <a:noAutofit/>
          </a:bodyPr>
          <a:lstStyle>
            <a:lvl1pPr algn="r" rtl="1">
              <a:defRPr sz="12000" baseline="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en-GB"/>
              <a:t>Title slide text only</a:t>
            </a:r>
            <a:endParaRPr lang="en-US"/>
          </a:p>
        </p:txBody>
      </p:sp>
      <p:sp>
        <p:nvSpPr>
          <p:cNvPr id="6" name="Text Placeholder 3"/>
          <p:cNvSpPr>
            <a:spLocks noGrp="1"/>
          </p:cNvSpPr>
          <p:nvPr>
            <p:ph type="body" sz="quarter" idx="11"/>
          </p:nvPr>
        </p:nvSpPr>
        <p:spPr>
          <a:xfrm>
            <a:off x="10837768" y="9504306"/>
            <a:ext cx="11531964" cy="1633212"/>
          </a:xfrm>
          <a:ln w="3175">
            <a:noFill/>
            <a:prstDash val="lgDash"/>
          </a:ln>
        </p:spPr>
        <p:txBody>
          <a:bodyPr wrap="square" anchor="b">
            <a:noAutofit/>
          </a:bodyPr>
          <a:lstStyle>
            <a:lvl1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buClr>
                <a:schemeClr val="bg1"/>
              </a:buClr>
              <a:defRPr sz="2200">
                <a:solidFill>
                  <a:schemeClr val="bg1"/>
                </a:solidFill>
              </a:defRPr>
            </a:lvl3pPr>
            <a:lvl4pPr>
              <a:buClr>
                <a:schemeClr val="bg1"/>
              </a:buClr>
              <a:defRPr sz="2200">
                <a:solidFill>
                  <a:schemeClr val="bg1"/>
                </a:solidFill>
              </a:defRPr>
            </a:lvl4pPr>
            <a:lvl5pPr>
              <a:buClr>
                <a:schemeClr val="bg1"/>
              </a:buClr>
              <a:defRPr sz="2200">
                <a:solidFill>
                  <a:schemeClr val="bg1"/>
                </a:solidFill>
              </a:defRPr>
            </a:lvl5pPr>
          </a:lstStyle>
          <a:p>
            <a:pPr lvl="0"/>
            <a:r>
              <a:rPr lang="en-US"/>
              <a:t>Click to edit Master text styles</a:t>
            </a:r>
          </a:p>
          <a:p>
            <a:pPr lvl="1"/>
            <a:r>
              <a:rPr lang="en-US"/>
              <a:t>Second level</a:t>
            </a:r>
          </a:p>
        </p:txBody>
      </p:sp>
      <p:sp>
        <p:nvSpPr>
          <p:cNvPr id="8" name="Freeform 19">
            <a:extLst>
              <a:ext uri="{FF2B5EF4-FFF2-40B4-BE49-F238E27FC236}">
                <a16:creationId xmlns:a16="http://schemas.microsoft.com/office/drawing/2014/main" id="{AD170D80-7833-48BC-B601-204F242B6F98}"/>
              </a:ext>
            </a:extLst>
          </p:cNvPr>
          <p:cNvSpPr>
            <a:spLocks noChangeAspect="1" noEditPoints="1"/>
          </p:cNvSpPr>
          <p:nvPr userDrawn="1"/>
        </p:nvSpPr>
        <p:spPr bwMode="auto">
          <a:xfrm>
            <a:off x="21119753" y="1082677"/>
            <a:ext cx="1822798" cy="742622"/>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pPr marL="0" marR="0" lvl="0" indent="0" algn="r" defTabSz="1828800" rtl="1"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chemeClr val="bg1"/>
              </a:solidFill>
              <a:effectLst/>
              <a:uLnTx/>
              <a:uFillTx/>
              <a:latin typeface="DIN Next LT Arabic" panose="020B0503020203050203" pitchFamily="34" charset="-78"/>
              <a:ea typeface="+mn-ea"/>
              <a:cs typeface="DIN Next LT Arabic" panose="020B0503020203050203" pitchFamily="34" charset="-78"/>
              <a:sym typeface="DIN Next LT Arabic" panose="020B0503020203050203" pitchFamily="34" charset="-78"/>
            </a:endParaRPr>
          </a:p>
        </p:txBody>
      </p:sp>
    </p:spTree>
    <p:extLst>
      <p:ext uri="{BB962C8B-B14F-4D97-AF65-F5344CB8AC3E}">
        <p14:creationId xmlns:p14="http://schemas.microsoft.com/office/powerpoint/2010/main" val="2013756433"/>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Cover style 2-B">
    <p:bg>
      <p:bgPr>
        <a:solidFill>
          <a:schemeClr val="accent2"/>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0665A34A-BFE3-41B0-83FD-6E8147E44019}"/>
              </a:ext>
            </a:extLst>
          </p:cNvPr>
          <p:cNvGraphicFramePr>
            <a:graphicFrameLocks noChangeAspect="1"/>
          </p:cNvGraphicFramePr>
          <p:nvPr userDrawn="1">
            <p:custDataLst>
              <p:tags r:id="rId1"/>
            </p:custDataLst>
            <p:extLst>
              <p:ext uri="{D42A27DB-BD31-4B8C-83A1-F6EECF244321}">
                <p14:modId xmlns:p14="http://schemas.microsoft.com/office/powerpoint/2010/main" val="3947124427"/>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0665A34A-BFE3-41B0-83FD-6E8147E44019}"/>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8" name="Rectangle 7">
            <a:extLst>
              <a:ext uri="{FF2B5EF4-FFF2-40B4-BE49-F238E27FC236}">
                <a16:creationId xmlns:a16="http://schemas.microsoft.com/office/drawing/2014/main" id="{9E7C9A26-A64F-4BD2-B42E-DE9FC2E36A4D}"/>
              </a:ext>
            </a:extLst>
          </p:cNvPr>
          <p:cNvSpPr/>
          <p:nvPr userDrawn="1"/>
        </p:nvSpPr>
        <p:spPr>
          <a:xfrm>
            <a:off x="0" y="0"/>
            <a:ext cx="24384000" cy="13716000"/>
          </a:xfrm>
          <a:prstGeom prst="rect">
            <a:avLst/>
          </a:prstGeom>
          <a:gradFill>
            <a:gsLst>
              <a:gs pos="0">
                <a:schemeClr val="accent4"/>
              </a:gs>
              <a:gs pos="100000">
                <a:srgbClr val="ACEAFF"/>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9220" tIns="109220" rIns="109220" bIns="109220" rtlCol="0" anchor="ctr"/>
          <a:lstStyle/>
          <a:p>
            <a:pPr algn="l"/>
            <a:endParaRPr lang="en-GB" sz="3000" err="1">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10" name="Rectangle 9">
            <a:extLst>
              <a:ext uri="{FF2B5EF4-FFF2-40B4-BE49-F238E27FC236}">
                <a16:creationId xmlns:a16="http://schemas.microsoft.com/office/drawing/2014/main" id="{1F33E586-263B-4E54-B74B-2301AD5EF5F1}"/>
              </a:ext>
            </a:extLst>
          </p:cNvPr>
          <p:cNvSpPr>
            <a:spLocks noChangeAspect="1"/>
          </p:cNvSpPr>
          <p:nvPr userDrawn="1"/>
        </p:nvSpPr>
        <p:spPr>
          <a:xfrm>
            <a:off x="10285038" y="2743202"/>
            <a:ext cx="12657512" cy="9019656"/>
          </a:xfrm>
          <a:prstGeom prst="rect">
            <a:avLst/>
          </a:prstGeom>
          <a:gradFill>
            <a:gsLst>
              <a:gs pos="100000">
                <a:schemeClr val="accent1"/>
              </a:gs>
              <a:gs pos="0">
                <a:schemeClr val="accent5"/>
              </a:gs>
            </a:gsLst>
            <a:lin ang="0" scaled="0"/>
          </a:gradFill>
        </p:spPr>
        <p:txBody>
          <a:bodyPr vert="horz" lIns="360000" tIns="360000" rIns="360000" bIns="360000" rtlCol="0" anchor="t" anchorCtr="0">
            <a:noAutofit/>
          </a:bodyPr>
          <a:lstStyle/>
          <a:p>
            <a:pPr lvl="0">
              <a:lnSpc>
                <a:spcPct val="70000"/>
              </a:lnSpc>
              <a:spcBef>
                <a:spcPct val="0"/>
              </a:spcBef>
              <a:buNone/>
            </a:pPr>
            <a:endParaRPr lang="en-US" sz="17600" baseline="0" err="1">
              <a:solidFill>
                <a:schemeClr val="bg1"/>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endParaRPr>
          </a:p>
        </p:txBody>
      </p:sp>
      <p:sp>
        <p:nvSpPr>
          <p:cNvPr id="11" name="Title 1">
            <a:extLst>
              <a:ext uri="{FF2B5EF4-FFF2-40B4-BE49-F238E27FC236}">
                <a16:creationId xmlns:a16="http://schemas.microsoft.com/office/drawing/2014/main" id="{FA034333-5877-475E-A04E-16AD07AB0FCD}"/>
              </a:ext>
            </a:extLst>
          </p:cNvPr>
          <p:cNvSpPr txBox="1">
            <a:spLocks/>
          </p:cNvSpPr>
          <p:nvPr userDrawn="1"/>
        </p:nvSpPr>
        <p:spPr>
          <a:xfrm>
            <a:off x="10837768" y="3529398"/>
            <a:ext cx="11531964" cy="5806976"/>
          </a:xfrm>
          <a:prstGeom prst="rect">
            <a:avLst/>
          </a:prstGeom>
          <a:noFill/>
          <a:ln w="3175">
            <a:noFill/>
            <a:prstDash val="lgDash"/>
          </a:ln>
        </p:spPr>
        <p:txBody>
          <a:bodyPr vert="horz" lIns="0" tIns="0" rIns="0" bIns="0" rtlCol="0" anchor="t" anchorCtr="0">
            <a:noAutofit/>
          </a:bodyPr>
          <a:lstStyle>
            <a:lvl1pPr algn="r" defTabSz="914400" rtl="1" eaLnBrk="1" latinLnBrk="0" hangingPunct="1">
              <a:lnSpc>
                <a:spcPct val="90000"/>
              </a:lnSpc>
              <a:spcBef>
                <a:spcPct val="0"/>
              </a:spcBef>
              <a:buNone/>
              <a:defRPr sz="6600" b="1" kern="1200" baseline="0">
                <a:solidFill>
                  <a:schemeClr val="bg1"/>
                </a:solidFill>
                <a:latin typeface="DIN Next LT Arabic" panose="020B0503020203050203" pitchFamily="34" charset="-78"/>
                <a:ea typeface="+mj-ea"/>
                <a:cs typeface="DIN Next LT Arabic" panose="020B0503020203050203" pitchFamily="34" charset="-78"/>
              </a:defRPr>
            </a:lvl1pPr>
          </a:lstStyle>
          <a:p>
            <a:r>
              <a:rPr lang="en-GB" sz="12000">
                <a:latin typeface="DIN Next LT Arabic" panose="020B0503020203050203" pitchFamily="34" charset="-78"/>
                <a:cs typeface="DIN Next LT Arabic" panose="020B0503020203050203" pitchFamily="34" charset="-78"/>
                <a:sym typeface="DIN Next LT Arabic" panose="020B0503020203050203" pitchFamily="34" charset="-78"/>
              </a:rPr>
              <a:t>Title slide text only</a:t>
            </a:r>
            <a:endParaRPr lang="en-US" sz="12000">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12" name="Text Placeholder 3">
            <a:extLst>
              <a:ext uri="{FF2B5EF4-FFF2-40B4-BE49-F238E27FC236}">
                <a16:creationId xmlns:a16="http://schemas.microsoft.com/office/drawing/2014/main" id="{C17EC321-E8FA-4A99-BA72-9EAF62BC04AB}"/>
              </a:ext>
            </a:extLst>
          </p:cNvPr>
          <p:cNvSpPr>
            <a:spLocks noGrp="1"/>
          </p:cNvSpPr>
          <p:nvPr>
            <p:ph type="body" sz="quarter" idx="12"/>
          </p:nvPr>
        </p:nvSpPr>
        <p:spPr>
          <a:xfrm>
            <a:off x="10837768" y="9504306"/>
            <a:ext cx="11531964" cy="1633212"/>
          </a:xfrm>
          <a:ln w="3175">
            <a:noFill/>
            <a:prstDash val="lgDash"/>
          </a:ln>
        </p:spPr>
        <p:txBody>
          <a:bodyPr wrap="square" anchor="b">
            <a:noAutofit/>
          </a:bodyPr>
          <a:lstStyle>
            <a:lvl1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buClr>
                <a:schemeClr val="bg1"/>
              </a:buClr>
              <a:defRPr sz="2200">
                <a:solidFill>
                  <a:schemeClr val="bg1"/>
                </a:solidFill>
              </a:defRPr>
            </a:lvl3pPr>
            <a:lvl4pPr>
              <a:buClr>
                <a:schemeClr val="bg1"/>
              </a:buClr>
              <a:defRPr sz="2200">
                <a:solidFill>
                  <a:schemeClr val="bg1"/>
                </a:solidFill>
              </a:defRPr>
            </a:lvl4pPr>
            <a:lvl5pPr>
              <a:buClr>
                <a:schemeClr val="bg1"/>
              </a:buClr>
              <a:defRPr sz="2200">
                <a:solidFill>
                  <a:schemeClr val="bg1"/>
                </a:solidFill>
              </a:defRPr>
            </a:lvl5pPr>
          </a:lstStyle>
          <a:p>
            <a:pPr lvl="0"/>
            <a:r>
              <a:rPr lang="en-US"/>
              <a:t>Click to edit Master text styles</a:t>
            </a:r>
          </a:p>
          <a:p>
            <a:pPr lvl="1"/>
            <a:r>
              <a:rPr lang="en-US"/>
              <a:t>Second level</a:t>
            </a:r>
          </a:p>
        </p:txBody>
      </p:sp>
      <p:sp>
        <p:nvSpPr>
          <p:cNvPr id="13" name="Freeform 19">
            <a:extLst>
              <a:ext uri="{FF2B5EF4-FFF2-40B4-BE49-F238E27FC236}">
                <a16:creationId xmlns:a16="http://schemas.microsoft.com/office/drawing/2014/main" id="{77B9FC36-ED64-416F-BFCE-489745A4860C}"/>
              </a:ext>
            </a:extLst>
          </p:cNvPr>
          <p:cNvSpPr>
            <a:spLocks noChangeAspect="1" noEditPoints="1"/>
          </p:cNvSpPr>
          <p:nvPr userDrawn="1"/>
        </p:nvSpPr>
        <p:spPr bwMode="auto">
          <a:xfrm>
            <a:off x="21119753" y="1082677"/>
            <a:ext cx="1822798" cy="742622"/>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tx2"/>
          </a:solidFill>
          <a:ln>
            <a:noFill/>
          </a:ln>
        </p:spPr>
        <p:txBody>
          <a:bodyPr vert="horz" wrap="square" lIns="182880" tIns="91440" rIns="182880" bIns="91440" numCol="1" anchor="t" anchorCtr="0" compatLnSpc="1">
            <a:prstTxWarp prst="textNoShape">
              <a:avLst/>
            </a:prstTxWarp>
          </a:bodyPr>
          <a:lstStyle/>
          <a:p>
            <a:pPr marL="0" marR="0" lvl="0" indent="0" algn="r" defTabSz="1828800" rtl="1"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chemeClr val="bg1"/>
              </a:solidFill>
              <a:effectLst/>
              <a:uLnTx/>
              <a:uFillTx/>
              <a:latin typeface="DIN Next LT Arabic" panose="020B0503020203050203" pitchFamily="34" charset="-78"/>
              <a:ea typeface="+mn-ea"/>
              <a:cs typeface="DIN Next LT Arabic" panose="020B0503020203050203" pitchFamily="34" charset="-78"/>
              <a:sym typeface="DIN Next LT Arabic" panose="020B0503020203050203" pitchFamily="34" charset="-78"/>
            </a:endParaRPr>
          </a:p>
        </p:txBody>
      </p:sp>
    </p:spTree>
    <p:extLst>
      <p:ext uri="{BB962C8B-B14F-4D97-AF65-F5344CB8AC3E}">
        <p14:creationId xmlns:p14="http://schemas.microsoft.com/office/powerpoint/2010/main" val="3682384255"/>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Cover style 3-A">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F0C1698-BD00-4EFC-AE24-A6C38A6B748D}"/>
              </a:ext>
            </a:extLst>
          </p:cNvPr>
          <p:cNvGraphicFramePr>
            <a:graphicFrameLocks noChangeAspect="1"/>
          </p:cNvGraphicFramePr>
          <p:nvPr userDrawn="1">
            <p:custDataLst>
              <p:tags r:id="rId1"/>
            </p:custDataLst>
            <p:extLst>
              <p:ext uri="{D42A27DB-BD31-4B8C-83A1-F6EECF244321}">
                <p14:modId xmlns:p14="http://schemas.microsoft.com/office/powerpoint/2010/main" val="2869887050"/>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DF0C1698-BD00-4EFC-AE24-A6C38A6B748D}"/>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8" name="Rectangle 7">
            <a:extLst>
              <a:ext uri="{FF2B5EF4-FFF2-40B4-BE49-F238E27FC236}">
                <a16:creationId xmlns:a16="http://schemas.microsoft.com/office/drawing/2014/main" id="{BE1C10C3-827B-49A6-893F-D8E3A612B3BF}"/>
              </a:ext>
            </a:extLst>
          </p:cNvPr>
          <p:cNvSpPr/>
          <p:nvPr userDrawn="1"/>
        </p:nvSpPr>
        <p:spPr>
          <a:xfrm>
            <a:off x="0" y="0"/>
            <a:ext cx="7871792" cy="13716000"/>
          </a:xfrm>
          <a:prstGeom prst="rect">
            <a:avLst/>
          </a:prstGeom>
          <a:solidFill>
            <a:schemeClr val="accent2"/>
          </a:solidFill>
          <a:ln w="12700" cap="flat" cmpd="sng" algn="ctr">
            <a:noFill/>
            <a:prstDash val="solid"/>
            <a:miter lim="800000"/>
          </a:ln>
          <a:effectLst/>
        </p:spPr>
        <p:txBody>
          <a:bodyPr wrap="none" lIns="109220" tIns="109220" rIns="109220" bIns="109220" rtlCol="0" anchor="ctr"/>
          <a:lstStyle/>
          <a:p>
            <a:pPr marR="0" lvl="0" indent="0" algn="ctr" fontAlgn="auto">
              <a:lnSpc>
                <a:spcPct val="100000"/>
              </a:lnSpc>
              <a:spcBef>
                <a:spcPts val="0"/>
              </a:spcBef>
              <a:spcAft>
                <a:spcPts val="0"/>
              </a:spcAft>
              <a:buClrTx/>
              <a:buSzTx/>
              <a:buFontTx/>
              <a:buNone/>
              <a:tabLst/>
            </a:pPr>
            <a:endParaRPr kumimoji="0" lang="en-GB" sz="1600" b="0" i="0" u="none" strike="noStrike" kern="0" cap="none" spc="0" normalizeH="0" baseline="0" noProof="0">
              <a:ln>
                <a:noFill/>
              </a:ln>
              <a:solidFill>
                <a:srgbClr val="FFFFFF"/>
              </a:solidFill>
              <a:effectLst/>
              <a:uLnTx/>
              <a:uFillTx/>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6" name="Title 1">
            <a:extLst>
              <a:ext uri="{FF2B5EF4-FFF2-40B4-BE49-F238E27FC236}">
                <a16:creationId xmlns:a16="http://schemas.microsoft.com/office/drawing/2014/main" id="{50035612-8634-48A3-9355-EEEE76087FA3}"/>
              </a:ext>
            </a:extLst>
          </p:cNvPr>
          <p:cNvSpPr>
            <a:spLocks noGrp="1"/>
          </p:cNvSpPr>
          <p:nvPr>
            <p:ph type="ctrTitle" hasCustomPrompt="1"/>
          </p:nvPr>
        </p:nvSpPr>
        <p:spPr>
          <a:xfrm>
            <a:off x="14822907" y="5627111"/>
            <a:ext cx="8116538" cy="3065630"/>
          </a:xfrm>
          <a:noFill/>
        </p:spPr>
        <p:txBody>
          <a:bodyPr vert="horz" lIns="0" tIns="0" rIns="0" bIns="0" anchor="t" anchorCtr="0"/>
          <a:lstStyle>
            <a:lvl1pPr algn="r">
              <a:defRPr sz="10800" baseline="0">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en-GB"/>
              <a:t>Title slide text only</a:t>
            </a:r>
            <a:endParaRPr lang="en-US"/>
          </a:p>
        </p:txBody>
      </p:sp>
      <p:sp>
        <p:nvSpPr>
          <p:cNvPr id="7" name="Text Placeholder 3">
            <a:extLst>
              <a:ext uri="{FF2B5EF4-FFF2-40B4-BE49-F238E27FC236}">
                <a16:creationId xmlns:a16="http://schemas.microsoft.com/office/drawing/2014/main" id="{1CE06135-4376-470B-9136-FE1565DB633F}"/>
              </a:ext>
            </a:extLst>
          </p:cNvPr>
          <p:cNvSpPr>
            <a:spLocks noGrp="1"/>
          </p:cNvSpPr>
          <p:nvPr>
            <p:ph type="body" sz="quarter" idx="13" hasCustomPrompt="1"/>
          </p:nvPr>
        </p:nvSpPr>
        <p:spPr>
          <a:xfrm>
            <a:off x="19851912" y="2768392"/>
            <a:ext cx="3087532" cy="1477328"/>
          </a:xfrm>
        </p:spPr>
        <p:txBody>
          <a:bodyPr wrap="square">
            <a:spAutoFit/>
          </a:bodyPr>
          <a:lstStyle>
            <a:lvl1pPr algn="r">
              <a:lnSpc>
                <a:spcPct val="80000"/>
              </a:lnSpc>
              <a:defRPr lang="en-US" sz="12000" kern="1200" baseline="0" dirty="0" smtClean="0">
                <a:solidFill>
                  <a:schemeClr val="tx2"/>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defRPr>
            </a:lvl1pPr>
          </a:lstStyle>
          <a:p>
            <a:pPr lvl="0"/>
            <a:r>
              <a:rPr lang="en-US"/>
              <a:t>00</a:t>
            </a:r>
          </a:p>
        </p:txBody>
      </p:sp>
      <p:sp>
        <p:nvSpPr>
          <p:cNvPr id="9" name="Picture Placeholder 16">
            <a:extLst>
              <a:ext uri="{FF2B5EF4-FFF2-40B4-BE49-F238E27FC236}">
                <a16:creationId xmlns:a16="http://schemas.microsoft.com/office/drawing/2014/main" id="{18C7026C-029A-4AB1-A634-0C67B54D21D1}"/>
              </a:ext>
            </a:extLst>
          </p:cNvPr>
          <p:cNvSpPr>
            <a:spLocks noGrp="1"/>
          </p:cNvSpPr>
          <p:nvPr>
            <p:ph type="pic" sz="quarter" idx="10"/>
          </p:nvPr>
        </p:nvSpPr>
        <p:spPr>
          <a:xfrm>
            <a:off x="1795179" y="1952626"/>
            <a:ext cx="12111382" cy="9815304"/>
          </a:xfrm>
          <a:gradFill>
            <a:gsLst>
              <a:gs pos="100000">
                <a:srgbClr val="ACEAFF"/>
              </a:gs>
              <a:gs pos="0">
                <a:schemeClr val="accent4"/>
              </a:gs>
            </a:gsLst>
            <a:lin ang="0" scaled="0"/>
          </a:gradFill>
        </p:spPr>
        <p:txBody>
          <a:bodyPr/>
          <a:lstStyle/>
          <a:p>
            <a:endParaRPr lang="en-US"/>
          </a:p>
        </p:txBody>
      </p:sp>
    </p:spTree>
    <p:extLst>
      <p:ext uri="{BB962C8B-B14F-4D97-AF65-F5344CB8AC3E}">
        <p14:creationId xmlns:p14="http://schemas.microsoft.com/office/powerpoint/2010/main" val="295199614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4_Header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B45CDA42-2F5A-4857-AF5A-59C799D05511}"/>
              </a:ext>
            </a:extLst>
          </p:cNvPr>
          <p:cNvGraphicFramePr>
            <a:graphicFrameLocks noChangeAspect="1"/>
          </p:cNvGraphicFramePr>
          <p:nvPr userDrawn="1">
            <p:custDataLst>
              <p:tags r:id="rId1"/>
            </p:custDataLst>
            <p:extLst>
              <p:ext uri="{D42A27DB-BD31-4B8C-83A1-F6EECF244321}">
                <p14:modId xmlns:p14="http://schemas.microsoft.com/office/powerpoint/2010/main" val="188439126"/>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4" imgW="383" imgH="384" progId="TCLayout.ActiveDocument.1">
                  <p:embed/>
                </p:oleObj>
              </mc:Choice>
              <mc:Fallback>
                <p:oleObj name="think-cell Slide" r:id="rId4" imgW="383" imgH="384" progId="TCLayout.ActiveDocument.1">
                  <p:embed/>
                  <p:pic>
                    <p:nvPicPr>
                      <p:cNvPr id="4" name="Object 3" hidden="1">
                        <a:extLst>
                          <a:ext uri="{FF2B5EF4-FFF2-40B4-BE49-F238E27FC236}">
                            <a16:creationId xmlns:a16="http://schemas.microsoft.com/office/drawing/2014/main" id="{B45CDA42-2F5A-4857-AF5A-59C799D05511}"/>
                          </a:ext>
                        </a:extLst>
                      </p:cNvPr>
                      <p:cNvPicPr/>
                      <p:nvPr/>
                    </p:nvPicPr>
                    <p:blipFill>
                      <a:blip r:embed="rId5"/>
                      <a:stretch>
                        <a:fillRect/>
                      </a:stretch>
                    </p:blipFill>
                    <p:spPr>
                      <a:xfrm>
                        <a:off x="3176" y="3176"/>
                        <a:ext cx="3176" cy="3176"/>
                      </a:xfrm>
                      <a:prstGeom prst="rect">
                        <a:avLst/>
                      </a:prstGeom>
                    </p:spPr>
                  </p:pic>
                </p:oleObj>
              </mc:Fallback>
            </mc:AlternateContent>
          </a:graphicData>
        </a:graphic>
      </p:graphicFrame>
      <p:sp>
        <p:nvSpPr>
          <p:cNvPr id="12" name="Title 11">
            <a:extLst>
              <a:ext uri="{FF2B5EF4-FFF2-40B4-BE49-F238E27FC236}">
                <a16:creationId xmlns:a16="http://schemas.microsoft.com/office/drawing/2014/main" id="{0140BDF6-1709-4038-8A40-FB1269320056}"/>
              </a:ext>
            </a:extLst>
          </p:cNvPr>
          <p:cNvSpPr>
            <a:spLocks noGrp="1"/>
          </p:cNvSpPr>
          <p:nvPr>
            <p:ph type="title"/>
          </p:nvPr>
        </p:nvSpPr>
        <p:spPr>
          <a:xfrm>
            <a:off x="1463676" y="1079998"/>
            <a:ext cx="21480324" cy="1206000"/>
          </a:xfrm>
        </p:spPr>
        <p:txBody>
          <a:bodyPr vert="horz"/>
          <a:lstStyle>
            <a:lvl1pPr>
              <a:defRPr>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en-US"/>
              <a:t>Click to edit Master title style</a:t>
            </a:r>
          </a:p>
        </p:txBody>
      </p:sp>
      <p:sp>
        <p:nvSpPr>
          <p:cNvPr id="85" name="object 7">
            <a:extLst>
              <a:ext uri="{FF2B5EF4-FFF2-40B4-BE49-F238E27FC236}">
                <a16:creationId xmlns:a16="http://schemas.microsoft.com/office/drawing/2014/main" id="{CC790043-FEBE-4052-9AC1-14F9D755B950}"/>
              </a:ext>
            </a:extLst>
          </p:cNvPr>
          <p:cNvSpPr txBox="1"/>
          <p:nvPr userDrawn="1"/>
        </p:nvSpPr>
        <p:spPr>
          <a:xfrm>
            <a:off x="1463676" y="4993350"/>
            <a:ext cx="2212172" cy="888524"/>
          </a:xfrm>
          <a:prstGeom prst="rect">
            <a:avLst/>
          </a:prstGeom>
        </p:spPr>
        <p:txBody>
          <a:bodyPr vert="horz" wrap="square" lIns="0" tIns="21220" rIns="0" bIns="0" rtlCol="0">
            <a:spAutoFit/>
          </a:bodyPr>
          <a:lstStyle/>
          <a:p>
            <a:pPr marL="21220">
              <a:lnSpc>
                <a:spcPct val="70000"/>
              </a:lnSpc>
            </a:pPr>
            <a:r>
              <a:rPr lang="en-US" sz="4000" spc="84">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DIN Next LT Arabic</a:t>
            </a:r>
            <a:endParaRPr sz="4000">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86" name="object 11">
            <a:extLst>
              <a:ext uri="{FF2B5EF4-FFF2-40B4-BE49-F238E27FC236}">
                <a16:creationId xmlns:a16="http://schemas.microsoft.com/office/drawing/2014/main" id="{45F9F208-C936-4D8D-B230-231D9CC4FF12}"/>
              </a:ext>
            </a:extLst>
          </p:cNvPr>
          <p:cNvSpPr txBox="1"/>
          <p:nvPr userDrawn="1"/>
        </p:nvSpPr>
        <p:spPr>
          <a:xfrm>
            <a:off x="1463676" y="2763079"/>
            <a:ext cx="5852160" cy="636980"/>
          </a:xfrm>
          <a:prstGeom prst="rect">
            <a:avLst/>
          </a:prstGeom>
        </p:spPr>
        <p:txBody>
          <a:bodyPr vert="horz" wrap="square" lIns="0" tIns="21220" rIns="0" bIns="0" rtlCol="0">
            <a:spAutoFit/>
          </a:bodyPr>
          <a:lstStyle/>
          <a:p>
            <a:pPr marL="21220">
              <a:spcBef>
                <a:spcPts val="168"/>
              </a:spcBef>
            </a:pPr>
            <a:r>
              <a:rPr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Typefaces - </a:t>
            </a:r>
            <a:r>
              <a:rPr sz="2000">
                <a:latin typeface="DIN Next LT Arabic" panose="020B0503020203050203" pitchFamily="34" charset="-78"/>
                <a:cs typeface="DIN Next LT Arabic" panose="020B0503020203050203" pitchFamily="34" charset="-78"/>
                <a:sym typeface="DIN Next LT Arabic" panose="020B0503020203050203" pitchFamily="34" charset="-78"/>
              </a:rPr>
              <a:t>Use compatible fonts (TTF) if output is for PowerPoint.</a:t>
            </a:r>
          </a:p>
        </p:txBody>
      </p:sp>
      <p:sp>
        <p:nvSpPr>
          <p:cNvPr id="87" name="object 14">
            <a:extLst>
              <a:ext uri="{FF2B5EF4-FFF2-40B4-BE49-F238E27FC236}">
                <a16:creationId xmlns:a16="http://schemas.microsoft.com/office/drawing/2014/main" id="{F56EDE2F-3122-4323-AF42-2DAB839217DA}"/>
              </a:ext>
            </a:extLst>
          </p:cNvPr>
          <p:cNvSpPr txBox="1"/>
          <p:nvPr userDrawn="1"/>
        </p:nvSpPr>
        <p:spPr>
          <a:xfrm>
            <a:off x="1463677" y="3546196"/>
            <a:ext cx="1023037" cy="329204"/>
          </a:xfrm>
          <a:prstGeom prst="rect">
            <a:avLst/>
          </a:prstGeom>
        </p:spPr>
        <p:txBody>
          <a:bodyPr vert="horz" wrap="none" lIns="0" tIns="21220" rIns="0" bIns="0" rtlCol="0">
            <a:spAutoFit/>
          </a:bodyPr>
          <a:lstStyle/>
          <a:p>
            <a:pPr marL="21220">
              <a:spcBef>
                <a:spcPts val="168"/>
              </a:spcBef>
            </a:pPr>
            <a:r>
              <a:rPr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Headline</a:t>
            </a:r>
          </a:p>
        </p:txBody>
      </p:sp>
      <p:sp>
        <p:nvSpPr>
          <p:cNvPr id="88" name="object 14">
            <a:extLst>
              <a:ext uri="{FF2B5EF4-FFF2-40B4-BE49-F238E27FC236}">
                <a16:creationId xmlns:a16="http://schemas.microsoft.com/office/drawing/2014/main" id="{CC2A017F-6855-4435-A4B7-0754CA5DC349}"/>
              </a:ext>
            </a:extLst>
          </p:cNvPr>
          <p:cNvSpPr txBox="1"/>
          <p:nvPr userDrawn="1"/>
        </p:nvSpPr>
        <p:spPr>
          <a:xfrm>
            <a:off x="1463677" y="4052052"/>
            <a:ext cx="586058" cy="915576"/>
          </a:xfrm>
          <a:prstGeom prst="rect">
            <a:avLst/>
          </a:prstGeom>
        </p:spPr>
        <p:txBody>
          <a:bodyPr vert="horz" wrap="none" lIns="0" tIns="0" rIns="0" bIns="0" rtlCol="0">
            <a:noAutofit/>
          </a:bodyPr>
          <a:lstStyle/>
          <a:p>
            <a:pPr>
              <a:lnSpc>
                <a:spcPct val="70000"/>
              </a:lnSpc>
            </a:pPr>
            <a:r>
              <a:rPr sz="8000">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Aa</a:t>
            </a:r>
          </a:p>
        </p:txBody>
      </p:sp>
      <p:sp>
        <p:nvSpPr>
          <p:cNvPr id="89" name="object 14">
            <a:extLst>
              <a:ext uri="{FF2B5EF4-FFF2-40B4-BE49-F238E27FC236}">
                <a16:creationId xmlns:a16="http://schemas.microsoft.com/office/drawing/2014/main" id="{869D6BB8-31B9-4A6E-AD93-45C0ADDDC2CF}"/>
              </a:ext>
            </a:extLst>
          </p:cNvPr>
          <p:cNvSpPr txBox="1"/>
          <p:nvPr userDrawn="1"/>
        </p:nvSpPr>
        <p:spPr>
          <a:xfrm>
            <a:off x="4197133" y="3546196"/>
            <a:ext cx="585417" cy="329204"/>
          </a:xfrm>
          <a:prstGeom prst="rect">
            <a:avLst/>
          </a:prstGeom>
        </p:spPr>
        <p:txBody>
          <a:bodyPr vert="horz" wrap="none" lIns="0" tIns="21220" rIns="0" bIns="0" rtlCol="0">
            <a:spAutoFit/>
          </a:bodyPr>
          <a:lstStyle/>
          <a:p>
            <a:pPr marL="21220">
              <a:spcBef>
                <a:spcPts val="168"/>
              </a:spcBef>
            </a:pPr>
            <a:r>
              <a:rPr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Body</a:t>
            </a:r>
          </a:p>
        </p:txBody>
      </p:sp>
      <p:sp>
        <p:nvSpPr>
          <p:cNvPr id="90" name="object 7">
            <a:extLst>
              <a:ext uri="{FF2B5EF4-FFF2-40B4-BE49-F238E27FC236}">
                <a16:creationId xmlns:a16="http://schemas.microsoft.com/office/drawing/2014/main" id="{9082B2CF-0B67-451A-9A35-5B20D56EE8E8}"/>
              </a:ext>
            </a:extLst>
          </p:cNvPr>
          <p:cNvSpPr txBox="1"/>
          <p:nvPr userDrawn="1"/>
        </p:nvSpPr>
        <p:spPr>
          <a:xfrm>
            <a:off x="4223384" y="4993350"/>
            <a:ext cx="2212172" cy="883202"/>
          </a:xfrm>
          <a:prstGeom prst="rect">
            <a:avLst/>
          </a:prstGeom>
        </p:spPr>
        <p:txBody>
          <a:bodyPr vert="horz" wrap="square" lIns="0" tIns="21220" rIns="0" bIns="0" rtlCol="0">
            <a:spAutoFit/>
          </a:bodyPr>
          <a:lstStyle/>
          <a:p>
            <a:pPr marL="21220"/>
            <a:r>
              <a:rPr lang="en-US" sz="2800" spc="84">
                <a:latin typeface="DIN Next LT Arabic" panose="020B0503020203050203" pitchFamily="34" charset="-78"/>
                <a:cs typeface="DIN Next LT Arabic" panose="020B0503020203050203" pitchFamily="34" charset="-78"/>
                <a:sym typeface="DIN Next LT Arabic" panose="020B0503020203050203" pitchFamily="34" charset="-78"/>
              </a:rPr>
              <a:t>DIN Next LT Arabic</a:t>
            </a:r>
          </a:p>
        </p:txBody>
      </p:sp>
      <p:sp>
        <p:nvSpPr>
          <p:cNvPr id="91" name="object 14">
            <a:extLst>
              <a:ext uri="{FF2B5EF4-FFF2-40B4-BE49-F238E27FC236}">
                <a16:creationId xmlns:a16="http://schemas.microsoft.com/office/drawing/2014/main" id="{CD8EC745-B9F6-4ECB-9D8D-9FB6D7548A63}"/>
              </a:ext>
            </a:extLst>
          </p:cNvPr>
          <p:cNvSpPr txBox="1"/>
          <p:nvPr userDrawn="1"/>
        </p:nvSpPr>
        <p:spPr>
          <a:xfrm>
            <a:off x="4228227" y="3900540"/>
            <a:ext cx="586058" cy="1067088"/>
          </a:xfrm>
          <a:prstGeom prst="rect">
            <a:avLst/>
          </a:prstGeom>
        </p:spPr>
        <p:txBody>
          <a:bodyPr vert="horz" wrap="none" lIns="0" tIns="0" rIns="0" bIns="0" rtlCol="0">
            <a:noAutofit/>
          </a:bodyPr>
          <a:lstStyle/>
          <a:p>
            <a:r>
              <a:rPr sz="6934">
                <a:latin typeface="DIN Next LT Arabic" panose="020B0503020203050203" pitchFamily="34" charset="-78"/>
                <a:cs typeface="DIN Next LT Arabic" panose="020B0503020203050203" pitchFamily="34" charset="-78"/>
                <a:sym typeface="DIN Next LT Arabic" panose="020B0503020203050203" pitchFamily="34" charset="-78"/>
              </a:rPr>
              <a:t>Aa</a:t>
            </a:r>
          </a:p>
        </p:txBody>
      </p:sp>
      <p:sp>
        <p:nvSpPr>
          <p:cNvPr id="92" name="Rectangle 91">
            <a:extLst>
              <a:ext uri="{FF2B5EF4-FFF2-40B4-BE49-F238E27FC236}">
                <a16:creationId xmlns:a16="http://schemas.microsoft.com/office/drawing/2014/main" id="{459A0548-5D47-442B-9D7B-AD25C9E9BBDC}"/>
              </a:ext>
            </a:extLst>
          </p:cNvPr>
          <p:cNvSpPr/>
          <p:nvPr userDrawn="1"/>
        </p:nvSpPr>
        <p:spPr>
          <a:xfrm>
            <a:off x="1463676" y="6133986"/>
            <a:ext cx="5852160" cy="1847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9220" tIns="109220" rIns="109220" bIns="109220" rtlCol="0" anchor="ctr"/>
          <a:lstStyle/>
          <a:p>
            <a:pPr algn="l"/>
            <a:r>
              <a:rPr lang="en-GB" sz="2000" b="1">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Note:</a:t>
            </a:r>
            <a:r>
              <a:rPr lang="en-GB" sz="20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 This template is built based on six column guide and will give the flexibly to work on two and three column formats. Before continuing, be sure that the Guides are turned on. Click on the View menu option and then check Guides.</a:t>
            </a:r>
          </a:p>
        </p:txBody>
      </p:sp>
      <p:sp>
        <p:nvSpPr>
          <p:cNvPr id="93" name="Rectangle 92">
            <a:extLst>
              <a:ext uri="{FF2B5EF4-FFF2-40B4-BE49-F238E27FC236}">
                <a16:creationId xmlns:a16="http://schemas.microsoft.com/office/drawing/2014/main" id="{607474EB-D790-4BB8-951F-F12918C198D8}"/>
              </a:ext>
            </a:extLst>
          </p:cNvPr>
          <p:cNvSpPr/>
          <p:nvPr userDrawn="1"/>
        </p:nvSpPr>
        <p:spPr>
          <a:xfrm>
            <a:off x="17466068" y="6257057"/>
            <a:ext cx="1097280" cy="822450"/>
          </a:xfrm>
          <a:prstGeom prst="rect">
            <a:avLst/>
          </a:prstGeom>
          <a:gradFill>
            <a:gsLst>
              <a:gs pos="100000">
                <a:schemeClr val="accent1"/>
              </a:gs>
              <a:gs pos="0">
                <a:schemeClr val="accent5"/>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endPar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94" name="Rectangle 93">
            <a:extLst>
              <a:ext uri="{FF2B5EF4-FFF2-40B4-BE49-F238E27FC236}">
                <a16:creationId xmlns:a16="http://schemas.microsoft.com/office/drawing/2014/main" id="{AEF03E68-3E44-4794-B5F0-B65F17F7326B}"/>
              </a:ext>
            </a:extLst>
          </p:cNvPr>
          <p:cNvSpPr/>
          <p:nvPr userDrawn="1"/>
        </p:nvSpPr>
        <p:spPr>
          <a:xfrm>
            <a:off x="20133298" y="6257057"/>
            <a:ext cx="1097280" cy="822450"/>
          </a:xfrm>
          <a:prstGeom prst="rect">
            <a:avLst/>
          </a:prstGeom>
          <a:gradFill>
            <a:gsLst>
              <a:gs pos="100000">
                <a:srgbClr val="ACEAFF"/>
              </a:gs>
              <a:gs pos="0">
                <a:schemeClr val="accent4"/>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endPar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95" name="TextBox 94">
            <a:extLst>
              <a:ext uri="{FF2B5EF4-FFF2-40B4-BE49-F238E27FC236}">
                <a16:creationId xmlns:a16="http://schemas.microsoft.com/office/drawing/2014/main" id="{317710EE-59F8-40C4-BD02-AF5AC3A7BF80}"/>
              </a:ext>
            </a:extLst>
          </p:cNvPr>
          <p:cNvSpPr txBox="1"/>
          <p:nvPr userDrawn="1"/>
        </p:nvSpPr>
        <p:spPr>
          <a:xfrm>
            <a:off x="18710831" y="6207839"/>
            <a:ext cx="1274986" cy="923330"/>
          </a:xfrm>
          <a:prstGeom prst="rect">
            <a:avLst/>
          </a:prstGeom>
          <a:noFill/>
        </p:spPr>
        <p:txBody>
          <a:bodyPr wrap="square" lIns="0" tIns="0" rIns="0" bIns="0" rtlCol="0" anchor="ctr">
            <a:spAutoFit/>
          </a:bodyPr>
          <a:lstStyle>
            <a:defPPr>
              <a:defRPr lang="en-US"/>
            </a:defPPr>
            <a:lvl1pPr>
              <a:spcAft>
                <a:spcPts val="600"/>
              </a:spcAft>
              <a:defRPr sz="1000"/>
            </a:lvl1pPr>
          </a:lstStyle>
          <a:p>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Purple/</a:t>
            </a:r>
            <a:br>
              <a:rPr lang="en-GB" sz="2000">
                <a:latin typeface="DIN Next LT Arabic" panose="020B0503020203050203" pitchFamily="34" charset="-78"/>
                <a:cs typeface="DIN Next LT Arabic" panose="020B0503020203050203" pitchFamily="34" charset="-78"/>
                <a:sym typeface="DIN Next LT Arabic" panose="020B0503020203050203" pitchFamily="34" charset="-78"/>
              </a:rPr>
            </a:b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Cobalt gradient</a:t>
            </a:r>
          </a:p>
        </p:txBody>
      </p:sp>
      <p:sp>
        <p:nvSpPr>
          <p:cNvPr id="96" name="TextBox 95">
            <a:extLst>
              <a:ext uri="{FF2B5EF4-FFF2-40B4-BE49-F238E27FC236}">
                <a16:creationId xmlns:a16="http://schemas.microsoft.com/office/drawing/2014/main" id="{90862F31-BF10-4112-994C-F9296338B03B}"/>
              </a:ext>
            </a:extLst>
          </p:cNvPr>
          <p:cNvSpPr txBox="1"/>
          <p:nvPr userDrawn="1"/>
        </p:nvSpPr>
        <p:spPr>
          <a:xfrm>
            <a:off x="17466069" y="2651126"/>
            <a:ext cx="5477930" cy="3262432"/>
          </a:xfrm>
          <a:prstGeom prst="rect">
            <a:avLst/>
          </a:prstGeom>
          <a:noFill/>
        </p:spPr>
        <p:txBody>
          <a:bodyPr wrap="square" lIns="0" tIns="0" rIns="0" bIns="0" rtlCol="0">
            <a:spAutoFit/>
          </a:bodyPr>
          <a:lstStyle/>
          <a:p>
            <a:pPr algn="l">
              <a:spcAft>
                <a:spcPts val="1200"/>
              </a:spcAft>
            </a:pPr>
            <a:r>
              <a:rPr lang="en-US"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Gradients</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The colors are applied at both ends of the gradient, at 0% and 100%locations</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The mid-point is at 50%</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The gradients are used at a 0º angle</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Use the linear gradient, never radial</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Do not create new gradients; use only the gradients shown here</a:t>
            </a:r>
            <a:endParaRPr lang="en-US" sz="2000" b="0">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97" name="TextBox 96">
            <a:extLst>
              <a:ext uri="{FF2B5EF4-FFF2-40B4-BE49-F238E27FC236}">
                <a16:creationId xmlns:a16="http://schemas.microsoft.com/office/drawing/2014/main" id="{CD5009EA-342A-4500-8CEC-75A66CFF8A74}"/>
              </a:ext>
            </a:extLst>
          </p:cNvPr>
          <p:cNvSpPr txBox="1"/>
          <p:nvPr userDrawn="1"/>
        </p:nvSpPr>
        <p:spPr>
          <a:xfrm>
            <a:off x="15622613" y="6595751"/>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3</a:t>
            </a:r>
          </a:p>
        </p:txBody>
      </p:sp>
      <p:sp>
        <p:nvSpPr>
          <p:cNvPr id="98" name="TextBox 97">
            <a:extLst>
              <a:ext uri="{FF2B5EF4-FFF2-40B4-BE49-F238E27FC236}">
                <a16:creationId xmlns:a16="http://schemas.microsoft.com/office/drawing/2014/main" id="{C1AE71E0-3AD8-4C17-8718-268BBC37EE95}"/>
              </a:ext>
            </a:extLst>
          </p:cNvPr>
          <p:cNvSpPr txBox="1"/>
          <p:nvPr userDrawn="1"/>
        </p:nvSpPr>
        <p:spPr>
          <a:xfrm>
            <a:off x="15622613" y="4551523"/>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1</a:t>
            </a:r>
          </a:p>
        </p:txBody>
      </p:sp>
      <p:sp>
        <p:nvSpPr>
          <p:cNvPr id="99" name="TextBox 98">
            <a:extLst>
              <a:ext uri="{FF2B5EF4-FFF2-40B4-BE49-F238E27FC236}">
                <a16:creationId xmlns:a16="http://schemas.microsoft.com/office/drawing/2014/main" id="{548B9553-339E-4A4B-A2A6-E5335D4D7A77}"/>
              </a:ext>
            </a:extLst>
          </p:cNvPr>
          <p:cNvSpPr txBox="1"/>
          <p:nvPr userDrawn="1"/>
        </p:nvSpPr>
        <p:spPr>
          <a:xfrm>
            <a:off x="15622613" y="7617865"/>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4</a:t>
            </a:r>
          </a:p>
        </p:txBody>
      </p:sp>
      <p:sp>
        <p:nvSpPr>
          <p:cNvPr id="100" name="TextBox 99">
            <a:extLst>
              <a:ext uri="{FF2B5EF4-FFF2-40B4-BE49-F238E27FC236}">
                <a16:creationId xmlns:a16="http://schemas.microsoft.com/office/drawing/2014/main" id="{E5F60CB7-DABF-4632-8547-0D42F0B20BFD}"/>
              </a:ext>
            </a:extLst>
          </p:cNvPr>
          <p:cNvSpPr txBox="1"/>
          <p:nvPr userDrawn="1"/>
        </p:nvSpPr>
        <p:spPr>
          <a:xfrm>
            <a:off x="15622613" y="8639979"/>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5</a:t>
            </a:r>
          </a:p>
        </p:txBody>
      </p:sp>
      <p:sp>
        <p:nvSpPr>
          <p:cNvPr id="101" name="TextBox 100">
            <a:extLst>
              <a:ext uri="{FF2B5EF4-FFF2-40B4-BE49-F238E27FC236}">
                <a16:creationId xmlns:a16="http://schemas.microsoft.com/office/drawing/2014/main" id="{E44E275E-D4D0-4346-8E38-B250EEE1478E}"/>
              </a:ext>
            </a:extLst>
          </p:cNvPr>
          <p:cNvSpPr txBox="1"/>
          <p:nvPr userDrawn="1"/>
        </p:nvSpPr>
        <p:spPr>
          <a:xfrm>
            <a:off x="15622613" y="5573637"/>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2</a:t>
            </a:r>
          </a:p>
        </p:txBody>
      </p:sp>
      <p:sp>
        <p:nvSpPr>
          <p:cNvPr id="102" name="object 12">
            <a:extLst>
              <a:ext uri="{FF2B5EF4-FFF2-40B4-BE49-F238E27FC236}">
                <a16:creationId xmlns:a16="http://schemas.microsoft.com/office/drawing/2014/main" id="{A0216981-8F63-4E79-9127-20EF0EB85D1B}"/>
              </a:ext>
            </a:extLst>
          </p:cNvPr>
          <p:cNvSpPr txBox="1"/>
          <p:nvPr userDrawn="1"/>
        </p:nvSpPr>
        <p:spPr>
          <a:xfrm>
            <a:off x="8153917" y="2651126"/>
            <a:ext cx="5960042" cy="359981"/>
          </a:xfrm>
          <a:prstGeom prst="rect">
            <a:avLst/>
          </a:prstGeom>
        </p:spPr>
        <p:txBody>
          <a:bodyPr vert="horz" wrap="square" lIns="0" tIns="21220" rIns="0" bIns="0" rtlCol="0">
            <a:spAutoFit/>
          </a:bodyPr>
          <a:lstStyle/>
          <a:p>
            <a:pPr marL="21220">
              <a:spcBef>
                <a:spcPts val="168"/>
              </a:spcBef>
            </a:pPr>
            <a:r>
              <a:rPr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Colour palette </a:t>
            </a:r>
            <a:r>
              <a:rPr lang="en-US"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a:t>
            </a:r>
            <a:r>
              <a:rPr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 </a:t>
            </a:r>
            <a:r>
              <a:rPr lang="en-GB" sz="2200">
                <a:latin typeface="DIN Next LT Arabic" panose="020B0503020203050203" pitchFamily="34" charset="-78"/>
                <a:cs typeface="DIN Next LT Arabic" panose="020B0503020203050203" pitchFamily="34" charset="-78"/>
                <a:sym typeface="DIN Next LT Arabic" panose="020B0503020203050203" pitchFamily="34" charset="-78"/>
              </a:rPr>
              <a:t>Standard KPMG Colours</a:t>
            </a:r>
            <a:endParaRPr sz="2200">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103" name="TextBox 102">
            <a:extLst>
              <a:ext uri="{FF2B5EF4-FFF2-40B4-BE49-F238E27FC236}">
                <a16:creationId xmlns:a16="http://schemas.microsoft.com/office/drawing/2014/main" id="{31241172-4C8D-46B6-9E92-6C521FC97505}"/>
              </a:ext>
            </a:extLst>
          </p:cNvPr>
          <p:cNvSpPr txBox="1"/>
          <p:nvPr userDrawn="1"/>
        </p:nvSpPr>
        <p:spPr>
          <a:xfrm>
            <a:off x="8153916" y="3530539"/>
            <a:ext cx="2728092" cy="615553"/>
          </a:xfrm>
          <a:prstGeom prst="rect">
            <a:avLst/>
          </a:prstGeom>
          <a:noFill/>
        </p:spPr>
        <p:txBody>
          <a:bodyPr wrap="square" lIns="0" tIns="0" rIns="0" bIns="0" rtlCol="0">
            <a:spAutoFit/>
          </a:bodyPr>
          <a:lstStyle/>
          <a:p>
            <a:pPr algn="l">
              <a:spcAft>
                <a:spcPts val="1200"/>
              </a:spcAft>
            </a:pPr>
            <a: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Primary </a:t>
            </a:r>
            <a:b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br>
            <a: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Colors</a:t>
            </a:r>
          </a:p>
        </p:txBody>
      </p:sp>
      <p:sp>
        <p:nvSpPr>
          <p:cNvPr id="104" name="TextBox 103">
            <a:extLst>
              <a:ext uri="{FF2B5EF4-FFF2-40B4-BE49-F238E27FC236}">
                <a16:creationId xmlns:a16="http://schemas.microsoft.com/office/drawing/2014/main" id="{C9E7B0CF-AEFD-4D5E-8A4C-807B45A27781}"/>
              </a:ext>
            </a:extLst>
          </p:cNvPr>
          <p:cNvSpPr txBox="1"/>
          <p:nvPr userDrawn="1"/>
        </p:nvSpPr>
        <p:spPr>
          <a:xfrm>
            <a:off x="11360666" y="3222763"/>
            <a:ext cx="2790824" cy="923330"/>
          </a:xfrm>
          <a:prstGeom prst="rect">
            <a:avLst/>
          </a:prstGeom>
          <a:noFill/>
        </p:spPr>
        <p:txBody>
          <a:bodyPr wrap="square" lIns="0" tIns="0" rIns="0" bIns="0" rtlCol="0">
            <a:spAutoFit/>
          </a:bodyPr>
          <a:lstStyle/>
          <a:p>
            <a:pPr algn="l">
              <a:spcAft>
                <a:spcPts val="1200"/>
              </a:spcAft>
            </a:pPr>
            <a: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Accent Colors for Infographics and charts only</a:t>
            </a:r>
          </a:p>
        </p:txBody>
      </p:sp>
      <p:sp>
        <p:nvSpPr>
          <p:cNvPr id="105" name="Rectangle 104">
            <a:extLst>
              <a:ext uri="{FF2B5EF4-FFF2-40B4-BE49-F238E27FC236}">
                <a16:creationId xmlns:a16="http://schemas.microsoft.com/office/drawing/2014/main" id="{D627D661-3C30-48B0-A851-AD955AFD6842}"/>
              </a:ext>
            </a:extLst>
          </p:cNvPr>
          <p:cNvSpPr/>
          <p:nvPr userDrawn="1"/>
        </p:nvSpPr>
        <p:spPr>
          <a:xfrm>
            <a:off x="8182854" y="5299833"/>
            <a:ext cx="1097280" cy="822450"/>
          </a:xfrm>
          <a:prstGeom prst="rect">
            <a:avLst/>
          </a:prstGeom>
          <a:solidFill>
            <a:srgbClr val="1E49E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30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73</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226</a:t>
            </a:r>
          </a:p>
        </p:txBody>
      </p:sp>
      <p:sp>
        <p:nvSpPr>
          <p:cNvPr id="106" name="Rectangle 105">
            <a:extLst>
              <a:ext uri="{FF2B5EF4-FFF2-40B4-BE49-F238E27FC236}">
                <a16:creationId xmlns:a16="http://schemas.microsoft.com/office/drawing/2014/main" id="{7B7E5966-055B-4A98-AB02-AACACB297980}"/>
              </a:ext>
            </a:extLst>
          </p:cNvPr>
          <p:cNvSpPr/>
          <p:nvPr userDrawn="1"/>
        </p:nvSpPr>
        <p:spPr>
          <a:xfrm>
            <a:off x="8182854" y="4270709"/>
            <a:ext cx="1097280" cy="822450"/>
          </a:xfrm>
          <a:prstGeom prst="rect">
            <a:avLst/>
          </a:prstGeom>
          <a:solidFill>
            <a:srgbClr val="00338D"/>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141</a:t>
            </a:r>
          </a:p>
        </p:txBody>
      </p:sp>
      <p:sp>
        <p:nvSpPr>
          <p:cNvPr id="107" name="Rectangle 106">
            <a:extLst>
              <a:ext uri="{FF2B5EF4-FFF2-40B4-BE49-F238E27FC236}">
                <a16:creationId xmlns:a16="http://schemas.microsoft.com/office/drawing/2014/main" id="{BE3D2069-A4CE-4DA3-A2A2-C8033CA4E536}"/>
              </a:ext>
            </a:extLst>
          </p:cNvPr>
          <p:cNvSpPr/>
          <p:nvPr userDrawn="1"/>
        </p:nvSpPr>
        <p:spPr>
          <a:xfrm>
            <a:off x="8182854" y="6328955"/>
            <a:ext cx="1097280" cy="822450"/>
          </a:xfrm>
          <a:prstGeom prst="rect">
            <a:avLst/>
          </a:prstGeom>
          <a:solidFill>
            <a:srgbClr val="0C233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35</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60</a:t>
            </a:r>
          </a:p>
        </p:txBody>
      </p:sp>
      <p:sp>
        <p:nvSpPr>
          <p:cNvPr id="108" name="Rectangle 107">
            <a:extLst>
              <a:ext uri="{FF2B5EF4-FFF2-40B4-BE49-F238E27FC236}">
                <a16:creationId xmlns:a16="http://schemas.microsoft.com/office/drawing/2014/main" id="{F71A2664-6926-4485-A9B6-1CEC3F0E086C}"/>
              </a:ext>
            </a:extLst>
          </p:cNvPr>
          <p:cNvSpPr/>
          <p:nvPr userDrawn="1"/>
        </p:nvSpPr>
        <p:spPr>
          <a:xfrm>
            <a:off x="8182854" y="7358079"/>
            <a:ext cx="1097280" cy="822450"/>
          </a:xfrm>
          <a:prstGeom prst="rect">
            <a:avLst/>
          </a:prstGeom>
          <a:solidFill>
            <a:srgbClr val="ACEA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172</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234</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p:txBody>
      </p:sp>
      <p:sp>
        <p:nvSpPr>
          <p:cNvPr id="109" name="Rectangle 108">
            <a:extLst>
              <a:ext uri="{FF2B5EF4-FFF2-40B4-BE49-F238E27FC236}">
                <a16:creationId xmlns:a16="http://schemas.microsoft.com/office/drawing/2014/main" id="{18C6AC56-41DE-485E-B6CA-EC4E39BC8267}"/>
              </a:ext>
            </a:extLst>
          </p:cNvPr>
          <p:cNvSpPr/>
          <p:nvPr userDrawn="1"/>
        </p:nvSpPr>
        <p:spPr>
          <a:xfrm>
            <a:off x="8182854" y="8380189"/>
            <a:ext cx="1097280" cy="822450"/>
          </a:xfrm>
          <a:prstGeom prst="rect">
            <a:avLst/>
          </a:prstGeom>
          <a:solidFill>
            <a:srgbClr val="00B8F5"/>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184</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245</a:t>
            </a:r>
          </a:p>
        </p:txBody>
      </p:sp>
      <p:sp>
        <p:nvSpPr>
          <p:cNvPr id="110" name="Rectangle 109">
            <a:extLst>
              <a:ext uri="{FF2B5EF4-FFF2-40B4-BE49-F238E27FC236}">
                <a16:creationId xmlns:a16="http://schemas.microsoft.com/office/drawing/2014/main" id="{E3E3AAB5-542F-462D-AA8F-CE5D7ECF2BB3}"/>
              </a:ext>
            </a:extLst>
          </p:cNvPr>
          <p:cNvSpPr/>
          <p:nvPr userDrawn="1"/>
        </p:nvSpPr>
        <p:spPr>
          <a:xfrm>
            <a:off x="8182854" y="9409309"/>
            <a:ext cx="1097280" cy="822450"/>
          </a:xfrm>
          <a:prstGeom prst="rect">
            <a:avLst/>
          </a:prstGeom>
          <a:solidFill>
            <a:srgbClr val="7213E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114</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19</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234</a:t>
            </a:r>
          </a:p>
        </p:txBody>
      </p:sp>
      <p:sp>
        <p:nvSpPr>
          <p:cNvPr id="111" name="Rectangle 110">
            <a:extLst>
              <a:ext uri="{FF2B5EF4-FFF2-40B4-BE49-F238E27FC236}">
                <a16:creationId xmlns:a16="http://schemas.microsoft.com/office/drawing/2014/main" id="{E2A2EE0A-3B09-4CC8-8E49-DA3985DC5CC6}"/>
              </a:ext>
            </a:extLst>
          </p:cNvPr>
          <p:cNvSpPr/>
          <p:nvPr userDrawn="1"/>
        </p:nvSpPr>
        <p:spPr>
          <a:xfrm>
            <a:off x="8182854" y="10425645"/>
            <a:ext cx="1097280" cy="822450"/>
          </a:xfrm>
          <a:prstGeom prst="rect">
            <a:avLst/>
          </a:prstGeom>
          <a:solidFill>
            <a:srgbClr val="FD349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253</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156</a:t>
            </a:r>
          </a:p>
        </p:txBody>
      </p:sp>
      <p:sp>
        <p:nvSpPr>
          <p:cNvPr id="112" name="TextBox 111">
            <a:extLst>
              <a:ext uri="{FF2B5EF4-FFF2-40B4-BE49-F238E27FC236}">
                <a16:creationId xmlns:a16="http://schemas.microsoft.com/office/drawing/2014/main" id="{450D0B18-9AAA-4328-8EAD-AA86D018926D}"/>
              </a:ext>
            </a:extLst>
          </p:cNvPr>
          <p:cNvSpPr txBox="1"/>
          <p:nvPr userDrawn="1"/>
        </p:nvSpPr>
        <p:spPr>
          <a:xfrm>
            <a:off x="9400627" y="6595751"/>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Spectrum Blue</a:t>
            </a:r>
          </a:p>
        </p:txBody>
      </p:sp>
      <p:sp>
        <p:nvSpPr>
          <p:cNvPr id="113" name="TextBox 112">
            <a:extLst>
              <a:ext uri="{FF2B5EF4-FFF2-40B4-BE49-F238E27FC236}">
                <a16:creationId xmlns:a16="http://schemas.microsoft.com/office/drawing/2014/main" id="{43844290-7836-4FB9-9E00-46E3E5A403E1}"/>
              </a:ext>
            </a:extLst>
          </p:cNvPr>
          <p:cNvSpPr txBox="1"/>
          <p:nvPr userDrawn="1"/>
        </p:nvSpPr>
        <p:spPr>
          <a:xfrm>
            <a:off x="9400627" y="4551523"/>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KPMG blue</a:t>
            </a:r>
          </a:p>
        </p:txBody>
      </p:sp>
      <p:sp>
        <p:nvSpPr>
          <p:cNvPr id="114" name="TextBox 113">
            <a:extLst>
              <a:ext uri="{FF2B5EF4-FFF2-40B4-BE49-F238E27FC236}">
                <a16:creationId xmlns:a16="http://schemas.microsoft.com/office/drawing/2014/main" id="{C13DA9E5-6E57-411E-B6A0-D92370C06856}"/>
              </a:ext>
            </a:extLst>
          </p:cNvPr>
          <p:cNvSpPr txBox="1"/>
          <p:nvPr userDrawn="1"/>
        </p:nvSpPr>
        <p:spPr>
          <a:xfrm>
            <a:off x="9400627" y="7617865"/>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Blue</a:t>
            </a:r>
          </a:p>
        </p:txBody>
      </p:sp>
      <p:sp>
        <p:nvSpPr>
          <p:cNvPr id="115" name="TextBox 114">
            <a:extLst>
              <a:ext uri="{FF2B5EF4-FFF2-40B4-BE49-F238E27FC236}">
                <a16:creationId xmlns:a16="http://schemas.microsoft.com/office/drawing/2014/main" id="{D40F3406-B098-424A-9681-741838D326B3}"/>
              </a:ext>
            </a:extLst>
          </p:cNvPr>
          <p:cNvSpPr txBox="1"/>
          <p:nvPr userDrawn="1"/>
        </p:nvSpPr>
        <p:spPr>
          <a:xfrm>
            <a:off x="9400627" y="5573637"/>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Cobalt Blue</a:t>
            </a:r>
          </a:p>
        </p:txBody>
      </p:sp>
      <p:sp>
        <p:nvSpPr>
          <p:cNvPr id="116" name="TextBox 115">
            <a:extLst>
              <a:ext uri="{FF2B5EF4-FFF2-40B4-BE49-F238E27FC236}">
                <a16:creationId xmlns:a16="http://schemas.microsoft.com/office/drawing/2014/main" id="{6BDF82C1-EA6A-4769-BEC6-53189C4941B5}"/>
              </a:ext>
            </a:extLst>
          </p:cNvPr>
          <p:cNvSpPr txBox="1"/>
          <p:nvPr userDrawn="1"/>
        </p:nvSpPr>
        <p:spPr>
          <a:xfrm>
            <a:off x="9400627" y="8638747"/>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Pacific Blue</a:t>
            </a:r>
          </a:p>
        </p:txBody>
      </p:sp>
      <p:sp>
        <p:nvSpPr>
          <p:cNvPr id="117" name="TextBox 116">
            <a:extLst>
              <a:ext uri="{FF2B5EF4-FFF2-40B4-BE49-F238E27FC236}">
                <a16:creationId xmlns:a16="http://schemas.microsoft.com/office/drawing/2014/main" id="{C77D46A9-F61D-4A37-A171-F1E09C608663}"/>
              </a:ext>
            </a:extLst>
          </p:cNvPr>
          <p:cNvSpPr txBox="1"/>
          <p:nvPr userDrawn="1"/>
        </p:nvSpPr>
        <p:spPr>
          <a:xfrm>
            <a:off x="9400627" y="9660861"/>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Purple</a:t>
            </a:r>
          </a:p>
        </p:txBody>
      </p:sp>
      <p:sp>
        <p:nvSpPr>
          <p:cNvPr id="118" name="TextBox 117">
            <a:extLst>
              <a:ext uri="{FF2B5EF4-FFF2-40B4-BE49-F238E27FC236}">
                <a16:creationId xmlns:a16="http://schemas.microsoft.com/office/drawing/2014/main" id="{63B1F8A4-2F61-4A65-9C7D-19F3AF694E3E}"/>
              </a:ext>
            </a:extLst>
          </p:cNvPr>
          <p:cNvSpPr txBox="1"/>
          <p:nvPr userDrawn="1"/>
        </p:nvSpPr>
        <p:spPr>
          <a:xfrm>
            <a:off x="9400627" y="10682981"/>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Pink</a:t>
            </a:r>
          </a:p>
        </p:txBody>
      </p:sp>
      <p:sp>
        <p:nvSpPr>
          <p:cNvPr id="119" name="Rectangle 118">
            <a:extLst>
              <a:ext uri="{FF2B5EF4-FFF2-40B4-BE49-F238E27FC236}">
                <a16:creationId xmlns:a16="http://schemas.microsoft.com/office/drawing/2014/main" id="{9B3F18CA-31B2-478D-A2CE-1D65E63B0289}"/>
              </a:ext>
            </a:extLst>
          </p:cNvPr>
          <p:cNvSpPr/>
          <p:nvPr userDrawn="1"/>
        </p:nvSpPr>
        <p:spPr>
          <a:xfrm>
            <a:off x="11360666" y="4271723"/>
            <a:ext cx="1097280" cy="822450"/>
          </a:xfrm>
          <a:prstGeom prst="rect">
            <a:avLst/>
          </a:prstGeom>
          <a:solidFill>
            <a:srgbClr val="76D2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118</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210</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p:txBody>
      </p:sp>
      <p:sp>
        <p:nvSpPr>
          <p:cNvPr id="120" name="TextBox 119">
            <a:extLst>
              <a:ext uri="{FF2B5EF4-FFF2-40B4-BE49-F238E27FC236}">
                <a16:creationId xmlns:a16="http://schemas.microsoft.com/office/drawing/2014/main" id="{C58FDFB7-D698-4D57-AAFF-250F2C95FF43}"/>
              </a:ext>
            </a:extLst>
          </p:cNvPr>
          <p:cNvSpPr txBox="1"/>
          <p:nvPr userDrawn="1"/>
        </p:nvSpPr>
        <p:spPr>
          <a:xfrm>
            <a:off x="12578438" y="4524503"/>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Blue</a:t>
            </a:r>
          </a:p>
        </p:txBody>
      </p:sp>
      <p:sp>
        <p:nvSpPr>
          <p:cNvPr id="121" name="Rectangle 120">
            <a:extLst>
              <a:ext uri="{FF2B5EF4-FFF2-40B4-BE49-F238E27FC236}">
                <a16:creationId xmlns:a16="http://schemas.microsoft.com/office/drawing/2014/main" id="{DADF6F05-045A-46C6-BAB2-D09994A26C91}"/>
              </a:ext>
            </a:extLst>
          </p:cNvPr>
          <p:cNvSpPr/>
          <p:nvPr userDrawn="1"/>
        </p:nvSpPr>
        <p:spPr>
          <a:xfrm>
            <a:off x="11374256" y="5292823"/>
            <a:ext cx="1097280" cy="822450"/>
          </a:xfrm>
          <a:prstGeom prst="rect">
            <a:avLst/>
          </a:prstGeom>
          <a:solidFill>
            <a:srgbClr val="510DB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81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13</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188</a:t>
            </a:r>
          </a:p>
        </p:txBody>
      </p:sp>
      <p:sp>
        <p:nvSpPr>
          <p:cNvPr id="122" name="Rectangle 121">
            <a:extLst>
              <a:ext uri="{FF2B5EF4-FFF2-40B4-BE49-F238E27FC236}">
                <a16:creationId xmlns:a16="http://schemas.microsoft.com/office/drawing/2014/main" id="{70D43CC1-B310-42B7-9987-C7C930637969}"/>
              </a:ext>
            </a:extLst>
          </p:cNvPr>
          <p:cNvSpPr/>
          <p:nvPr userDrawn="1"/>
        </p:nvSpPr>
        <p:spPr>
          <a:xfrm>
            <a:off x="11374256" y="6321947"/>
            <a:ext cx="1097280" cy="822450"/>
          </a:xfrm>
          <a:prstGeom prst="rect">
            <a:avLst/>
          </a:prstGeom>
          <a:solidFill>
            <a:srgbClr val="B497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180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p:txBody>
      </p:sp>
      <p:sp>
        <p:nvSpPr>
          <p:cNvPr id="123" name="Rectangle 122">
            <a:extLst>
              <a:ext uri="{FF2B5EF4-FFF2-40B4-BE49-F238E27FC236}">
                <a16:creationId xmlns:a16="http://schemas.microsoft.com/office/drawing/2014/main" id="{10141450-B708-4127-A0C6-88213DF9FDE3}"/>
              </a:ext>
            </a:extLst>
          </p:cNvPr>
          <p:cNvSpPr/>
          <p:nvPr userDrawn="1"/>
        </p:nvSpPr>
        <p:spPr>
          <a:xfrm>
            <a:off x="11374256" y="7351069"/>
            <a:ext cx="1097280" cy="822450"/>
          </a:xfrm>
          <a:prstGeom prst="rect">
            <a:avLst/>
          </a:prstGeom>
          <a:solidFill>
            <a:srgbClr val="AB0D8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171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13</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130</a:t>
            </a:r>
          </a:p>
        </p:txBody>
      </p:sp>
      <p:sp>
        <p:nvSpPr>
          <p:cNvPr id="124" name="Rectangle 123">
            <a:extLst>
              <a:ext uri="{FF2B5EF4-FFF2-40B4-BE49-F238E27FC236}">
                <a16:creationId xmlns:a16="http://schemas.microsoft.com/office/drawing/2014/main" id="{3724FC0F-A38C-4604-94A6-D96C305023DB}"/>
              </a:ext>
            </a:extLst>
          </p:cNvPr>
          <p:cNvSpPr/>
          <p:nvPr userDrawn="1"/>
        </p:nvSpPr>
        <p:spPr>
          <a:xfrm>
            <a:off x="11374256" y="8380193"/>
            <a:ext cx="1097280" cy="822450"/>
          </a:xfrm>
          <a:prstGeom prst="rect">
            <a:avLst/>
          </a:prstGeom>
          <a:solidFill>
            <a:srgbClr val="FFA3D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163</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218</a:t>
            </a:r>
          </a:p>
        </p:txBody>
      </p:sp>
      <p:sp>
        <p:nvSpPr>
          <p:cNvPr id="125" name="Rectangle 124">
            <a:extLst>
              <a:ext uri="{FF2B5EF4-FFF2-40B4-BE49-F238E27FC236}">
                <a16:creationId xmlns:a16="http://schemas.microsoft.com/office/drawing/2014/main" id="{904DD51B-46CA-4632-AA89-302491FDA952}"/>
              </a:ext>
            </a:extLst>
          </p:cNvPr>
          <p:cNvSpPr/>
          <p:nvPr userDrawn="1"/>
        </p:nvSpPr>
        <p:spPr>
          <a:xfrm>
            <a:off x="11374256" y="9409313"/>
            <a:ext cx="1097280" cy="822450"/>
          </a:xfrm>
          <a:prstGeom prst="rect">
            <a:avLst/>
          </a:prstGeom>
          <a:solidFill>
            <a:srgbClr val="098E7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9</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142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126</a:t>
            </a:r>
          </a:p>
        </p:txBody>
      </p:sp>
      <p:sp>
        <p:nvSpPr>
          <p:cNvPr id="126" name="Rectangle 125">
            <a:extLst>
              <a:ext uri="{FF2B5EF4-FFF2-40B4-BE49-F238E27FC236}">
                <a16:creationId xmlns:a16="http://schemas.microsoft.com/office/drawing/2014/main" id="{7443A33D-4741-4429-BE53-BFA0165B39EA}"/>
              </a:ext>
            </a:extLst>
          </p:cNvPr>
          <p:cNvSpPr/>
          <p:nvPr userDrawn="1"/>
        </p:nvSpPr>
        <p:spPr>
          <a:xfrm>
            <a:off x="11374256" y="10425649"/>
            <a:ext cx="1097280" cy="822450"/>
          </a:xfrm>
          <a:prstGeom prst="rect">
            <a:avLst/>
          </a:prstGeom>
          <a:solidFill>
            <a:srgbClr val="00C0A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192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174</a:t>
            </a:r>
          </a:p>
        </p:txBody>
      </p:sp>
      <p:sp>
        <p:nvSpPr>
          <p:cNvPr id="127" name="Rectangle 126">
            <a:extLst>
              <a:ext uri="{FF2B5EF4-FFF2-40B4-BE49-F238E27FC236}">
                <a16:creationId xmlns:a16="http://schemas.microsoft.com/office/drawing/2014/main" id="{BDFF48B7-FF03-4807-AC4E-24857BE091D2}"/>
              </a:ext>
            </a:extLst>
          </p:cNvPr>
          <p:cNvSpPr/>
          <p:nvPr userDrawn="1"/>
        </p:nvSpPr>
        <p:spPr>
          <a:xfrm>
            <a:off x="11374256" y="11454769"/>
            <a:ext cx="1097280" cy="822450"/>
          </a:xfrm>
          <a:prstGeom prst="rect">
            <a:avLst/>
          </a:prstGeom>
          <a:solidFill>
            <a:srgbClr val="63EBD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accent3"/>
                </a:solidFill>
                <a:latin typeface="DIN Next LT Arabic" panose="020B0503020203050203" pitchFamily="34" charset="-78"/>
                <a:cs typeface="DIN Next LT Arabic" panose="020B0503020203050203" pitchFamily="34" charset="-78"/>
                <a:sym typeface="DIN Next LT Arabic" panose="020B0503020203050203" pitchFamily="34" charset="-78"/>
              </a:rPr>
              <a:t>99</a:t>
            </a:r>
          </a:p>
          <a:p>
            <a:pPr algn="ctr"/>
            <a:r>
              <a:rPr lang="en-GB" sz="1600">
                <a:solidFill>
                  <a:schemeClr val="accent3"/>
                </a:solidFill>
                <a:latin typeface="DIN Next LT Arabic" panose="020B0503020203050203" pitchFamily="34" charset="-78"/>
                <a:cs typeface="DIN Next LT Arabic" panose="020B0503020203050203" pitchFamily="34" charset="-78"/>
                <a:sym typeface="DIN Next LT Arabic" panose="020B0503020203050203" pitchFamily="34" charset="-78"/>
              </a:rPr>
              <a:t>235</a:t>
            </a:r>
          </a:p>
          <a:p>
            <a:pPr algn="ctr"/>
            <a:r>
              <a:rPr lang="en-GB" sz="1600">
                <a:solidFill>
                  <a:schemeClr val="accent3"/>
                </a:solidFill>
                <a:latin typeface="DIN Next LT Arabic" panose="020B0503020203050203" pitchFamily="34" charset="-78"/>
                <a:cs typeface="DIN Next LT Arabic" panose="020B0503020203050203" pitchFamily="34" charset="-78"/>
                <a:sym typeface="DIN Next LT Arabic" panose="020B0503020203050203" pitchFamily="34" charset="-78"/>
              </a:rPr>
              <a:t>218</a:t>
            </a:r>
          </a:p>
        </p:txBody>
      </p:sp>
      <p:sp>
        <p:nvSpPr>
          <p:cNvPr id="128" name="TextBox 127">
            <a:extLst>
              <a:ext uri="{FF2B5EF4-FFF2-40B4-BE49-F238E27FC236}">
                <a16:creationId xmlns:a16="http://schemas.microsoft.com/office/drawing/2014/main" id="{7897DE96-89C5-4906-A032-30D63399DD14}"/>
              </a:ext>
            </a:extLst>
          </p:cNvPr>
          <p:cNvSpPr txBox="1"/>
          <p:nvPr userDrawn="1"/>
        </p:nvSpPr>
        <p:spPr>
          <a:xfrm>
            <a:off x="12578438" y="7617865"/>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Dark Pink</a:t>
            </a:r>
          </a:p>
        </p:txBody>
      </p:sp>
      <p:sp>
        <p:nvSpPr>
          <p:cNvPr id="129" name="TextBox 128">
            <a:extLst>
              <a:ext uri="{FF2B5EF4-FFF2-40B4-BE49-F238E27FC236}">
                <a16:creationId xmlns:a16="http://schemas.microsoft.com/office/drawing/2014/main" id="{185D8D33-1F34-4513-850A-1E1052378B2A}"/>
              </a:ext>
            </a:extLst>
          </p:cNvPr>
          <p:cNvSpPr txBox="1"/>
          <p:nvPr userDrawn="1"/>
        </p:nvSpPr>
        <p:spPr>
          <a:xfrm>
            <a:off x="12578438" y="5573637"/>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Dark Purple</a:t>
            </a:r>
          </a:p>
        </p:txBody>
      </p:sp>
      <p:sp>
        <p:nvSpPr>
          <p:cNvPr id="130" name="TextBox 129">
            <a:extLst>
              <a:ext uri="{FF2B5EF4-FFF2-40B4-BE49-F238E27FC236}">
                <a16:creationId xmlns:a16="http://schemas.microsoft.com/office/drawing/2014/main" id="{CFE83ED6-6983-44EA-B906-348FA784B923}"/>
              </a:ext>
            </a:extLst>
          </p:cNvPr>
          <p:cNvSpPr txBox="1"/>
          <p:nvPr userDrawn="1"/>
        </p:nvSpPr>
        <p:spPr>
          <a:xfrm>
            <a:off x="12578438" y="8639979"/>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Pink</a:t>
            </a:r>
          </a:p>
        </p:txBody>
      </p:sp>
      <p:sp>
        <p:nvSpPr>
          <p:cNvPr id="131" name="TextBox 130">
            <a:extLst>
              <a:ext uri="{FF2B5EF4-FFF2-40B4-BE49-F238E27FC236}">
                <a16:creationId xmlns:a16="http://schemas.microsoft.com/office/drawing/2014/main" id="{704FE184-26F6-433A-95DD-A95C0F4AC523}"/>
              </a:ext>
            </a:extLst>
          </p:cNvPr>
          <p:cNvSpPr txBox="1"/>
          <p:nvPr userDrawn="1"/>
        </p:nvSpPr>
        <p:spPr>
          <a:xfrm>
            <a:off x="12578438" y="9662093"/>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Dark Green</a:t>
            </a:r>
          </a:p>
        </p:txBody>
      </p:sp>
      <p:sp>
        <p:nvSpPr>
          <p:cNvPr id="132" name="TextBox 131">
            <a:extLst>
              <a:ext uri="{FF2B5EF4-FFF2-40B4-BE49-F238E27FC236}">
                <a16:creationId xmlns:a16="http://schemas.microsoft.com/office/drawing/2014/main" id="{0864BAD5-166D-4A4C-8A32-46425FA7D5D9}"/>
              </a:ext>
            </a:extLst>
          </p:cNvPr>
          <p:cNvSpPr txBox="1"/>
          <p:nvPr userDrawn="1"/>
        </p:nvSpPr>
        <p:spPr>
          <a:xfrm>
            <a:off x="12578438" y="6595751"/>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Purple</a:t>
            </a:r>
          </a:p>
        </p:txBody>
      </p:sp>
      <p:sp>
        <p:nvSpPr>
          <p:cNvPr id="133" name="TextBox 132">
            <a:extLst>
              <a:ext uri="{FF2B5EF4-FFF2-40B4-BE49-F238E27FC236}">
                <a16:creationId xmlns:a16="http://schemas.microsoft.com/office/drawing/2014/main" id="{0678A330-9300-4FAB-AA84-852B79FCDC2C}"/>
              </a:ext>
            </a:extLst>
          </p:cNvPr>
          <p:cNvSpPr txBox="1"/>
          <p:nvPr userDrawn="1"/>
        </p:nvSpPr>
        <p:spPr>
          <a:xfrm>
            <a:off x="12578438" y="10684207"/>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Green</a:t>
            </a:r>
          </a:p>
        </p:txBody>
      </p:sp>
      <p:sp>
        <p:nvSpPr>
          <p:cNvPr id="134" name="TextBox 133">
            <a:extLst>
              <a:ext uri="{FF2B5EF4-FFF2-40B4-BE49-F238E27FC236}">
                <a16:creationId xmlns:a16="http://schemas.microsoft.com/office/drawing/2014/main" id="{9CB3A312-5073-493A-8BEE-95CAE080ECF7}"/>
              </a:ext>
            </a:extLst>
          </p:cNvPr>
          <p:cNvSpPr txBox="1"/>
          <p:nvPr userDrawn="1"/>
        </p:nvSpPr>
        <p:spPr>
          <a:xfrm>
            <a:off x="12578438" y="11706321"/>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Green</a:t>
            </a:r>
          </a:p>
        </p:txBody>
      </p:sp>
      <p:sp>
        <p:nvSpPr>
          <p:cNvPr id="135" name="TextBox 134">
            <a:extLst>
              <a:ext uri="{FF2B5EF4-FFF2-40B4-BE49-F238E27FC236}">
                <a16:creationId xmlns:a16="http://schemas.microsoft.com/office/drawing/2014/main" id="{192DE09A-5C03-4DC9-A8FA-4F9BCB2B3C8D}"/>
              </a:ext>
            </a:extLst>
          </p:cNvPr>
          <p:cNvSpPr txBox="1"/>
          <p:nvPr userDrawn="1"/>
        </p:nvSpPr>
        <p:spPr>
          <a:xfrm>
            <a:off x="14351517" y="3222763"/>
            <a:ext cx="2276474" cy="923330"/>
          </a:xfrm>
          <a:prstGeom prst="rect">
            <a:avLst/>
          </a:prstGeom>
          <a:noFill/>
        </p:spPr>
        <p:txBody>
          <a:bodyPr wrap="square" lIns="0" tIns="0" rIns="0" bIns="0" rtlCol="0">
            <a:spAutoFit/>
          </a:bodyPr>
          <a:lstStyle/>
          <a:p>
            <a:pPr algn="l">
              <a:spcAft>
                <a:spcPts val="1200"/>
              </a:spcAft>
            </a:pPr>
            <a: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Neutrals for Infographics and charts only </a:t>
            </a:r>
          </a:p>
        </p:txBody>
      </p:sp>
      <p:sp>
        <p:nvSpPr>
          <p:cNvPr id="136" name="Rectangle 135">
            <a:extLst>
              <a:ext uri="{FF2B5EF4-FFF2-40B4-BE49-F238E27FC236}">
                <a16:creationId xmlns:a16="http://schemas.microsoft.com/office/drawing/2014/main" id="{CD8CD1CA-558C-4794-A2A1-3B611011A5C3}"/>
              </a:ext>
            </a:extLst>
          </p:cNvPr>
          <p:cNvSpPr/>
          <p:nvPr userDrawn="1"/>
        </p:nvSpPr>
        <p:spPr>
          <a:xfrm>
            <a:off x="14365106" y="4270709"/>
            <a:ext cx="1097280" cy="822450"/>
          </a:xfrm>
          <a:prstGeom prst="rect">
            <a:avLst/>
          </a:prstGeom>
          <a:solidFill>
            <a:srgbClr val="333333"/>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51</a:t>
            </a:r>
          </a:p>
        </p:txBody>
      </p:sp>
      <p:sp>
        <p:nvSpPr>
          <p:cNvPr id="137" name="Rectangle 136">
            <a:extLst>
              <a:ext uri="{FF2B5EF4-FFF2-40B4-BE49-F238E27FC236}">
                <a16:creationId xmlns:a16="http://schemas.microsoft.com/office/drawing/2014/main" id="{FFE0C07C-818E-4FAE-8FCA-F4D4C358CEC3}"/>
              </a:ext>
            </a:extLst>
          </p:cNvPr>
          <p:cNvSpPr/>
          <p:nvPr userDrawn="1"/>
        </p:nvSpPr>
        <p:spPr>
          <a:xfrm>
            <a:off x="14365106" y="5299833"/>
            <a:ext cx="1097280" cy="822450"/>
          </a:xfrm>
          <a:prstGeom prst="rect">
            <a:avLst/>
          </a:prstGeom>
          <a:solidFill>
            <a:srgbClr val="666666"/>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102</a:t>
            </a:r>
          </a:p>
          <a:p>
            <a:pPr algn="ctr"/>
            <a:endParaRPr lang="en-GB" sz="1600">
              <a:solidFill>
                <a:schemeClr val="bg1"/>
              </a:solidFill>
            </a:endParaRPr>
          </a:p>
        </p:txBody>
      </p:sp>
      <p:sp>
        <p:nvSpPr>
          <p:cNvPr id="138" name="Rectangle 137">
            <a:extLst>
              <a:ext uri="{FF2B5EF4-FFF2-40B4-BE49-F238E27FC236}">
                <a16:creationId xmlns:a16="http://schemas.microsoft.com/office/drawing/2014/main" id="{41E64925-D54E-420A-82FD-AB931C3300D3}"/>
              </a:ext>
            </a:extLst>
          </p:cNvPr>
          <p:cNvSpPr/>
          <p:nvPr userDrawn="1"/>
        </p:nvSpPr>
        <p:spPr>
          <a:xfrm>
            <a:off x="14365106" y="6328955"/>
            <a:ext cx="1097280" cy="822450"/>
          </a:xfrm>
          <a:prstGeom prst="rect">
            <a:avLst/>
          </a:prstGeom>
          <a:solidFill>
            <a:srgbClr val="989898"/>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152</a:t>
            </a:r>
          </a:p>
        </p:txBody>
      </p:sp>
      <p:sp>
        <p:nvSpPr>
          <p:cNvPr id="139" name="Rectangle 138">
            <a:extLst>
              <a:ext uri="{FF2B5EF4-FFF2-40B4-BE49-F238E27FC236}">
                <a16:creationId xmlns:a16="http://schemas.microsoft.com/office/drawing/2014/main" id="{5E882A8D-68E6-4135-8237-D793C6911AE2}"/>
              </a:ext>
            </a:extLst>
          </p:cNvPr>
          <p:cNvSpPr/>
          <p:nvPr userDrawn="1"/>
        </p:nvSpPr>
        <p:spPr>
          <a:xfrm>
            <a:off x="14365106" y="7358079"/>
            <a:ext cx="1097280" cy="822450"/>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178</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178</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178</a:t>
            </a:r>
          </a:p>
        </p:txBody>
      </p:sp>
      <p:sp>
        <p:nvSpPr>
          <p:cNvPr id="140" name="Rectangle 139">
            <a:extLst>
              <a:ext uri="{FF2B5EF4-FFF2-40B4-BE49-F238E27FC236}">
                <a16:creationId xmlns:a16="http://schemas.microsoft.com/office/drawing/2014/main" id="{AA7D848E-86C5-4691-8D64-5F96770BF24B}"/>
              </a:ext>
            </a:extLst>
          </p:cNvPr>
          <p:cNvSpPr/>
          <p:nvPr userDrawn="1"/>
        </p:nvSpPr>
        <p:spPr>
          <a:xfrm>
            <a:off x="14365106" y="8387199"/>
            <a:ext cx="1097280" cy="822450"/>
          </a:xfrm>
          <a:prstGeom prst="rect">
            <a:avLst/>
          </a:prstGeom>
          <a:solidFill>
            <a:srgbClr val="E5E5E5"/>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229</a:t>
            </a:r>
          </a:p>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229</a:t>
            </a:r>
          </a:p>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229</a:t>
            </a:r>
          </a:p>
        </p:txBody>
      </p:sp>
      <p:sp>
        <p:nvSpPr>
          <p:cNvPr id="141" name="Rectangle 140">
            <a:extLst>
              <a:ext uri="{FF2B5EF4-FFF2-40B4-BE49-F238E27FC236}">
                <a16:creationId xmlns:a16="http://schemas.microsoft.com/office/drawing/2014/main" id="{5314C683-8ABF-49F8-A09C-35FFB227627D}"/>
              </a:ext>
            </a:extLst>
          </p:cNvPr>
          <p:cNvSpPr/>
          <p:nvPr userDrawn="1"/>
        </p:nvSpPr>
        <p:spPr>
          <a:xfrm>
            <a:off x="14351516" y="9415955"/>
            <a:ext cx="1097280" cy="822450"/>
          </a:xfrm>
          <a:prstGeom prst="rect">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p:txBody>
      </p:sp>
      <p:sp>
        <p:nvSpPr>
          <p:cNvPr id="142" name="TextBox 141">
            <a:extLst>
              <a:ext uri="{FF2B5EF4-FFF2-40B4-BE49-F238E27FC236}">
                <a16:creationId xmlns:a16="http://schemas.microsoft.com/office/drawing/2014/main" id="{2C4E0D88-66E5-450D-B088-F8F855A66898}"/>
              </a:ext>
            </a:extLst>
          </p:cNvPr>
          <p:cNvSpPr txBox="1"/>
          <p:nvPr userDrawn="1"/>
        </p:nvSpPr>
        <p:spPr>
          <a:xfrm>
            <a:off x="15609023" y="9668735"/>
            <a:ext cx="628377"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White</a:t>
            </a:r>
          </a:p>
        </p:txBody>
      </p:sp>
      <p:graphicFrame>
        <p:nvGraphicFramePr>
          <p:cNvPr id="143" name="Chart 142">
            <a:extLst>
              <a:ext uri="{FF2B5EF4-FFF2-40B4-BE49-F238E27FC236}">
                <a16:creationId xmlns:a16="http://schemas.microsoft.com/office/drawing/2014/main" id="{A8FA9A05-14EF-4B7B-84CD-A68F6BBD608C}"/>
              </a:ext>
            </a:extLst>
          </p:cNvPr>
          <p:cNvGraphicFramePr>
            <a:graphicFrameLocks/>
          </p:cNvGraphicFramePr>
          <p:nvPr userDrawn="1">
            <p:custDataLst>
              <p:tags r:id="rId2"/>
            </p:custDataLst>
            <p:extLst>
              <p:ext uri="{D42A27DB-BD31-4B8C-83A1-F6EECF244321}">
                <p14:modId xmlns:p14="http://schemas.microsoft.com/office/powerpoint/2010/main" val="2496731236"/>
              </p:ext>
            </p:extLst>
          </p:nvPr>
        </p:nvGraphicFramePr>
        <p:xfrm>
          <a:off x="17598152" y="7458934"/>
          <a:ext cx="4366340" cy="3586832"/>
        </p:xfrm>
        <a:graphic>
          <a:graphicData uri="http://schemas.openxmlformats.org/drawingml/2006/chart">
            <c:chart xmlns:c="http://schemas.openxmlformats.org/drawingml/2006/chart" xmlns:r="http://schemas.openxmlformats.org/officeDocument/2006/relationships" r:id="rId6"/>
          </a:graphicData>
        </a:graphic>
      </p:graphicFrame>
      <p:sp>
        <p:nvSpPr>
          <p:cNvPr id="144" name="TextBox 143">
            <a:extLst>
              <a:ext uri="{FF2B5EF4-FFF2-40B4-BE49-F238E27FC236}">
                <a16:creationId xmlns:a16="http://schemas.microsoft.com/office/drawing/2014/main" id="{3A6BFD42-D1DB-4EBC-8206-556797715883}"/>
              </a:ext>
            </a:extLst>
          </p:cNvPr>
          <p:cNvSpPr txBox="1"/>
          <p:nvPr userDrawn="1"/>
        </p:nvSpPr>
        <p:spPr>
          <a:xfrm>
            <a:off x="17466069" y="7614950"/>
            <a:ext cx="3090458" cy="338554"/>
          </a:xfrm>
          <a:prstGeom prst="rect">
            <a:avLst/>
          </a:prstGeom>
          <a:noFill/>
        </p:spPr>
        <p:txBody>
          <a:bodyPr wrap="square" lIns="0" tIns="0" rIns="0" bIns="0" rtlCol="0">
            <a:spAutoFit/>
          </a:bodyPr>
          <a:lstStyle/>
          <a:p>
            <a:pPr algn="l">
              <a:spcAft>
                <a:spcPts val="1200"/>
              </a:spcAft>
            </a:pPr>
            <a:r>
              <a:rPr lang="en-US"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Color order for charts</a:t>
            </a:r>
          </a:p>
        </p:txBody>
      </p:sp>
      <p:grpSp>
        <p:nvGrpSpPr>
          <p:cNvPr id="145" name="Group 144">
            <a:extLst>
              <a:ext uri="{FF2B5EF4-FFF2-40B4-BE49-F238E27FC236}">
                <a16:creationId xmlns:a16="http://schemas.microsoft.com/office/drawing/2014/main" id="{D1EC7693-59C7-47BB-B438-2C04634153D8}"/>
              </a:ext>
            </a:extLst>
          </p:cNvPr>
          <p:cNvGrpSpPr/>
          <p:nvPr userDrawn="1"/>
        </p:nvGrpSpPr>
        <p:grpSpPr>
          <a:xfrm>
            <a:off x="17466068" y="11248114"/>
            <a:ext cx="4584088" cy="1382036"/>
            <a:chOff x="8733034" y="5828164"/>
            <a:chExt cx="2292044" cy="691018"/>
          </a:xfrm>
        </p:grpSpPr>
        <p:sp>
          <p:nvSpPr>
            <p:cNvPr id="146" name="Rectangle 145">
              <a:extLst>
                <a:ext uri="{FF2B5EF4-FFF2-40B4-BE49-F238E27FC236}">
                  <a16:creationId xmlns:a16="http://schemas.microsoft.com/office/drawing/2014/main" id="{5219A023-D0D0-4FB4-8C5F-4794B4563217}"/>
                </a:ext>
              </a:extLst>
            </p:cNvPr>
            <p:cNvSpPr/>
            <p:nvPr/>
          </p:nvSpPr>
          <p:spPr>
            <a:xfrm>
              <a:off x="9320105" y="5828164"/>
              <a:ext cx="237296" cy="310018"/>
            </a:xfrm>
            <a:prstGeom prst="rect">
              <a:avLst/>
            </a:prstGeom>
            <a:solidFill>
              <a:srgbClr val="1E49E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3</a:t>
              </a:r>
            </a:p>
          </p:txBody>
        </p:sp>
        <p:sp>
          <p:nvSpPr>
            <p:cNvPr id="147" name="Rectangle 146">
              <a:extLst>
                <a:ext uri="{FF2B5EF4-FFF2-40B4-BE49-F238E27FC236}">
                  <a16:creationId xmlns:a16="http://schemas.microsoft.com/office/drawing/2014/main" id="{13C39C7D-DE39-4233-99C3-4DB3902C2CA7}"/>
                </a:ext>
              </a:extLst>
            </p:cNvPr>
            <p:cNvSpPr/>
            <p:nvPr/>
          </p:nvSpPr>
          <p:spPr>
            <a:xfrm>
              <a:off x="8733034" y="5828164"/>
              <a:ext cx="237296" cy="310018"/>
            </a:xfrm>
            <a:prstGeom prst="rect">
              <a:avLst/>
            </a:prstGeom>
            <a:solidFill>
              <a:srgbClr val="00338D"/>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a:t>
              </a:r>
            </a:p>
          </p:txBody>
        </p:sp>
        <p:sp>
          <p:nvSpPr>
            <p:cNvPr id="148" name="Rectangle 147">
              <a:extLst>
                <a:ext uri="{FF2B5EF4-FFF2-40B4-BE49-F238E27FC236}">
                  <a16:creationId xmlns:a16="http://schemas.microsoft.com/office/drawing/2014/main" id="{27BB20FB-BBAA-47BB-8F6A-07EAAEBC5CCF}"/>
                </a:ext>
              </a:extLst>
            </p:cNvPr>
            <p:cNvSpPr/>
            <p:nvPr/>
          </p:nvSpPr>
          <p:spPr>
            <a:xfrm>
              <a:off x="9613640" y="5828164"/>
              <a:ext cx="237296" cy="310018"/>
            </a:xfrm>
            <a:prstGeom prst="rect">
              <a:avLst/>
            </a:prstGeom>
            <a:solidFill>
              <a:srgbClr val="76D2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4</a:t>
              </a:r>
            </a:p>
          </p:txBody>
        </p:sp>
        <p:sp>
          <p:nvSpPr>
            <p:cNvPr id="149" name="Rectangle 148">
              <a:extLst>
                <a:ext uri="{FF2B5EF4-FFF2-40B4-BE49-F238E27FC236}">
                  <a16:creationId xmlns:a16="http://schemas.microsoft.com/office/drawing/2014/main" id="{00C67A99-9F98-4024-A935-D0E37F6758B3}"/>
                </a:ext>
              </a:extLst>
            </p:cNvPr>
            <p:cNvSpPr/>
            <p:nvPr/>
          </p:nvSpPr>
          <p:spPr>
            <a:xfrm>
              <a:off x="10200711" y="5828164"/>
              <a:ext cx="237296" cy="310018"/>
            </a:xfrm>
            <a:prstGeom prst="rect">
              <a:avLst/>
            </a:prstGeom>
            <a:solidFill>
              <a:srgbClr val="B497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6</a:t>
              </a:r>
            </a:p>
          </p:txBody>
        </p:sp>
        <p:sp>
          <p:nvSpPr>
            <p:cNvPr id="150" name="Rectangle 149">
              <a:extLst>
                <a:ext uri="{FF2B5EF4-FFF2-40B4-BE49-F238E27FC236}">
                  <a16:creationId xmlns:a16="http://schemas.microsoft.com/office/drawing/2014/main" id="{236F85FC-EBEE-4DE4-B3B4-82617D328D0B}"/>
                </a:ext>
              </a:extLst>
            </p:cNvPr>
            <p:cNvSpPr/>
            <p:nvPr/>
          </p:nvSpPr>
          <p:spPr>
            <a:xfrm>
              <a:off x="9907176" y="5828164"/>
              <a:ext cx="237296" cy="310018"/>
            </a:xfrm>
            <a:prstGeom prst="rect">
              <a:avLst/>
            </a:prstGeom>
            <a:solidFill>
              <a:srgbClr val="7213E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a:t>
              </a:r>
            </a:p>
          </p:txBody>
        </p:sp>
        <p:sp>
          <p:nvSpPr>
            <p:cNvPr id="151" name="Rectangle 150">
              <a:extLst>
                <a:ext uri="{FF2B5EF4-FFF2-40B4-BE49-F238E27FC236}">
                  <a16:creationId xmlns:a16="http://schemas.microsoft.com/office/drawing/2014/main" id="{54EE9327-7720-4CF3-A17E-F7F1E23E8AC7}"/>
                </a:ext>
              </a:extLst>
            </p:cNvPr>
            <p:cNvSpPr/>
            <p:nvPr/>
          </p:nvSpPr>
          <p:spPr>
            <a:xfrm>
              <a:off x="10787782" y="5828164"/>
              <a:ext cx="237296" cy="310018"/>
            </a:xfrm>
            <a:prstGeom prst="rect">
              <a:avLst/>
            </a:prstGeom>
            <a:solidFill>
              <a:srgbClr val="00C0A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8</a:t>
              </a:r>
            </a:p>
          </p:txBody>
        </p:sp>
        <p:sp>
          <p:nvSpPr>
            <p:cNvPr id="152" name="Rectangle 151">
              <a:extLst>
                <a:ext uri="{FF2B5EF4-FFF2-40B4-BE49-F238E27FC236}">
                  <a16:creationId xmlns:a16="http://schemas.microsoft.com/office/drawing/2014/main" id="{0545AD30-7567-4D0F-A253-FDC2D7232D6E}"/>
                </a:ext>
              </a:extLst>
            </p:cNvPr>
            <p:cNvSpPr/>
            <p:nvPr/>
          </p:nvSpPr>
          <p:spPr>
            <a:xfrm>
              <a:off x="9026569" y="5828164"/>
              <a:ext cx="237296" cy="310018"/>
            </a:xfrm>
            <a:prstGeom prst="rect">
              <a:avLst/>
            </a:prstGeom>
            <a:solidFill>
              <a:srgbClr val="00B8F5"/>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a:t>
              </a:r>
            </a:p>
          </p:txBody>
        </p:sp>
        <p:sp>
          <p:nvSpPr>
            <p:cNvPr id="153" name="Rectangle 152">
              <a:extLst>
                <a:ext uri="{FF2B5EF4-FFF2-40B4-BE49-F238E27FC236}">
                  <a16:creationId xmlns:a16="http://schemas.microsoft.com/office/drawing/2014/main" id="{703D87B1-08C1-4BD5-BAD9-BB234B8949D6}"/>
                </a:ext>
              </a:extLst>
            </p:cNvPr>
            <p:cNvSpPr/>
            <p:nvPr/>
          </p:nvSpPr>
          <p:spPr>
            <a:xfrm>
              <a:off x="10494247" y="5828164"/>
              <a:ext cx="237296" cy="310018"/>
            </a:xfrm>
            <a:prstGeom prst="rect">
              <a:avLst/>
            </a:prstGeom>
            <a:solidFill>
              <a:srgbClr val="098E7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7</a:t>
              </a:r>
            </a:p>
          </p:txBody>
        </p:sp>
        <p:grpSp>
          <p:nvGrpSpPr>
            <p:cNvPr id="154" name="Group 153">
              <a:extLst>
                <a:ext uri="{FF2B5EF4-FFF2-40B4-BE49-F238E27FC236}">
                  <a16:creationId xmlns:a16="http://schemas.microsoft.com/office/drawing/2014/main" id="{71CA767B-4836-42D8-A400-97BF89854BC3}"/>
                </a:ext>
              </a:extLst>
            </p:cNvPr>
            <p:cNvGrpSpPr/>
            <p:nvPr/>
          </p:nvGrpSpPr>
          <p:grpSpPr>
            <a:xfrm>
              <a:off x="8733034" y="6209164"/>
              <a:ext cx="1704975" cy="310018"/>
              <a:chOff x="11081318" y="5828164"/>
              <a:chExt cx="1704975" cy="310018"/>
            </a:xfrm>
          </p:grpSpPr>
          <p:sp>
            <p:nvSpPr>
              <p:cNvPr id="155" name="Rectangle 154">
                <a:extLst>
                  <a:ext uri="{FF2B5EF4-FFF2-40B4-BE49-F238E27FC236}">
                    <a16:creationId xmlns:a16="http://schemas.microsoft.com/office/drawing/2014/main" id="{E79D9207-CA17-453F-A9DD-4A20D997E763}"/>
                  </a:ext>
                </a:extLst>
              </p:cNvPr>
              <p:cNvSpPr/>
              <p:nvPr/>
            </p:nvSpPr>
            <p:spPr>
              <a:xfrm>
                <a:off x="11374854" y="5828164"/>
                <a:ext cx="237296" cy="310018"/>
              </a:xfrm>
              <a:prstGeom prst="rect">
                <a:avLst/>
              </a:prstGeom>
              <a:solidFill>
                <a:srgbClr val="FD349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a:t>
                </a:r>
              </a:p>
            </p:txBody>
          </p:sp>
          <p:sp>
            <p:nvSpPr>
              <p:cNvPr id="156" name="Rectangle 155">
                <a:extLst>
                  <a:ext uri="{FF2B5EF4-FFF2-40B4-BE49-F238E27FC236}">
                    <a16:creationId xmlns:a16="http://schemas.microsoft.com/office/drawing/2014/main" id="{CF62D0A7-8252-4311-AB97-CF55A5B42B80}"/>
                  </a:ext>
                </a:extLst>
              </p:cNvPr>
              <p:cNvSpPr/>
              <p:nvPr/>
            </p:nvSpPr>
            <p:spPr>
              <a:xfrm>
                <a:off x="11668390" y="5828164"/>
                <a:ext cx="237296" cy="310018"/>
              </a:xfrm>
              <a:prstGeom prst="rect">
                <a:avLst/>
              </a:prstGeom>
              <a:solidFill>
                <a:srgbClr val="FFA3D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11</a:t>
                </a:r>
              </a:p>
            </p:txBody>
          </p:sp>
          <p:sp>
            <p:nvSpPr>
              <p:cNvPr id="157" name="Rectangle 156">
                <a:extLst>
                  <a:ext uri="{FF2B5EF4-FFF2-40B4-BE49-F238E27FC236}">
                    <a16:creationId xmlns:a16="http://schemas.microsoft.com/office/drawing/2014/main" id="{2C456C68-243D-4993-A760-75F92469FF27}"/>
                  </a:ext>
                </a:extLst>
              </p:cNvPr>
              <p:cNvSpPr/>
              <p:nvPr/>
            </p:nvSpPr>
            <p:spPr>
              <a:xfrm>
                <a:off x="12548997" y="5828164"/>
                <a:ext cx="237296" cy="310018"/>
              </a:xfrm>
              <a:prstGeom prst="rect">
                <a:avLst/>
              </a:prstGeom>
              <a:solidFill>
                <a:srgbClr val="63EBD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14</a:t>
                </a:r>
              </a:p>
            </p:txBody>
          </p:sp>
          <p:sp>
            <p:nvSpPr>
              <p:cNvPr id="158" name="Rectangle 157">
                <a:extLst>
                  <a:ext uri="{FF2B5EF4-FFF2-40B4-BE49-F238E27FC236}">
                    <a16:creationId xmlns:a16="http://schemas.microsoft.com/office/drawing/2014/main" id="{DB7FB587-293B-4A08-BA46-DAC13E13EF42}"/>
                  </a:ext>
                </a:extLst>
              </p:cNvPr>
              <p:cNvSpPr/>
              <p:nvPr/>
            </p:nvSpPr>
            <p:spPr>
              <a:xfrm>
                <a:off x="12255462" y="5828164"/>
                <a:ext cx="237296" cy="310018"/>
              </a:xfrm>
              <a:prstGeom prst="rect">
                <a:avLst/>
              </a:prstGeom>
              <a:solidFill>
                <a:srgbClr val="510DB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13</a:t>
                </a:r>
              </a:p>
            </p:txBody>
          </p:sp>
          <p:sp>
            <p:nvSpPr>
              <p:cNvPr id="159" name="Rectangle 158">
                <a:extLst>
                  <a:ext uri="{FF2B5EF4-FFF2-40B4-BE49-F238E27FC236}">
                    <a16:creationId xmlns:a16="http://schemas.microsoft.com/office/drawing/2014/main" id="{1E1298F0-5D90-4927-AAE2-481DBBBB4197}"/>
                  </a:ext>
                </a:extLst>
              </p:cNvPr>
              <p:cNvSpPr/>
              <p:nvPr/>
            </p:nvSpPr>
            <p:spPr>
              <a:xfrm>
                <a:off x="11961925" y="5828164"/>
                <a:ext cx="237296" cy="310018"/>
              </a:xfrm>
              <a:prstGeom prst="rect">
                <a:avLst/>
              </a:prstGeom>
              <a:solidFill>
                <a:srgbClr val="666666"/>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12</a:t>
                </a:r>
              </a:p>
            </p:txBody>
          </p:sp>
          <p:sp>
            <p:nvSpPr>
              <p:cNvPr id="160" name="Rectangle 159">
                <a:extLst>
                  <a:ext uri="{FF2B5EF4-FFF2-40B4-BE49-F238E27FC236}">
                    <a16:creationId xmlns:a16="http://schemas.microsoft.com/office/drawing/2014/main" id="{10D488A5-1A7D-495A-B676-BD2DCC86C223}"/>
                  </a:ext>
                </a:extLst>
              </p:cNvPr>
              <p:cNvSpPr/>
              <p:nvPr/>
            </p:nvSpPr>
            <p:spPr>
              <a:xfrm>
                <a:off x="11081318" y="5828164"/>
                <a:ext cx="237296" cy="310018"/>
              </a:xfrm>
              <a:prstGeom prst="rect">
                <a:avLst/>
              </a:prstGeom>
              <a:solidFill>
                <a:srgbClr val="AB0D8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9</a:t>
                </a:r>
              </a:p>
            </p:txBody>
          </p:sp>
        </p:grpSp>
      </p:grpSp>
      <p:sp>
        <p:nvSpPr>
          <p:cNvPr id="161" name="TextBox 160">
            <a:extLst>
              <a:ext uri="{FF2B5EF4-FFF2-40B4-BE49-F238E27FC236}">
                <a16:creationId xmlns:a16="http://schemas.microsoft.com/office/drawing/2014/main" id="{95CBDA8E-8257-406B-ABAA-26A353719197}"/>
              </a:ext>
            </a:extLst>
          </p:cNvPr>
          <p:cNvSpPr txBox="1"/>
          <p:nvPr userDrawn="1"/>
        </p:nvSpPr>
        <p:spPr>
          <a:xfrm>
            <a:off x="21378061" y="6218725"/>
            <a:ext cx="1565938" cy="923330"/>
          </a:xfrm>
          <a:prstGeom prst="rect">
            <a:avLst/>
          </a:prstGeom>
          <a:noFill/>
        </p:spPr>
        <p:txBody>
          <a:bodyPr wrap="square" lIns="0" tIns="0" rIns="0" bIns="0" rtlCol="0" anchor="ctr">
            <a:spAutoFit/>
          </a:bodyPr>
          <a:lstStyle>
            <a:defPPr>
              <a:defRPr lang="en-US"/>
            </a:defPPr>
            <a:lvl1pPr>
              <a:spcAft>
                <a:spcPts val="600"/>
              </a:spcAft>
              <a:defRPr sz="1000"/>
            </a:lvl1pPr>
          </a:lstStyle>
          <a:p>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Pacific/</a:t>
            </a:r>
            <a:br>
              <a:rPr lang="en-GB" sz="2000">
                <a:latin typeface="DIN Next LT Arabic" panose="020B0503020203050203" pitchFamily="34" charset="-78"/>
                <a:cs typeface="DIN Next LT Arabic" panose="020B0503020203050203" pitchFamily="34" charset="-78"/>
                <a:sym typeface="DIN Next LT Arabic" panose="020B0503020203050203" pitchFamily="34" charset="-78"/>
              </a:rPr>
            </a:b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Blue gradient</a:t>
            </a:r>
          </a:p>
        </p:txBody>
      </p:sp>
    </p:spTree>
    <p:extLst>
      <p:ext uri="{BB962C8B-B14F-4D97-AF65-F5344CB8AC3E}">
        <p14:creationId xmlns:p14="http://schemas.microsoft.com/office/powerpoint/2010/main" val="3330740479"/>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over style 2-A">
    <p:bg>
      <p:bgPr>
        <a:solidFill>
          <a:schemeClr val="accent2"/>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FC95232A-77AC-4882-9D26-CDF681EF4BC2}"/>
              </a:ext>
            </a:extLst>
          </p:cNvPr>
          <p:cNvGraphicFramePr>
            <a:graphicFrameLocks noChangeAspect="1"/>
          </p:cNvGraphicFramePr>
          <p:nvPr userDrawn="1">
            <p:custDataLst>
              <p:tags r:id="rId1"/>
            </p:custDataLst>
            <p:extLst>
              <p:ext uri="{D42A27DB-BD31-4B8C-83A1-F6EECF244321}">
                <p14:modId xmlns:p14="http://schemas.microsoft.com/office/powerpoint/2010/main" val="2216352153"/>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FC95232A-77AC-4882-9D26-CDF681EF4BC2}"/>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Tree>
    <p:extLst>
      <p:ext uri="{BB962C8B-B14F-4D97-AF65-F5344CB8AC3E}">
        <p14:creationId xmlns:p14="http://schemas.microsoft.com/office/powerpoint/2010/main" val="3670897584"/>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_Header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B45CDA42-2F5A-4857-AF5A-59C799D05511}"/>
              </a:ext>
            </a:extLst>
          </p:cNvPr>
          <p:cNvGraphicFramePr>
            <a:graphicFrameLocks noChangeAspect="1"/>
          </p:cNvGraphicFramePr>
          <p:nvPr userDrawn="1">
            <p:custDataLst>
              <p:tags r:id="rId1"/>
            </p:custDataLst>
            <p:extLst>
              <p:ext uri="{D42A27DB-BD31-4B8C-83A1-F6EECF244321}">
                <p14:modId xmlns:p14="http://schemas.microsoft.com/office/powerpoint/2010/main" val="3029844864"/>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4" name="Object 3" hidden="1">
                        <a:extLst>
                          <a:ext uri="{FF2B5EF4-FFF2-40B4-BE49-F238E27FC236}">
                            <a16:creationId xmlns:a16="http://schemas.microsoft.com/office/drawing/2014/main" id="{B45CDA42-2F5A-4857-AF5A-59C799D05511}"/>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12" name="Title 11">
            <a:extLst>
              <a:ext uri="{FF2B5EF4-FFF2-40B4-BE49-F238E27FC236}">
                <a16:creationId xmlns:a16="http://schemas.microsoft.com/office/drawing/2014/main" id="{0140BDF6-1709-4038-8A40-FB1269320056}"/>
              </a:ext>
            </a:extLst>
          </p:cNvPr>
          <p:cNvSpPr>
            <a:spLocks noGrp="1"/>
          </p:cNvSpPr>
          <p:nvPr>
            <p:ph type="title" hasCustomPrompt="1"/>
          </p:nvPr>
        </p:nvSpPr>
        <p:spPr>
          <a:xfrm>
            <a:off x="1463676" y="1079998"/>
            <a:ext cx="21480324" cy="1206000"/>
          </a:xfrm>
        </p:spPr>
        <p:txBody>
          <a:bodyPr vert="horz"/>
          <a:lstStyle>
            <a:lvl1pPr>
              <a:defRPr>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ar-SA"/>
              <a:t>انقر لتعديل أنماط النص الرئيسي</a:t>
            </a:r>
            <a:endParaRPr lang="en-US"/>
          </a:p>
        </p:txBody>
      </p:sp>
    </p:spTree>
    <p:extLst>
      <p:ext uri="{BB962C8B-B14F-4D97-AF65-F5344CB8AC3E}">
        <p14:creationId xmlns:p14="http://schemas.microsoft.com/office/powerpoint/2010/main" val="2444220212"/>
      </p:ext>
    </p:extLst>
  </p:cSld>
  <p:clrMapOvr>
    <a:masterClrMapping/>
  </p:clrMapOvr>
  <p:extLst>
    <p:ext uri="{DCECCB84-F9BA-43D5-87BE-67443E8EF086}">
      <p15:sldGuideLst xmlns:p15="http://schemas.microsoft.com/office/powerpoint/2012/main">
        <p15:guide id="1" orient="horz" pos="1184">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_Header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B45CDA42-2F5A-4857-AF5A-59C799D05511}"/>
              </a:ext>
            </a:extLst>
          </p:cNvPr>
          <p:cNvGraphicFramePr>
            <a:graphicFrameLocks noChangeAspect="1"/>
          </p:cNvGraphicFramePr>
          <p:nvPr userDrawn="1">
            <p:custDataLst>
              <p:tags r:id="rId1"/>
            </p:custDataLst>
            <p:extLst>
              <p:ext uri="{D42A27DB-BD31-4B8C-83A1-F6EECF244321}">
                <p14:modId xmlns:p14="http://schemas.microsoft.com/office/powerpoint/2010/main" val="722558423"/>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4" name="Object 3" hidden="1">
                        <a:extLst>
                          <a:ext uri="{FF2B5EF4-FFF2-40B4-BE49-F238E27FC236}">
                            <a16:creationId xmlns:a16="http://schemas.microsoft.com/office/drawing/2014/main" id="{B45CDA42-2F5A-4857-AF5A-59C799D05511}"/>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12" name="Title 11">
            <a:extLst>
              <a:ext uri="{FF2B5EF4-FFF2-40B4-BE49-F238E27FC236}">
                <a16:creationId xmlns:a16="http://schemas.microsoft.com/office/drawing/2014/main" id="{0140BDF6-1709-4038-8A40-FB1269320056}"/>
              </a:ext>
            </a:extLst>
          </p:cNvPr>
          <p:cNvSpPr>
            <a:spLocks noGrp="1"/>
          </p:cNvSpPr>
          <p:nvPr>
            <p:ph type="title" hasCustomPrompt="1"/>
          </p:nvPr>
        </p:nvSpPr>
        <p:spPr>
          <a:xfrm>
            <a:off x="1463676" y="1079998"/>
            <a:ext cx="21480324" cy="1206000"/>
          </a:xfrm>
        </p:spPr>
        <p:txBody>
          <a:bodyPr vert="horz"/>
          <a:lstStyle>
            <a:lvl1pPr>
              <a:defRPr>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ar-SA"/>
              <a:t>انقر لتعديل أنماط النص الرئيسي</a:t>
            </a:r>
            <a:endParaRPr lang="en-US"/>
          </a:p>
        </p:txBody>
      </p:sp>
      <p:sp>
        <p:nvSpPr>
          <p:cNvPr id="5" name="Text Placeholder 2">
            <a:extLst>
              <a:ext uri="{FF2B5EF4-FFF2-40B4-BE49-F238E27FC236}">
                <a16:creationId xmlns:a16="http://schemas.microsoft.com/office/drawing/2014/main" id="{646788C6-E600-48D6-8D87-D4F8B965ED68}"/>
              </a:ext>
            </a:extLst>
          </p:cNvPr>
          <p:cNvSpPr>
            <a:spLocks noGrp="1"/>
          </p:cNvSpPr>
          <p:nvPr>
            <p:ph type="body" sz="quarter" idx="10" hasCustomPrompt="1"/>
          </p:nvPr>
        </p:nvSpPr>
        <p:spPr>
          <a:xfrm>
            <a:off x="1455600" y="389540"/>
            <a:ext cx="21488400" cy="464536"/>
          </a:xfrm>
          <a:prstGeom prst="rect">
            <a:avLst/>
          </a:prstGeom>
        </p:spPr>
        <p:txBody>
          <a:bodyPr lIns="0" tIns="0" rIns="0" bIns="0" anchor="b" anchorCtr="0">
            <a:noAutofit/>
          </a:bodyPr>
          <a:lstStyle>
            <a:lvl1pPr>
              <a:defRPr sz="2400" b="0">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pPr lvl="0"/>
            <a:r>
              <a:rPr lang="en-US"/>
              <a:t>Super title here</a:t>
            </a:r>
          </a:p>
        </p:txBody>
      </p:sp>
    </p:spTree>
    <p:extLst>
      <p:ext uri="{BB962C8B-B14F-4D97-AF65-F5344CB8AC3E}">
        <p14:creationId xmlns:p14="http://schemas.microsoft.com/office/powerpoint/2010/main" val="1174969155"/>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BAC3B51A-FB5D-4A4D-B947-EFB1AA818278}"/>
              </a:ext>
            </a:extLst>
          </p:cNvPr>
          <p:cNvGraphicFramePr>
            <a:graphicFrameLocks noChangeAspect="1"/>
          </p:cNvGraphicFramePr>
          <p:nvPr userDrawn="1">
            <p:custDataLst>
              <p:tags r:id="rId1"/>
            </p:custDataLst>
            <p:extLst>
              <p:ext uri="{D42A27DB-BD31-4B8C-83A1-F6EECF244321}">
                <p14:modId xmlns:p14="http://schemas.microsoft.com/office/powerpoint/2010/main" val="3376771411"/>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BAC3B51A-FB5D-4A4D-B947-EFB1AA818278}"/>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Tree>
    <p:extLst>
      <p:ext uri="{BB962C8B-B14F-4D97-AF65-F5344CB8AC3E}">
        <p14:creationId xmlns:p14="http://schemas.microsoft.com/office/powerpoint/2010/main" val="171520083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4_Back Cover dark Gradient">
    <p:bg>
      <p:bgPr>
        <a:solidFill>
          <a:schemeClr val="bg1">
            <a:lumMod val="95000"/>
          </a:schemeClr>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28A9DDC5-43A8-42C1-B9B2-140E2040C7FB}"/>
              </a:ext>
            </a:extLst>
          </p:cNvPr>
          <p:cNvGraphicFramePr>
            <a:graphicFrameLocks noChangeAspect="1"/>
          </p:cNvGraphicFramePr>
          <p:nvPr userDrawn="1">
            <p:custDataLst>
              <p:tags r:id="rId1"/>
            </p:custDataLst>
            <p:extLst>
              <p:ext uri="{D42A27DB-BD31-4B8C-83A1-F6EECF244321}">
                <p14:modId xmlns:p14="http://schemas.microsoft.com/office/powerpoint/2010/main" val="745728496"/>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4" imgW="366" imgH="343" progId="TCLayout.ActiveDocument.1">
                  <p:embed/>
                </p:oleObj>
              </mc:Choice>
              <mc:Fallback>
                <p:oleObj name="think-cell Slide" r:id="rId4" imgW="366" imgH="343" progId="TCLayout.ActiveDocument.1">
                  <p:embed/>
                  <p:pic>
                    <p:nvPicPr>
                      <p:cNvPr id="5" name="Object 4" hidden="1">
                        <a:extLst>
                          <a:ext uri="{FF2B5EF4-FFF2-40B4-BE49-F238E27FC236}">
                            <a16:creationId xmlns:a16="http://schemas.microsoft.com/office/drawing/2014/main" id="{28A9DDC5-43A8-42C1-B9B2-140E2040C7FB}"/>
                          </a:ext>
                        </a:extLst>
                      </p:cNvPr>
                      <p:cNvPicPr/>
                      <p:nvPr/>
                    </p:nvPicPr>
                    <p:blipFill>
                      <a:blip r:embed="rId5"/>
                      <a:stretch>
                        <a:fillRect/>
                      </a:stretch>
                    </p:blipFill>
                    <p:spPr>
                      <a:xfrm>
                        <a:off x="3176" y="3176"/>
                        <a:ext cx="3176" cy="3176"/>
                      </a:xfrm>
                      <a:prstGeom prst="rect">
                        <a:avLst/>
                      </a:prstGeom>
                    </p:spPr>
                  </p:pic>
                </p:oleObj>
              </mc:Fallback>
            </mc:AlternateContent>
          </a:graphicData>
        </a:graphic>
      </p:graphicFrame>
      <p:grpSp>
        <p:nvGrpSpPr>
          <p:cNvPr id="19" name="Group 18">
            <a:extLst>
              <a:ext uri="{FF2B5EF4-FFF2-40B4-BE49-F238E27FC236}">
                <a16:creationId xmlns:a16="http://schemas.microsoft.com/office/drawing/2014/main" id="{2FC5D05C-C396-422D-8FFF-F8B7D2B56C88}"/>
              </a:ext>
            </a:extLst>
          </p:cNvPr>
          <p:cNvGrpSpPr/>
          <p:nvPr userDrawn="1"/>
        </p:nvGrpSpPr>
        <p:grpSpPr>
          <a:xfrm flipH="1">
            <a:off x="6197600" y="0"/>
            <a:ext cx="18186400" cy="13716000"/>
            <a:chOff x="0" y="0"/>
            <a:chExt cx="4754880" cy="6858000"/>
          </a:xfrm>
        </p:grpSpPr>
        <p:pic>
          <p:nvPicPr>
            <p:cNvPr id="52" name="Picture 51">
              <a:extLst>
                <a:ext uri="{FF2B5EF4-FFF2-40B4-BE49-F238E27FC236}">
                  <a16:creationId xmlns:a16="http://schemas.microsoft.com/office/drawing/2014/main" id="{B5A423AC-C076-45AE-8A61-1EB185A4DD70}"/>
                </a:ext>
              </a:extLst>
            </p:cNvPr>
            <p:cNvPicPr>
              <a:picLocks noChangeAspect="1"/>
            </p:cNvPicPr>
            <p:nvPr userDrawn="1"/>
          </p:nvPicPr>
          <p:blipFill rotWithShape="1">
            <a:blip r:embed="rId6" cstate="email">
              <a:extLst>
                <a:ext uri="{28A0092B-C50C-407E-A947-70E740481C1C}">
                  <a14:useLocalDpi xmlns:a14="http://schemas.microsoft.com/office/drawing/2010/main"/>
                </a:ext>
              </a:extLst>
            </a:blip>
            <a:srcRect/>
            <a:stretch/>
          </p:blipFill>
          <p:spPr>
            <a:xfrm>
              <a:off x="0" y="0"/>
              <a:ext cx="4754880" cy="6858000"/>
            </a:xfrm>
            <a:prstGeom prst="rect">
              <a:avLst/>
            </a:prstGeom>
          </p:spPr>
        </p:pic>
        <p:sp>
          <p:nvSpPr>
            <p:cNvPr id="28" name="Rectangle 27">
              <a:extLst>
                <a:ext uri="{FF2B5EF4-FFF2-40B4-BE49-F238E27FC236}">
                  <a16:creationId xmlns:a16="http://schemas.microsoft.com/office/drawing/2014/main" id="{F66419A0-929B-4B8B-BC62-AEF2CD2E4AD2}"/>
                </a:ext>
              </a:extLst>
            </p:cNvPr>
            <p:cNvSpPr/>
            <p:nvPr userDrawn="1"/>
          </p:nvSpPr>
          <p:spPr>
            <a:xfrm>
              <a:off x="0" y="0"/>
              <a:ext cx="4754880" cy="6858000"/>
            </a:xfrm>
            <a:prstGeom prst="rect">
              <a:avLst/>
            </a:prstGeom>
            <a:solidFill>
              <a:schemeClr val="accent1">
                <a:alpha val="85000"/>
              </a:schemeClr>
            </a:solidFill>
            <a:ln w="12700" cap="flat" cmpd="sng" algn="ctr">
              <a:noFill/>
              <a:prstDash val="solid"/>
              <a:miter lim="800000"/>
            </a:ln>
            <a:effectLst/>
          </p:spPr>
          <p:txBody>
            <a:bodyPr wrap="none" lIns="54610" tIns="54610" rIns="54610" bIns="54610" rtlCol="0" anchor="ctr"/>
            <a:lstStyle/>
            <a:p>
              <a:pPr marR="0" lvl="0" indent="0" algn="ctr" fontAlgn="auto">
                <a:lnSpc>
                  <a:spcPct val="100000"/>
                </a:lnSpc>
                <a:spcBef>
                  <a:spcPts val="0"/>
                </a:spcBef>
                <a:spcAft>
                  <a:spcPts val="0"/>
                </a:spcAft>
                <a:buClrTx/>
                <a:buSzTx/>
                <a:buFontTx/>
                <a:buNone/>
                <a:tabLst/>
              </a:pPr>
              <a:endParaRPr kumimoji="0" lang="en-GB" sz="1600" b="0" i="0" u="none" strike="noStrike" kern="0" cap="none" spc="0" normalizeH="0" baseline="0" noProof="0">
                <a:ln>
                  <a:noFill/>
                </a:ln>
                <a:solidFill>
                  <a:srgbClr val="FFFFFF"/>
                </a:solidFill>
                <a:effectLst/>
                <a:uLnTx/>
                <a:uFillTx/>
                <a:latin typeface="DIN Next LT Arabic" panose="020B0503020203050203" pitchFamily="34" charset="-78"/>
                <a:cs typeface="DIN Next LT Arabic" panose="020B0503020203050203" pitchFamily="34" charset="-78"/>
                <a:sym typeface="DIN Next LT Arabic" panose="020B0503020203050203" pitchFamily="34" charset="-78"/>
              </a:endParaRPr>
            </a:p>
          </p:txBody>
        </p:sp>
      </p:grpSp>
      <p:pic>
        <p:nvPicPr>
          <p:cNvPr id="29" name="Graphic 28">
            <a:extLst>
              <a:ext uri="{FF2B5EF4-FFF2-40B4-BE49-F238E27FC236}">
                <a16:creationId xmlns:a16="http://schemas.microsoft.com/office/drawing/2014/main" id="{D7E11D72-5F46-4C69-85C9-BFDBB115BA3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21110576" y="1082676"/>
            <a:ext cx="1828800" cy="736692"/>
          </a:xfrm>
          <a:prstGeom prst="rect">
            <a:avLst/>
          </a:prstGeom>
        </p:spPr>
      </p:pic>
      <p:sp>
        <p:nvSpPr>
          <p:cNvPr id="50" name="Title 4">
            <a:extLst>
              <a:ext uri="{FF2B5EF4-FFF2-40B4-BE49-F238E27FC236}">
                <a16:creationId xmlns:a16="http://schemas.microsoft.com/office/drawing/2014/main" id="{DC5EF9E4-F89A-4F60-A3B5-10981026E89A}"/>
              </a:ext>
            </a:extLst>
          </p:cNvPr>
          <p:cNvSpPr>
            <a:spLocks noGrp="1"/>
          </p:cNvSpPr>
          <p:nvPr userDrawn="1">
            <p:ph type="title"/>
          </p:nvPr>
        </p:nvSpPr>
        <p:spPr>
          <a:xfrm>
            <a:off x="12411076" y="2651126"/>
            <a:ext cx="10528300" cy="1140772"/>
          </a:xfrm>
        </p:spPr>
        <p:txBody>
          <a:bodyPr vert="horz" anchor="t">
            <a:noAutofit/>
          </a:bodyPr>
          <a:lstStyle>
            <a:lvl1pPr algn="r" rtl="1">
              <a:defRPr sz="6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en-US"/>
              <a:t>Click to edit Master title</a:t>
            </a:r>
          </a:p>
        </p:txBody>
      </p:sp>
      <p:sp>
        <p:nvSpPr>
          <p:cNvPr id="78" name="Content Placeholder 1">
            <a:extLst>
              <a:ext uri="{FF2B5EF4-FFF2-40B4-BE49-F238E27FC236}">
                <a16:creationId xmlns:a16="http://schemas.microsoft.com/office/drawing/2014/main" id="{8B551FEE-9036-45A0-AE54-BD6536FF53D3}"/>
              </a:ext>
            </a:extLst>
          </p:cNvPr>
          <p:cNvSpPr txBox="1">
            <a:spLocks/>
          </p:cNvSpPr>
          <p:nvPr userDrawn="1">
            <p:custDataLst>
              <p:tags r:id="rId2"/>
            </p:custDataLst>
          </p:nvPr>
        </p:nvSpPr>
        <p:spPr>
          <a:xfrm>
            <a:off x="8315327" y="12560450"/>
            <a:ext cx="14624050" cy="430887"/>
          </a:xfrm>
          <a:prstGeom prst="rect">
            <a:avLst/>
          </a:prstGeom>
        </p:spPr>
        <p:txBody>
          <a:bodyPr vert="horz" wrap="square" lIns="0" tIns="0" rIns="0" bIns="0" rtlCol="0" anchor="t" anchorCtr="0">
            <a:spAutoFit/>
          </a:bodyPr>
          <a:lstStyle>
            <a:defPPr>
              <a:defRPr lang="en-US"/>
            </a:defPPr>
            <a:lvl1pPr lvl="0" indent="0" algn="r" rtl="1">
              <a:lnSpc>
                <a:spcPct val="100000"/>
              </a:lnSpc>
              <a:spcBef>
                <a:spcPts val="0"/>
              </a:spcBef>
              <a:spcAft>
                <a:spcPts val="600"/>
              </a:spcAft>
              <a:buFontTx/>
              <a:buNone/>
              <a:defRPr sz="1200" b="0">
                <a:solidFill>
                  <a:schemeClr val="bg1"/>
                </a:solidFill>
                <a:latin typeface="DIN Next LT Arabic" panose="020B0503020203050203" pitchFamily="34" charset="-78"/>
                <a:cs typeface="DIN Next LT Arabic" panose="020B0503020203050203" pitchFamily="34" charset="-78"/>
              </a:defRPr>
            </a:lvl1pPr>
            <a:lvl2pPr marL="0" indent="0" eaLnBrk="1" hangingPunct="1">
              <a:spcAft>
                <a:spcPts val="600"/>
              </a:spcAft>
              <a:buFontTx/>
              <a:buNone/>
              <a:defRPr sz="1500" b="0" i="0">
                <a:solidFill>
                  <a:schemeClr val="tx2"/>
                </a:solidFill>
                <a:latin typeface="Univers for KPMG Light" panose="020B0403020202020204" pitchFamily="34" charset="0"/>
                <a:cs typeface="Univers for KPMG Light" panose="020B0403020202020204" pitchFamily="34" charset="0"/>
              </a:defRPr>
            </a:lvl2pPr>
            <a:lvl3pPr marL="285750" indent="-285750" eaLnBrk="1" hangingPunct="1">
              <a:spcAft>
                <a:spcPts val="600"/>
              </a:spcAft>
              <a:buClrTx/>
              <a:buFont typeface="Univers for KPMG"/>
              <a:buChar char="—"/>
              <a:defRPr sz="1500" b="0" i="0">
                <a:solidFill>
                  <a:schemeClr val="tx2"/>
                </a:solidFill>
                <a:latin typeface="Univers for KPMG Light" panose="020B0403020202020204" pitchFamily="34" charset="0"/>
                <a:cs typeface="Univers for KPMG Light" panose="020B0403020202020204" pitchFamily="34" charset="0"/>
              </a:defRPr>
            </a:lvl3pPr>
            <a:lvl4pPr marL="571500" indent="-228600" eaLnBrk="1" hangingPunct="1">
              <a:spcAft>
                <a:spcPts val="600"/>
              </a:spcAft>
              <a:buFont typeface="Univers for KPMG"/>
              <a:buChar char="-"/>
              <a:defRPr sz="1500" b="0" i="0" baseline="0">
                <a:solidFill>
                  <a:schemeClr val="tx2"/>
                </a:solidFill>
                <a:latin typeface="Univers for KPMG Light" panose="020B0403020202020204" pitchFamily="34" charset="0"/>
                <a:cs typeface="Univers for KPMG Light" panose="020B0403020202020204" pitchFamily="34" charset="0"/>
              </a:defRPr>
            </a:lvl4pPr>
            <a:lvl5pPr eaLnBrk="1" hangingPunct="1">
              <a:spcAft>
                <a:spcPts val="600"/>
              </a:spcAft>
              <a:defRPr sz="1500" b="0" i="0">
                <a:solidFill>
                  <a:schemeClr val="accent5"/>
                </a:solidFill>
                <a:latin typeface="Univers for KPMG Light" panose="020B0403020202020204" pitchFamily="34" charset="0"/>
                <a:cs typeface="Univers for KPMG Light" panose="020B0403020202020204" pitchFamily="34" charset="0"/>
              </a:defRPr>
            </a:lvl5pPr>
          </a:lstStyle>
          <a:p>
            <a:pPr lvl="0" algn="r" defTabSz="1828800" rtl="1"/>
            <a:r>
              <a:rPr lang="ar-SA" sz="1400">
                <a:solidFill>
                  <a:schemeClr val="bg1"/>
                </a:solidFill>
                <a:latin typeface="DIN Next LT Arabic" panose="020B0503020203050203" pitchFamily="34" charset="-78"/>
                <a:ea typeface="Calibri" panose="020F0502020204030204" pitchFamily="34" charset="0"/>
                <a:cs typeface="DIN Next LT Arabic" panose="020B0503020203050203" pitchFamily="34" charset="-78"/>
                <a:sym typeface="DIN Next LT Arabic" panose="020B0503020203050203" pitchFamily="34" charset="-78"/>
              </a:rPr>
              <a:t>2023© كي بي إم جي للاستشارات المهنية شركة مهنية مساهمة مقفلة، مسجلة في المملكة العربية السعودية، رأس مالها (40,000,000) ريال سعودي مدفوع بالكامل، المسماة سابقاً "شركة كي بي إم جي الفوزان وشركاه محاسبون ومراجعون قانونيون". و هي عضو غير شريك في الشبكة العالمية لشركات كي بي إم جي المستقلة والتابعة لـ كي بي إم جي العالمية المحدودة، شركة انجليزية خاصة محدودة بالضمان. جميع الحقوق محفوظة.</a:t>
            </a:r>
          </a:p>
        </p:txBody>
      </p:sp>
      <p:sp>
        <p:nvSpPr>
          <p:cNvPr id="70" name="Rectangle 69">
            <a:extLst>
              <a:ext uri="{FF2B5EF4-FFF2-40B4-BE49-F238E27FC236}">
                <a16:creationId xmlns:a16="http://schemas.microsoft.com/office/drawing/2014/main" id="{5B40CBE0-89B4-47CB-89E9-FAF753B163AA}"/>
              </a:ext>
            </a:extLst>
          </p:cNvPr>
          <p:cNvSpPr/>
          <p:nvPr userDrawn="1"/>
        </p:nvSpPr>
        <p:spPr bwMode="auto">
          <a:xfrm>
            <a:off x="14588492" y="11099954"/>
            <a:ext cx="8350884" cy="1169551"/>
          </a:xfrm>
          <a:prstGeom prst="rect">
            <a:avLst/>
          </a:prstGeom>
        </p:spPr>
        <p:txBody>
          <a:bodyPr vert="horz" wrap="square" lIns="0" tIns="0" rIns="0" bIns="0" rtlCol="0" anchor="t" anchorCtr="0">
            <a:spAutoFit/>
          </a:bodyPr>
          <a:lstStyle>
            <a:defPPr>
              <a:defRPr lang="en-US"/>
            </a:defPPr>
            <a:lvl1pPr marL="0" algn="l" defTabSz="410291" rtl="0" eaLnBrk="1" latinLnBrk="0" hangingPunct="1">
              <a:defRPr sz="1600" kern="1200">
                <a:solidFill>
                  <a:schemeClr val="tx1"/>
                </a:solidFill>
                <a:latin typeface="+mn-lt"/>
                <a:ea typeface="+mn-ea"/>
                <a:cs typeface="+mn-cs"/>
              </a:defRPr>
            </a:lvl1pPr>
            <a:lvl2pPr marL="410291" algn="l" defTabSz="410291" rtl="0" eaLnBrk="1" latinLnBrk="0" hangingPunct="1">
              <a:defRPr sz="1600" kern="1200">
                <a:solidFill>
                  <a:schemeClr val="tx1"/>
                </a:solidFill>
                <a:latin typeface="+mn-lt"/>
                <a:ea typeface="+mn-ea"/>
                <a:cs typeface="+mn-cs"/>
              </a:defRPr>
            </a:lvl2pPr>
            <a:lvl3pPr marL="820583" algn="l" defTabSz="410291" rtl="0" eaLnBrk="1" latinLnBrk="0" hangingPunct="1">
              <a:defRPr sz="1600" kern="1200">
                <a:solidFill>
                  <a:schemeClr val="tx1"/>
                </a:solidFill>
                <a:latin typeface="+mn-lt"/>
                <a:ea typeface="+mn-ea"/>
                <a:cs typeface="+mn-cs"/>
              </a:defRPr>
            </a:lvl3pPr>
            <a:lvl4pPr marL="1230874" algn="l" defTabSz="410291" rtl="0" eaLnBrk="1" latinLnBrk="0" hangingPunct="1">
              <a:defRPr sz="1600" kern="1200">
                <a:solidFill>
                  <a:schemeClr val="tx1"/>
                </a:solidFill>
                <a:latin typeface="+mn-lt"/>
                <a:ea typeface="+mn-ea"/>
                <a:cs typeface="+mn-cs"/>
              </a:defRPr>
            </a:lvl4pPr>
            <a:lvl5pPr marL="1641165" algn="l" defTabSz="410291" rtl="0" eaLnBrk="1" latinLnBrk="0" hangingPunct="1">
              <a:defRPr sz="1600" kern="1200">
                <a:solidFill>
                  <a:schemeClr val="tx1"/>
                </a:solidFill>
                <a:latin typeface="+mn-lt"/>
                <a:ea typeface="+mn-ea"/>
                <a:cs typeface="+mn-cs"/>
              </a:defRPr>
            </a:lvl5pPr>
            <a:lvl6pPr marL="2051456" algn="l" defTabSz="410291" rtl="0" eaLnBrk="1" latinLnBrk="0" hangingPunct="1">
              <a:defRPr sz="1600" kern="1200">
                <a:solidFill>
                  <a:schemeClr val="tx1"/>
                </a:solidFill>
                <a:latin typeface="+mn-lt"/>
                <a:ea typeface="+mn-ea"/>
                <a:cs typeface="+mn-cs"/>
              </a:defRPr>
            </a:lvl6pPr>
            <a:lvl7pPr marL="2461748" algn="l" defTabSz="410291" rtl="0" eaLnBrk="1" latinLnBrk="0" hangingPunct="1">
              <a:defRPr sz="1600" kern="1200">
                <a:solidFill>
                  <a:schemeClr val="tx1"/>
                </a:solidFill>
                <a:latin typeface="+mn-lt"/>
                <a:ea typeface="+mn-ea"/>
                <a:cs typeface="+mn-cs"/>
              </a:defRPr>
            </a:lvl7pPr>
            <a:lvl8pPr marL="2872039" algn="l" defTabSz="410291" rtl="0" eaLnBrk="1" latinLnBrk="0" hangingPunct="1">
              <a:defRPr sz="1600" kern="1200">
                <a:solidFill>
                  <a:schemeClr val="tx1"/>
                </a:solidFill>
                <a:latin typeface="+mn-lt"/>
                <a:ea typeface="+mn-ea"/>
                <a:cs typeface="+mn-cs"/>
              </a:defRPr>
            </a:lvl8pPr>
            <a:lvl9pPr marL="3282330" algn="l" defTabSz="410291" rtl="0" eaLnBrk="1" latinLnBrk="0" hangingPunct="1">
              <a:defRPr sz="1600" kern="1200">
                <a:solidFill>
                  <a:schemeClr val="tx1"/>
                </a:solidFill>
                <a:latin typeface="+mn-lt"/>
                <a:ea typeface="+mn-ea"/>
                <a:cs typeface="+mn-cs"/>
              </a:defRPr>
            </a:lvl9pPr>
          </a:lstStyle>
          <a:p>
            <a:pPr marL="0" lvl="0" indent="0" algn="r" defTabSz="1828800" rtl="1" eaLnBrk="1" latinLnBrk="0" hangingPunct="1">
              <a:lnSpc>
                <a:spcPct val="100000"/>
              </a:lnSpc>
              <a:spcBef>
                <a:spcPts val="0"/>
              </a:spcBef>
              <a:spcAft>
                <a:spcPts val="1200"/>
              </a:spcAft>
              <a:buFontTx/>
              <a:buNone/>
            </a:pPr>
            <a:r>
              <a:rPr lang="ar-SA" sz="1400" b="0" kern="1200" noProof="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حقوق النشر</a:t>
            </a:r>
          </a:p>
          <a:p>
            <a:pPr marL="0" lvl="0" indent="0" algn="r" defTabSz="1828800" rtl="1" eaLnBrk="1" latinLnBrk="0" hangingPunct="1">
              <a:lnSpc>
                <a:spcPct val="100000"/>
              </a:lnSpc>
              <a:spcBef>
                <a:spcPts val="0"/>
              </a:spcBef>
              <a:spcAft>
                <a:spcPts val="1200"/>
              </a:spcAft>
              <a:buFontTx/>
              <a:buNone/>
            </a:pPr>
            <a:r>
              <a:rPr lang="ar-SA" sz="1400" b="0" kern="1200" noProof="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لا يجوز نسخ أي جزء من هذا المستند أو نقله بأي شكل وبأي وسيلة، سواء كانت إلكترونية أوغيرها، بما في ذلك التصوير والتسجيل، أو بأي نظام لتخزين المعلومات أو استرجاعها، باستثناء ما قد تسمح به كي بي إم جي خطيًا.</a:t>
            </a:r>
          </a:p>
          <a:p>
            <a:pPr marL="0" lvl="0" indent="0" algn="r" defTabSz="1828800" rtl="1" eaLnBrk="1" latinLnBrk="0" hangingPunct="1">
              <a:lnSpc>
                <a:spcPct val="100000"/>
              </a:lnSpc>
              <a:spcBef>
                <a:spcPts val="0"/>
              </a:spcBef>
              <a:spcAft>
                <a:spcPts val="1200"/>
              </a:spcAft>
              <a:buFontTx/>
              <a:buNone/>
            </a:pPr>
            <a:r>
              <a:rPr lang="ar-SA" sz="1400" b="0" kern="1200" noProof="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جميع الحقوق محفوظة.</a:t>
            </a:r>
          </a:p>
        </p:txBody>
      </p:sp>
      <p:sp>
        <p:nvSpPr>
          <p:cNvPr id="42" name="Rectangle 41">
            <a:extLst>
              <a:ext uri="{FF2B5EF4-FFF2-40B4-BE49-F238E27FC236}">
                <a16:creationId xmlns:a16="http://schemas.microsoft.com/office/drawing/2014/main" id="{E26A7A9B-1445-4474-89B3-AA9003EE15E6}"/>
              </a:ext>
            </a:extLst>
          </p:cNvPr>
          <p:cNvSpPr/>
          <p:nvPr userDrawn="1"/>
        </p:nvSpPr>
        <p:spPr bwMode="auto">
          <a:xfrm>
            <a:off x="9104536" y="11469285"/>
            <a:ext cx="3884392" cy="800219"/>
          </a:xfrm>
          <a:prstGeom prst="rect">
            <a:avLst/>
          </a:prstGeom>
        </p:spPr>
        <p:txBody>
          <a:bodyPr vert="horz" wrap="square" lIns="0" tIns="0" rIns="0" bIns="0" rtlCol="0" anchor="t" anchorCtr="0">
            <a:spAutoFit/>
          </a:bodyPr>
          <a:lstStyle>
            <a:defPPr>
              <a:defRPr lang="en-US"/>
            </a:defPPr>
            <a:lvl1pPr marL="0" algn="l" defTabSz="410291" rtl="0" eaLnBrk="1" latinLnBrk="0" hangingPunct="1">
              <a:defRPr sz="1600" kern="1200">
                <a:solidFill>
                  <a:schemeClr val="tx1"/>
                </a:solidFill>
                <a:latin typeface="+mn-lt"/>
                <a:ea typeface="+mn-ea"/>
                <a:cs typeface="+mn-cs"/>
              </a:defRPr>
            </a:lvl1pPr>
            <a:lvl2pPr marL="410291" algn="l" defTabSz="410291" rtl="0" eaLnBrk="1" latinLnBrk="0" hangingPunct="1">
              <a:defRPr sz="1600" kern="1200">
                <a:solidFill>
                  <a:schemeClr val="tx1"/>
                </a:solidFill>
                <a:latin typeface="+mn-lt"/>
                <a:ea typeface="+mn-ea"/>
                <a:cs typeface="+mn-cs"/>
              </a:defRPr>
            </a:lvl2pPr>
            <a:lvl3pPr marL="820583" algn="l" defTabSz="410291" rtl="0" eaLnBrk="1" latinLnBrk="0" hangingPunct="1">
              <a:defRPr sz="1600" kern="1200">
                <a:solidFill>
                  <a:schemeClr val="tx1"/>
                </a:solidFill>
                <a:latin typeface="+mn-lt"/>
                <a:ea typeface="+mn-ea"/>
                <a:cs typeface="+mn-cs"/>
              </a:defRPr>
            </a:lvl3pPr>
            <a:lvl4pPr marL="1230874" algn="l" defTabSz="410291" rtl="0" eaLnBrk="1" latinLnBrk="0" hangingPunct="1">
              <a:defRPr sz="1600" kern="1200">
                <a:solidFill>
                  <a:schemeClr val="tx1"/>
                </a:solidFill>
                <a:latin typeface="+mn-lt"/>
                <a:ea typeface="+mn-ea"/>
                <a:cs typeface="+mn-cs"/>
              </a:defRPr>
            </a:lvl4pPr>
            <a:lvl5pPr marL="1641165" algn="l" defTabSz="410291" rtl="0" eaLnBrk="1" latinLnBrk="0" hangingPunct="1">
              <a:defRPr sz="1600" kern="1200">
                <a:solidFill>
                  <a:schemeClr val="tx1"/>
                </a:solidFill>
                <a:latin typeface="+mn-lt"/>
                <a:ea typeface="+mn-ea"/>
                <a:cs typeface="+mn-cs"/>
              </a:defRPr>
            </a:lvl5pPr>
            <a:lvl6pPr marL="2051456" algn="l" defTabSz="410291" rtl="0" eaLnBrk="1" latinLnBrk="0" hangingPunct="1">
              <a:defRPr sz="1600" kern="1200">
                <a:solidFill>
                  <a:schemeClr val="tx1"/>
                </a:solidFill>
                <a:latin typeface="+mn-lt"/>
                <a:ea typeface="+mn-ea"/>
                <a:cs typeface="+mn-cs"/>
              </a:defRPr>
            </a:lvl6pPr>
            <a:lvl7pPr marL="2461748" algn="l" defTabSz="410291" rtl="0" eaLnBrk="1" latinLnBrk="0" hangingPunct="1">
              <a:defRPr sz="1600" kern="1200">
                <a:solidFill>
                  <a:schemeClr val="tx1"/>
                </a:solidFill>
                <a:latin typeface="+mn-lt"/>
                <a:ea typeface="+mn-ea"/>
                <a:cs typeface="+mn-cs"/>
              </a:defRPr>
            </a:lvl7pPr>
            <a:lvl8pPr marL="2872039" algn="l" defTabSz="410291" rtl="0" eaLnBrk="1" latinLnBrk="0" hangingPunct="1">
              <a:defRPr sz="1600" kern="1200">
                <a:solidFill>
                  <a:schemeClr val="tx1"/>
                </a:solidFill>
                <a:latin typeface="+mn-lt"/>
                <a:ea typeface="+mn-ea"/>
                <a:cs typeface="+mn-cs"/>
              </a:defRPr>
            </a:lvl8pPr>
            <a:lvl9pPr marL="3282330" algn="l" defTabSz="410291" rtl="0" eaLnBrk="1" latinLnBrk="0" hangingPunct="1">
              <a:defRPr sz="1600" kern="1200">
                <a:solidFill>
                  <a:schemeClr val="tx1"/>
                </a:solidFill>
                <a:latin typeface="+mn-lt"/>
                <a:ea typeface="+mn-ea"/>
                <a:cs typeface="+mn-cs"/>
              </a:defRPr>
            </a:lvl9pPr>
          </a:lstStyle>
          <a:p>
            <a:pPr marL="0" lvl="0" indent="0" algn="r" defTabSz="1828800" rtl="1" eaLnBrk="1" latinLnBrk="0" hangingPunct="1">
              <a:lnSpc>
                <a:spcPct val="100000"/>
              </a:lnSpc>
              <a:spcBef>
                <a:spcPts val="0"/>
              </a:spcBef>
              <a:spcAft>
                <a:spcPts val="1200"/>
              </a:spcAft>
              <a:buFontTx/>
              <a:buNone/>
            </a:pPr>
            <a:r>
              <a:rPr lang="ar-SA" sz="1400" b="0" kern="120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استخدام شعار العميل</a:t>
            </a:r>
          </a:p>
          <a:p>
            <a:pPr marL="0" lvl="0" indent="0" algn="r" defTabSz="1828800" rtl="1" eaLnBrk="1" latinLnBrk="0" hangingPunct="1">
              <a:lnSpc>
                <a:spcPct val="100000"/>
              </a:lnSpc>
              <a:spcBef>
                <a:spcPts val="0"/>
              </a:spcBef>
              <a:spcAft>
                <a:spcPts val="1200"/>
              </a:spcAft>
              <a:buFontTx/>
              <a:buNone/>
            </a:pPr>
            <a:r>
              <a:rPr lang="ar-SA" sz="1400" b="0" kern="120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شعارات العميل المدرجة في العرض هي ملك للشركات / الجهات المعنية</a:t>
            </a:r>
          </a:p>
        </p:txBody>
      </p:sp>
      <p:sp>
        <p:nvSpPr>
          <p:cNvPr id="35" name="Rectangle 34">
            <a:extLst>
              <a:ext uri="{FF2B5EF4-FFF2-40B4-BE49-F238E27FC236}">
                <a16:creationId xmlns:a16="http://schemas.microsoft.com/office/drawing/2014/main" id="{556E8DAE-2AC6-45BF-90D6-5A2BDCC09A23}"/>
              </a:ext>
            </a:extLst>
          </p:cNvPr>
          <p:cNvSpPr/>
          <p:nvPr userDrawn="1"/>
        </p:nvSpPr>
        <p:spPr>
          <a:xfrm>
            <a:off x="14049828" y="4033552"/>
            <a:ext cx="8889548" cy="738664"/>
          </a:xfrm>
          <a:prstGeom prst="rect">
            <a:avLst/>
          </a:prstGeom>
        </p:spPr>
        <p:txBody>
          <a:bodyPr vert="horz" wrap="square" lIns="0" tIns="0" rIns="0" bIns="0" rtlCol="0" anchor="t" anchorCtr="0">
            <a:spAutoFit/>
          </a:bodyPr>
          <a:lstStyle/>
          <a:p>
            <a:pPr lvl="0" indent="0" algn="r" rtl="1">
              <a:lnSpc>
                <a:spcPct val="100000"/>
              </a:lnSpc>
              <a:spcBef>
                <a:spcPts val="0"/>
              </a:spcBef>
              <a:spcAft>
                <a:spcPts val="1200"/>
              </a:spcAft>
              <a:buFontTx/>
              <a:buNone/>
            </a:pPr>
            <a:r>
              <a:rPr lang="ar-AE" sz="2400" b="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للمزيد من المعلومات حول هذا العرض أو الخدمات المقدمة من قبل خدمات الاستشارات في كي بي إم جي الفوزان وشركاهنأمل التواصل مع :</a:t>
            </a:r>
          </a:p>
        </p:txBody>
      </p:sp>
      <p:sp>
        <p:nvSpPr>
          <p:cNvPr id="36" name="Text Placeholder 3">
            <a:extLst>
              <a:ext uri="{FF2B5EF4-FFF2-40B4-BE49-F238E27FC236}">
                <a16:creationId xmlns:a16="http://schemas.microsoft.com/office/drawing/2014/main" id="{245F0935-290C-47B7-AE51-8978F6B6B555}"/>
              </a:ext>
            </a:extLst>
          </p:cNvPr>
          <p:cNvSpPr>
            <a:spLocks noGrp="1"/>
          </p:cNvSpPr>
          <p:nvPr userDrawn="1">
            <p:ph type="body" sz="quarter" idx="10"/>
          </p:nvPr>
        </p:nvSpPr>
        <p:spPr>
          <a:xfrm>
            <a:off x="17710484" y="5348021"/>
            <a:ext cx="5228892" cy="1894606"/>
          </a:xfrm>
        </p:spPr>
        <p:txBody>
          <a:bodyPr/>
          <a:lstStyle>
            <a:lvl1pPr algn="r" rtl="1">
              <a:spcAft>
                <a:spcPts val="400"/>
              </a:spcAft>
              <a:defRPr sz="2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spcAft>
                <a:spcPts val="400"/>
              </a:spcAft>
              <a:defRPr sz="2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spcAft>
                <a:spcPts val="400"/>
              </a:spcAft>
              <a:defRPr>
                <a:solidFill>
                  <a:schemeClr val="bg1"/>
                </a:solidFill>
              </a:defRPr>
            </a:lvl3pPr>
            <a:lvl4pPr>
              <a:spcAft>
                <a:spcPts val="400"/>
              </a:spcAft>
              <a:defRPr>
                <a:solidFill>
                  <a:schemeClr val="bg1"/>
                </a:solidFill>
              </a:defRPr>
            </a:lvl4pPr>
            <a:lvl5pPr>
              <a:spcAft>
                <a:spcPts val="400"/>
              </a:spcAft>
              <a:defRPr>
                <a:solidFill>
                  <a:schemeClr val="bg1"/>
                </a:solidFill>
              </a:defRPr>
            </a:lvl5pPr>
          </a:lstStyle>
          <a:p>
            <a:pPr lvl="0"/>
            <a:r>
              <a:rPr lang="en-US"/>
              <a:t>Click to edit Master text styles</a:t>
            </a:r>
          </a:p>
          <a:p>
            <a:pPr lvl="1"/>
            <a:r>
              <a:rPr lang="en-US"/>
              <a:t>Second level</a:t>
            </a:r>
          </a:p>
        </p:txBody>
      </p:sp>
      <p:sp>
        <p:nvSpPr>
          <p:cNvPr id="37" name="Text Placeholder 3">
            <a:extLst>
              <a:ext uri="{FF2B5EF4-FFF2-40B4-BE49-F238E27FC236}">
                <a16:creationId xmlns:a16="http://schemas.microsoft.com/office/drawing/2014/main" id="{91BB1C75-578E-49C1-B3E0-B89A2DDEABC9}"/>
              </a:ext>
            </a:extLst>
          </p:cNvPr>
          <p:cNvSpPr>
            <a:spLocks noGrp="1"/>
          </p:cNvSpPr>
          <p:nvPr userDrawn="1">
            <p:ph type="body" sz="quarter" idx="11"/>
          </p:nvPr>
        </p:nvSpPr>
        <p:spPr>
          <a:xfrm>
            <a:off x="17710484" y="8178519"/>
            <a:ext cx="5228892" cy="1894606"/>
          </a:xfrm>
        </p:spPr>
        <p:txBody>
          <a:bodyPr/>
          <a:lstStyle>
            <a:lvl1pPr algn="r" rtl="1">
              <a:spcAft>
                <a:spcPts val="400"/>
              </a:spcAft>
              <a:defRPr sz="2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spcAft>
                <a:spcPts val="400"/>
              </a:spcAft>
              <a:defRPr sz="2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spcAft>
                <a:spcPts val="400"/>
              </a:spcAft>
              <a:defRPr>
                <a:solidFill>
                  <a:schemeClr val="bg1"/>
                </a:solidFill>
              </a:defRPr>
            </a:lvl3pPr>
            <a:lvl4pPr>
              <a:spcAft>
                <a:spcPts val="400"/>
              </a:spcAft>
              <a:defRPr>
                <a:solidFill>
                  <a:schemeClr val="bg1"/>
                </a:solidFill>
              </a:defRPr>
            </a:lvl4pPr>
            <a:lvl5pPr>
              <a:spcAft>
                <a:spcPts val="400"/>
              </a:spcAft>
              <a:defRPr>
                <a:solidFill>
                  <a:schemeClr val="bg1"/>
                </a:solidFill>
              </a:defRPr>
            </a:lvl5pPr>
          </a:lstStyle>
          <a:p>
            <a:pPr lvl="0"/>
            <a:r>
              <a:rPr lang="en-US"/>
              <a:t>Click to edit Master text styles</a:t>
            </a:r>
          </a:p>
          <a:p>
            <a:pPr lvl="1"/>
            <a:r>
              <a:rPr lang="en-US"/>
              <a:t>Second level</a:t>
            </a:r>
          </a:p>
        </p:txBody>
      </p:sp>
      <p:sp>
        <p:nvSpPr>
          <p:cNvPr id="27" name="Title 3">
            <a:extLst>
              <a:ext uri="{FF2B5EF4-FFF2-40B4-BE49-F238E27FC236}">
                <a16:creationId xmlns:a16="http://schemas.microsoft.com/office/drawing/2014/main" id="{E5926886-B515-4A19-9252-27AB0AF8237C}"/>
              </a:ext>
            </a:extLst>
          </p:cNvPr>
          <p:cNvSpPr txBox="1">
            <a:spLocks/>
          </p:cNvSpPr>
          <p:nvPr userDrawn="1"/>
        </p:nvSpPr>
        <p:spPr>
          <a:xfrm>
            <a:off x="1004797" y="1745366"/>
            <a:ext cx="4105858" cy="786292"/>
          </a:xfrm>
          <a:prstGeom prst="rect">
            <a:avLst/>
          </a:prstGeom>
        </p:spPr>
        <p:txBody>
          <a:bodyPr vert="horz" lIns="0" tIns="0" rIns="0" bIns="0" rtlCol="0" anchor="t" anchorCtr="0">
            <a:noAutofit/>
          </a:bodyPr>
          <a:lstStyle>
            <a:lvl1pPr algn="l" defTabSz="914400" rtl="0" eaLnBrk="1" latinLnBrk="0" hangingPunct="1">
              <a:lnSpc>
                <a:spcPct val="70000"/>
              </a:lnSpc>
              <a:spcBef>
                <a:spcPct val="0"/>
              </a:spcBef>
              <a:buNone/>
              <a:defRPr sz="4800" kern="1200">
                <a:solidFill>
                  <a:schemeClr val="bg1"/>
                </a:solidFill>
                <a:latin typeface="+mj-lt"/>
                <a:ea typeface="+mj-ea"/>
                <a:cs typeface="+mj-cs"/>
              </a:defRPr>
            </a:lvl1pPr>
          </a:lstStyle>
          <a:p>
            <a:r>
              <a:rPr lang="en-US" sz="6400">
                <a:solidFill>
                  <a:srgbClr val="00338D"/>
                </a:solidFill>
                <a:latin typeface="KPMG Bold"/>
              </a:rPr>
              <a:t>KPMG values</a:t>
            </a:r>
          </a:p>
        </p:txBody>
      </p:sp>
      <p:pic>
        <p:nvPicPr>
          <p:cNvPr id="30" name="Picture 29">
            <a:extLst>
              <a:ext uri="{FF2B5EF4-FFF2-40B4-BE49-F238E27FC236}">
                <a16:creationId xmlns:a16="http://schemas.microsoft.com/office/drawing/2014/main" id="{58BCF971-95FD-4C41-8560-97D46538A5E1}"/>
              </a:ext>
            </a:extLst>
          </p:cNvPr>
          <p:cNvPicPr>
            <a:picLocks noChangeAspect="1"/>
          </p:cNvPicPr>
          <p:nvPr userDrawn="1"/>
        </p:nvPicPr>
        <p:blipFill rotWithShape="1">
          <a:blip r:embed="rId8">
            <a:extLst>
              <a:ext uri="{28A0092B-C50C-407E-A947-70E740481C1C}">
                <a14:useLocalDpi xmlns:a14="http://schemas.microsoft.com/office/drawing/2010/main" val="0"/>
              </a:ext>
            </a:extLst>
          </a:blip>
          <a:srcRect l="15688" t="10017" r="12645" b="12090"/>
          <a:stretch/>
        </p:blipFill>
        <p:spPr>
          <a:xfrm>
            <a:off x="576190" y="2743202"/>
            <a:ext cx="4626236" cy="10056380"/>
          </a:xfrm>
          <a:prstGeom prst="rect">
            <a:avLst/>
          </a:prstGeom>
        </p:spPr>
      </p:pic>
    </p:spTree>
    <p:extLst>
      <p:ext uri="{BB962C8B-B14F-4D97-AF65-F5344CB8AC3E}">
        <p14:creationId xmlns:p14="http://schemas.microsoft.com/office/powerpoint/2010/main" val="40555029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Divider">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FA1168F-289B-4F16-A2A4-8D05424C4172}"/>
              </a:ext>
            </a:extLst>
          </p:cNvPr>
          <p:cNvSpPr/>
          <p:nvPr userDrawn="1"/>
        </p:nvSpPr>
        <p:spPr>
          <a:xfrm>
            <a:off x="0" y="0"/>
            <a:ext cx="24384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9220" tIns="109220" rIns="109220" bIns="109220" rtlCol="0" anchor="ctr"/>
          <a:lstStyle/>
          <a:p>
            <a:pPr algn="l"/>
            <a:endParaRPr lang="en-US" sz="3000" err="1">
              <a:solidFill>
                <a:schemeClr val="bg1"/>
              </a:solidFill>
            </a:endParaRPr>
          </a:p>
        </p:txBody>
      </p:sp>
      <p:sp>
        <p:nvSpPr>
          <p:cNvPr id="2" name="Rectangle 1">
            <a:extLst>
              <a:ext uri="{FF2B5EF4-FFF2-40B4-BE49-F238E27FC236}">
                <a16:creationId xmlns:a16="http://schemas.microsoft.com/office/drawing/2014/main" id="{EC2F5ED0-C902-484E-98E1-CE8D65A17056}"/>
              </a:ext>
            </a:extLst>
          </p:cNvPr>
          <p:cNvSpPr>
            <a:spLocks/>
          </p:cNvSpPr>
          <p:nvPr userDrawn="1"/>
        </p:nvSpPr>
        <p:spPr>
          <a:xfrm>
            <a:off x="12409054" y="2178050"/>
            <a:ext cx="10515600" cy="7360920"/>
          </a:xfrm>
          <a:prstGeom prst="rect">
            <a:avLst/>
          </a:prstGeom>
          <a:gradFill>
            <a:gsLst>
              <a:gs pos="100000">
                <a:schemeClr val="accent1"/>
              </a:gs>
              <a:gs pos="0">
                <a:schemeClr val="accent5"/>
              </a:gs>
            </a:gsLst>
            <a:lin ang="0" scaled="0"/>
          </a:gradFill>
        </p:spPr>
        <p:txBody>
          <a:bodyPr vert="horz" lIns="360000" tIns="360000" rIns="360000" bIns="360000" rtlCol="0" anchor="t" anchorCtr="0">
            <a:noAutofit/>
          </a:bodyPr>
          <a:lstStyle/>
          <a:p>
            <a:pPr lvl="0">
              <a:lnSpc>
                <a:spcPct val="70000"/>
              </a:lnSpc>
              <a:spcBef>
                <a:spcPct val="0"/>
              </a:spcBef>
              <a:buNone/>
            </a:pPr>
            <a:endParaRPr lang="en-US" sz="17600" baseline="0" err="1">
              <a:solidFill>
                <a:schemeClr val="bg1"/>
              </a:solidFill>
              <a:latin typeface="KPMG Bold" panose="020B0803030202040204" pitchFamily="34" charset="0"/>
              <a:ea typeface="+mj-ea"/>
              <a:cs typeface="+mj-cs"/>
            </a:endParaRPr>
          </a:p>
        </p:txBody>
      </p:sp>
      <p:sp>
        <p:nvSpPr>
          <p:cNvPr id="3" name="Title 1">
            <a:extLst>
              <a:ext uri="{FF2B5EF4-FFF2-40B4-BE49-F238E27FC236}">
                <a16:creationId xmlns:a16="http://schemas.microsoft.com/office/drawing/2014/main" id="{EB99D781-85E4-4972-9188-2C4F21C86393}"/>
              </a:ext>
            </a:extLst>
          </p:cNvPr>
          <p:cNvSpPr>
            <a:spLocks noGrp="1"/>
          </p:cNvSpPr>
          <p:nvPr>
            <p:ph type="ctrTitle" hasCustomPrompt="1"/>
          </p:nvPr>
        </p:nvSpPr>
        <p:spPr>
          <a:xfrm>
            <a:off x="15615805" y="5830311"/>
            <a:ext cx="6726082" cy="3065630"/>
          </a:xfrm>
          <a:noFill/>
        </p:spPr>
        <p:txBody>
          <a:bodyPr lIns="0" tIns="0" rIns="0" bIns="0" anchor="t" anchorCtr="0"/>
          <a:lstStyle>
            <a:lvl1pPr algn="r">
              <a:defRPr sz="13200" baseline="0">
                <a:solidFill>
                  <a:schemeClr val="bg1"/>
                </a:solidFill>
              </a:defRPr>
            </a:lvl1pPr>
          </a:lstStyle>
          <a:p>
            <a:r>
              <a:rPr lang="en-GB"/>
              <a:t>Title slide text only</a:t>
            </a:r>
            <a:endParaRPr lang="en-US"/>
          </a:p>
        </p:txBody>
      </p:sp>
      <p:sp>
        <p:nvSpPr>
          <p:cNvPr id="5" name="Text Placeholder 3">
            <a:extLst>
              <a:ext uri="{FF2B5EF4-FFF2-40B4-BE49-F238E27FC236}">
                <a16:creationId xmlns:a16="http://schemas.microsoft.com/office/drawing/2014/main" id="{A020BFBB-D989-485E-A959-688ECAEEED52}"/>
              </a:ext>
            </a:extLst>
          </p:cNvPr>
          <p:cNvSpPr>
            <a:spLocks noGrp="1"/>
          </p:cNvSpPr>
          <p:nvPr>
            <p:ph type="body" sz="quarter" idx="12" hasCustomPrompt="1"/>
          </p:nvPr>
        </p:nvSpPr>
        <p:spPr>
          <a:xfrm>
            <a:off x="19254354" y="2515088"/>
            <a:ext cx="3087532" cy="1477328"/>
          </a:xfrm>
        </p:spPr>
        <p:txBody>
          <a:bodyPr wrap="square">
            <a:spAutoFit/>
          </a:bodyPr>
          <a:lstStyle>
            <a:lvl1pPr>
              <a:lnSpc>
                <a:spcPct val="80000"/>
              </a:lnSpc>
              <a:defRPr lang="en-US" sz="12000" kern="1200" baseline="0" dirty="0" smtClean="0">
                <a:solidFill>
                  <a:schemeClr val="bg1"/>
                </a:solidFill>
                <a:latin typeface="+mj-lt"/>
                <a:ea typeface="+mj-ea"/>
                <a:cs typeface="+mj-cs"/>
              </a:defRPr>
            </a:lvl1pPr>
          </a:lstStyle>
          <a:p>
            <a:pPr lvl="0"/>
            <a:r>
              <a:rPr lang="en-US"/>
              <a:t>00</a:t>
            </a:r>
          </a:p>
        </p:txBody>
      </p:sp>
    </p:spTree>
    <p:extLst>
      <p:ext uri="{BB962C8B-B14F-4D97-AF65-F5344CB8AC3E}">
        <p14:creationId xmlns:p14="http://schemas.microsoft.com/office/powerpoint/2010/main" val="42084017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theme" Target="../theme/theme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2" Type="http://schemas.openxmlformats.org/officeDocument/2006/relationships/slideLayout" Target="../slideLayouts/slideLayout16.xml"/><Relationship Id="rId16" Type="http://schemas.openxmlformats.org/officeDocument/2006/relationships/image" Target="../media/image5.emf"/><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5" Type="http://schemas.openxmlformats.org/officeDocument/2006/relationships/oleObject" Target="../embeddings/oleObject1.bin"/><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tags" Target="../tags/tag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400" y="730251"/>
            <a:ext cx="21031200" cy="2651126"/>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1676400" y="3651250"/>
            <a:ext cx="21031200" cy="870267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1676400" y="12712701"/>
            <a:ext cx="5486400" cy="730250"/>
          </a:xfrm>
          <a:prstGeom prst="rect">
            <a:avLst/>
          </a:prstGeom>
        </p:spPr>
        <p:txBody>
          <a:bodyPr vert="horz" lIns="91440" tIns="45720" rIns="91440" bIns="45720" rtlCol="0" anchor="ctr"/>
          <a:lstStyle>
            <a:lvl1pPr algn="l">
              <a:defRPr sz="2400">
                <a:solidFill>
                  <a:schemeClr val="tx1">
                    <a:tint val="75000"/>
                  </a:schemeClr>
                </a:solidFill>
              </a:defRPr>
            </a:lvl1pPr>
          </a:lstStyle>
          <a:p>
            <a:fld id="{C764DE79-268F-4C1A-8933-263129D2AF90}" type="datetimeFigureOut">
              <a:rPr lang="en-US" dirty="0"/>
              <a:t>10/19/2026</a:t>
            </a:fld>
            <a:endParaRPr lang="en-US"/>
          </a:p>
        </p:txBody>
      </p:sp>
      <p:sp>
        <p:nvSpPr>
          <p:cNvPr id="5" name="Footer Placeholder 4"/>
          <p:cNvSpPr>
            <a:spLocks noGrp="1"/>
          </p:cNvSpPr>
          <p:nvPr>
            <p:ph type="ftr" sz="quarter" idx="3"/>
          </p:nvPr>
        </p:nvSpPr>
        <p:spPr>
          <a:xfrm>
            <a:off x="8077200" y="12712701"/>
            <a:ext cx="8229600" cy="730250"/>
          </a:xfrm>
          <a:prstGeom prst="rect">
            <a:avLst/>
          </a:prstGeom>
        </p:spPr>
        <p:txBody>
          <a:bodyPr vert="horz" lIns="91440" tIns="45720" rIns="91440" bIns="45720" rtlCol="0" anchor="ctr"/>
          <a:lstStyle>
            <a:lvl1pPr algn="ctr">
              <a:defRPr sz="24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7221200" y="12712701"/>
            <a:ext cx="5486400" cy="730250"/>
          </a:xfrm>
          <a:prstGeom prst="rect">
            <a:avLst/>
          </a:prstGeom>
        </p:spPr>
        <p:txBody>
          <a:bodyPr vert="horz" lIns="91440" tIns="45720" rIns="91440" bIns="45720" rtlCol="0" anchor="ctr"/>
          <a:lstStyle>
            <a:lvl1pPr algn="r">
              <a:defRPr sz="2400">
                <a:solidFill>
                  <a:schemeClr val="tx1">
                    <a:tint val="75000"/>
                  </a:schemeClr>
                </a:solidFill>
              </a:defRPr>
            </a:lvl1pPr>
          </a:lstStyle>
          <a:p>
            <a:fld id="{7D5AB3DD-9542-440C-AB5F-DC677AAFC07B}" type="slidenum">
              <a:rPr lang="en-US" smtClean="0"/>
              <a:pPr/>
              <a:t>‹#›</a:t>
            </a:fld>
            <a:endParaRPr lang="en-US"/>
          </a:p>
        </p:txBody>
      </p:sp>
    </p:spTree>
    <p:extLst>
      <p:ext uri="{BB962C8B-B14F-4D97-AF65-F5344CB8AC3E}">
        <p14:creationId xmlns:p14="http://schemas.microsoft.com/office/powerpoint/2010/main" val="3355240724"/>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 id="2147483719" r:id="rId12"/>
    <p:sldLayoutId id="2147483736" r:id="rId13"/>
    <p:sldLayoutId id="2147483738" r:id="rId14"/>
  </p:sldLayoutIdLst>
  <p:hf hdr="0" dt="0"/>
  <p:txStyles>
    <p:titleStyle>
      <a:lvl1pPr algn="l" defTabSz="1828800" rtl="0" eaLnBrk="1" latinLnBrk="0" hangingPunct="1">
        <a:lnSpc>
          <a:spcPct val="90000"/>
        </a:lnSpc>
        <a:spcBef>
          <a:spcPct val="0"/>
        </a:spcBef>
        <a:buNone/>
        <a:defRPr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E43865D2-F5C5-46F7-80DB-F0B15DE49E5F}"/>
              </a:ext>
            </a:extLst>
          </p:cNvPr>
          <p:cNvGraphicFramePr>
            <a:graphicFrameLocks noChangeAspect="1"/>
          </p:cNvGraphicFramePr>
          <p:nvPr userDrawn="1">
            <p:custDataLst>
              <p:tags r:id="rId14"/>
            </p:custDataLst>
            <p:extLst>
              <p:ext uri="{D42A27DB-BD31-4B8C-83A1-F6EECF244321}">
                <p14:modId xmlns:p14="http://schemas.microsoft.com/office/powerpoint/2010/main" val="3726594087"/>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15" imgW="383" imgH="384" progId="TCLayout.ActiveDocument.1">
                  <p:embed/>
                </p:oleObj>
              </mc:Choice>
              <mc:Fallback>
                <p:oleObj name="think-cell Slide" r:id="rId15" imgW="383" imgH="384" progId="TCLayout.ActiveDocument.1">
                  <p:embed/>
                  <p:pic>
                    <p:nvPicPr>
                      <p:cNvPr id="5" name="Object 4" hidden="1">
                        <a:extLst>
                          <a:ext uri="{FF2B5EF4-FFF2-40B4-BE49-F238E27FC236}">
                            <a16:creationId xmlns:a16="http://schemas.microsoft.com/office/drawing/2014/main" id="{E43865D2-F5C5-46F7-80DB-F0B15DE49E5F}"/>
                          </a:ext>
                        </a:extLst>
                      </p:cNvPr>
                      <p:cNvPicPr/>
                      <p:nvPr/>
                    </p:nvPicPr>
                    <p:blipFill>
                      <a:blip r:embed="rId16"/>
                      <a:stretch>
                        <a:fillRect/>
                      </a:stretch>
                    </p:blipFill>
                    <p:spPr>
                      <a:xfrm>
                        <a:off x="3176" y="3176"/>
                        <a:ext cx="3176" cy="3176"/>
                      </a:xfrm>
                      <a:prstGeom prst="rect">
                        <a:avLst/>
                      </a:prstGeom>
                    </p:spPr>
                  </p:pic>
                </p:oleObj>
              </mc:Fallback>
            </mc:AlternateContent>
          </a:graphicData>
        </a:graphic>
      </p:graphicFrame>
      <p:sp>
        <p:nvSpPr>
          <p:cNvPr id="2" name="Title Placeholder 1"/>
          <p:cNvSpPr>
            <a:spLocks noGrp="1"/>
          </p:cNvSpPr>
          <p:nvPr>
            <p:ph type="title"/>
          </p:nvPr>
        </p:nvSpPr>
        <p:spPr>
          <a:xfrm>
            <a:off x="1463676" y="1079996"/>
            <a:ext cx="21480324" cy="1645920"/>
          </a:xfrm>
          <a:prstGeom prst="rect">
            <a:avLst/>
          </a:prstGeom>
        </p:spPr>
        <p:txBody>
          <a:bodyPr vert="horz" lIns="0" tIns="0" rIns="0" bIns="0" rtlCol="0" anchor="t" anchorCtr="0">
            <a:noAutofit/>
          </a:bodyPr>
          <a:lstStyle/>
          <a:p>
            <a:r>
              <a:rPr lang="ar-SA"/>
              <a:t>انقر لتعديل أنماط النص الرئيسي</a:t>
            </a:r>
            <a:endParaRPr lang="en-GB"/>
          </a:p>
        </p:txBody>
      </p:sp>
      <p:sp>
        <p:nvSpPr>
          <p:cNvPr id="3" name="Text Placeholder 2"/>
          <p:cNvSpPr>
            <a:spLocks noGrp="1"/>
          </p:cNvSpPr>
          <p:nvPr>
            <p:ph type="body" idx="1"/>
          </p:nvPr>
        </p:nvSpPr>
        <p:spPr>
          <a:xfrm>
            <a:off x="1463678" y="3366001"/>
            <a:ext cx="21480324" cy="9264150"/>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9" name="Shape 8"/>
          <p:cNvSpPr txBox="1">
            <a:spLocks/>
          </p:cNvSpPr>
          <p:nvPr userDrawn="1"/>
        </p:nvSpPr>
        <p:spPr>
          <a:xfrm flipH="1">
            <a:off x="1463676" y="12970478"/>
            <a:ext cx="484972" cy="298824"/>
          </a:xfrm>
          <a:prstGeom prst="rect">
            <a:avLst/>
          </a:prstGeom>
        </p:spPr>
        <p:txBody>
          <a:bodyPr lIns="0" tIns="0" rIns="0" bIns="0" anchor="ctr" anchorCtr="0"/>
          <a:lstStyle>
            <a:defPPr>
              <a:defRPr lang="en-US"/>
            </a:defPPr>
            <a:lvl1pPr marL="0" algn="l" defTabSz="457200" rtl="0" eaLnBrk="1" latinLnBrk="0" hangingPunct="1">
              <a:defRPr sz="1000" kern="1200">
                <a:solidFill>
                  <a:srgbClr val="0061A8"/>
                </a:solidFill>
                <a:latin typeface="Arial"/>
                <a:ea typeface="Arial"/>
                <a:cs typeface="Arial"/>
                <a:sym typeface="Arial"/>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rtl="1"/>
            <a:fld id="{86CB4B4D-7CA3-9044-876B-883B54F8677D}" type="slidenum">
              <a:rPr lang="en-GB" sz="1600" b="1" smtClean="0">
                <a:solidFill>
                  <a:schemeClr val="accent2"/>
                </a:solidFill>
                <a:latin typeface="DIN Next LT Arabic" panose="020B0503020203050203" pitchFamily="34" charset="-78"/>
                <a:ea typeface="Arial"/>
                <a:cs typeface="DIN Next LT Arabic" panose="020B0503020203050203" pitchFamily="34" charset="-78"/>
                <a:sym typeface="DIN Next LT Arabic" panose="020B0503020203050203" pitchFamily="34" charset="-78"/>
              </a:rPr>
              <a:pPr algn="l" rtl="1"/>
              <a:t>‹#›</a:t>
            </a:fld>
            <a:endParaRPr lang="en-GB" sz="2000" b="1">
              <a:solidFill>
                <a:schemeClr val="accent2"/>
              </a:solidFill>
              <a:latin typeface="DIN Next LT Arabic" panose="020B0503020203050203" pitchFamily="34" charset="-78"/>
              <a:ea typeface="Arial"/>
              <a:cs typeface="DIN Next LT Arabic" panose="020B0503020203050203" pitchFamily="34" charset="-78"/>
              <a:sym typeface="DIN Next LT Arabic" panose="020B0503020203050203" pitchFamily="34" charset="-78"/>
            </a:endParaRPr>
          </a:p>
        </p:txBody>
      </p:sp>
      <p:sp>
        <p:nvSpPr>
          <p:cNvPr id="26" name="Freeform 19">
            <a:extLst>
              <a:ext uri="{C183D7F6-B498-43B3-948B-1728B52AA6E4}">
                <adec:decorative xmlns:adec="http://schemas.microsoft.com/office/drawing/2017/decorative" val="1"/>
              </a:ext>
            </a:extLst>
          </p:cNvPr>
          <p:cNvSpPr>
            <a:spLocks noEditPoints="1"/>
          </p:cNvSpPr>
          <p:nvPr userDrawn="1"/>
        </p:nvSpPr>
        <p:spPr bwMode="auto">
          <a:xfrm>
            <a:off x="21975943" y="12967679"/>
            <a:ext cx="968058" cy="393786"/>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accent2"/>
          </a:solidFill>
          <a:ln>
            <a:noFill/>
          </a:ln>
        </p:spPr>
        <p:txBody>
          <a:bodyPr vert="horz" wrap="square" lIns="182880" tIns="91440" rIns="182880" bIns="91440" numCol="1" anchor="t" anchorCtr="0" compatLnSpc="1">
            <a:prstTxWarp prst="textNoShape">
              <a:avLst/>
            </a:prstTxWarp>
          </a:bodyPr>
          <a:lstStyle/>
          <a:p>
            <a:endParaRPr lang="en-GB" sz="2800">
              <a:latin typeface="DIN Next LT Arabic" panose="020B0503020203050203" pitchFamily="34" charset="-78"/>
              <a:cs typeface="DIN Next LT Arabic" panose="020B0503020203050203" pitchFamily="34" charset="-78"/>
              <a:sym typeface="DIN Next LT Arabic" panose="020B0503020203050203" pitchFamily="34" charset="-78"/>
            </a:endParaRPr>
          </a:p>
        </p:txBody>
      </p:sp>
      <p:cxnSp>
        <p:nvCxnSpPr>
          <p:cNvPr id="17" name="Straight Connector 16">
            <a:extLst>
              <a:ext uri="{FF2B5EF4-FFF2-40B4-BE49-F238E27FC236}">
                <a16:creationId xmlns:a16="http://schemas.microsoft.com/office/drawing/2014/main" id="{F024B3B3-3138-44BB-8DDD-6BDCEF24DEDC}"/>
              </a:ext>
            </a:extLst>
          </p:cNvPr>
          <p:cNvCxnSpPr>
            <a:cxnSpLocks/>
          </p:cNvCxnSpPr>
          <p:nvPr userDrawn="1"/>
        </p:nvCxnSpPr>
        <p:spPr>
          <a:xfrm flipH="1">
            <a:off x="1984766" y="12973278"/>
            <a:ext cx="0" cy="2988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4B8D7F08-8E03-4313-99E7-5C473886A97B}"/>
              </a:ext>
              <a:ext uri="{C183D7F6-B498-43B3-948B-1728B52AA6E4}">
                <adec:decorative xmlns:adec="http://schemas.microsoft.com/office/drawing/2017/decorative" val="1"/>
              </a:ext>
            </a:extLst>
          </p:cNvPr>
          <p:cNvSpPr txBox="1"/>
          <p:nvPr userDrawn="1"/>
        </p:nvSpPr>
        <p:spPr>
          <a:xfrm flipH="1">
            <a:off x="8315325" y="12967678"/>
            <a:ext cx="13234822" cy="369332"/>
          </a:xfrm>
          <a:prstGeom prst="rect">
            <a:avLst/>
          </a:prstGeom>
          <a:noFill/>
        </p:spPr>
        <p:txBody>
          <a:bodyPr wrap="square" lIns="0" tIns="0" rIns="0" bIns="0" rtlCol="0">
            <a:spAutoFit/>
          </a:bodyPr>
          <a:lstStyle/>
          <a:p>
            <a:pPr lvl="0" algn="r" defTabSz="1828800" rtl="1"/>
            <a:r>
              <a:rPr lang="ar-SA" sz="1200">
                <a:solidFill>
                  <a:schemeClr val="bg1">
                    <a:lumMod val="65000"/>
                  </a:schemeClr>
                </a:solidFill>
                <a:latin typeface="DIN Next LT Arabic" panose="020B0503020203050203" pitchFamily="34" charset="-78"/>
                <a:ea typeface="Calibri" panose="020F0502020204030204" pitchFamily="34" charset="0"/>
                <a:cs typeface="DIN Next LT Arabic" panose="020B0503020203050203" pitchFamily="34" charset="-78"/>
                <a:sym typeface="DIN Next LT Arabic" panose="020B0503020203050203" pitchFamily="34" charset="-78"/>
              </a:rPr>
              <a:t>2023© كي بي إم جي للاستشارات المهنية شركة مهنية مساهمة مقفلة، مسجلة في المملكة العربية السعودية، رأس مالها (40,000,000) ريال سعودي مدفوع بالكامل، المسماة سابقاً "شركة كي بي إم جي الفوزان وشركاه محاسبون ومراجعون قانونيون". و هي عضو غير شريك في الشبكة العالمية لشركات كي بي إم جي المستقلة والتابعة لـ كي بي إم جي العالمية المحدودة، شركة انجليزية خاصة محدودة بالضمان. جميع الحقوق محفوظة.</a:t>
            </a:r>
          </a:p>
        </p:txBody>
      </p:sp>
    </p:spTree>
    <p:extLst>
      <p:ext uri="{BB962C8B-B14F-4D97-AF65-F5344CB8AC3E}">
        <p14:creationId xmlns:p14="http://schemas.microsoft.com/office/powerpoint/2010/main" val="3180506728"/>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4" r:id="rId3"/>
    <p:sldLayoutId id="2147483725" r:id="rId4"/>
    <p:sldLayoutId id="2147483726" r:id="rId5"/>
    <p:sldLayoutId id="2147483727" r:id="rId6"/>
    <p:sldLayoutId id="2147483728" r:id="rId7"/>
    <p:sldLayoutId id="2147483729" r:id="rId8"/>
    <p:sldLayoutId id="2147483730" r:id="rId9"/>
    <p:sldLayoutId id="2147483731" r:id="rId10"/>
    <p:sldLayoutId id="2147483732" r:id="rId11"/>
    <p:sldLayoutId id="2147483733" r:id="rId12"/>
  </p:sldLayoutIdLst>
  <p:txStyles>
    <p:titleStyle>
      <a:lvl1pPr algn="r" defTabSz="1828800" rtl="1" eaLnBrk="1" latinLnBrk="0" hangingPunct="1">
        <a:lnSpc>
          <a:spcPct val="90000"/>
        </a:lnSpc>
        <a:spcBef>
          <a:spcPct val="0"/>
        </a:spcBef>
        <a:buNone/>
        <a:defRPr sz="5600" b="1" kern="1200">
          <a:solidFill>
            <a:schemeClr val="accent2"/>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defRPr>
      </a:lvl1pPr>
    </p:titleStyle>
    <p:bodyStyle>
      <a:lvl1pPr marL="0" indent="0" algn="r" defTabSz="1828800" rtl="1" eaLnBrk="1" latinLnBrk="0" hangingPunct="1">
        <a:lnSpc>
          <a:spcPct val="100000"/>
        </a:lnSpc>
        <a:spcBef>
          <a:spcPts val="0"/>
        </a:spcBef>
        <a:spcAft>
          <a:spcPts val="1200"/>
        </a:spcAft>
        <a:buFontTx/>
        <a:buNone/>
        <a:defRPr sz="2000" b="1" kern="1200">
          <a:solidFill>
            <a:schemeClr val="accent2"/>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1pPr>
      <a:lvl2pPr marL="0" indent="0" algn="r" defTabSz="1828800" rtl="1" eaLnBrk="1" latinLnBrk="0" hangingPunct="1">
        <a:lnSpc>
          <a:spcPct val="100000"/>
        </a:lnSpc>
        <a:spcBef>
          <a:spcPts val="0"/>
        </a:spcBef>
        <a:spcAft>
          <a:spcPts val="1200"/>
        </a:spcAft>
        <a:buFontTx/>
        <a:buNone/>
        <a:defRPr sz="2000" kern="1200">
          <a:solidFill>
            <a:schemeClr val="tx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2pPr>
      <a:lvl3pPr marL="288000" indent="-288000" algn="r" defTabSz="1828800" rtl="1" eaLnBrk="1" latinLnBrk="0" hangingPunct="1">
        <a:lnSpc>
          <a:spcPct val="100000"/>
        </a:lnSpc>
        <a:spcBef>
          <a:spcPts val="0"/>
        </a:spcBef>
        <a:spcAft>
          <a:spcPts val="1200"/>
        </a:spcAft>
        <a:buClrTx/>
        <a:buFont typeface="Arial" panose="020B0604020202020204" pitchFamily="34" charset="0"/>
        <a:buChar char="•"/>
        <a:defRPr sz="2000" kern="1200">
          <a:solidFill>
            <a:schemeClr val="tx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3pPr>
      <a:lvl4pPr marL="576000" indent="-288000" algn="r" defTabSz="1828800" rtl="1" eaLnBrk="1" latinLnBrk="0" hangingPunct="1">
        <a:lnSpc>
          <a:spcPct val="100000"/>
        </a:lnSpc>
        <a:spcBef>
          <a:spcPts val="0"/>
        </a:spcBef>
        <a:spcAft>
          <a:spcPts val="1200"/>
        </a:spcAft>
        <a:buClrTx/>
        <a:buFont typeface="Arial" panose="020B0604020202020204" pitchFamily="34" charset="0"/>
        <a:buChar char="-"/>
        <a:defRPr sz="2000" kern="1200">
          <a:solidFill>
            <a:schemeClr val="tx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4pPr>
      <a:lvl5pPr marL="864000" indent="-288000" algn="r" defTabSz="1828800" rtl="1" eaLnBrk="1" latinLnBrk="0" hangingPunct="1">
        <a:lnSpc>
          <a:spcPct val="100000"/>
        </a:lnSpc>
        <a:spcBef>
          <a:spcPts val="0"/>
        </a:spcBef>
        <a:spcAft>
          <a:spcPts val="1200"/>
        </a:spcAft>
        <a:buClrTx/>
        <a:buFont typeface="Arial" panose="020B0604020202020204" pitchFamily="34" charset="0"/>
        <a:buChar char="•"/>
        <a:defRPr sz="2000" kern="1200" baseline="0">
          <a:solidFill>
            <a:schemeClr val="tx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5pPr>
      <a:lvl6pPr marL="1438276" indent="-361950" algn="l" defTabSz="1828800" rtl="0" eaLnBrk="1" latinLnBrk="0" hangingPunct="1">
        <a:lnSpc>
          <a:spcPct val="100000"/>
        </a:lnSpc>
        <a:spcBef>
          <a:spcPts val="0"/>
        </a:spcBef>
        <a:spcAft>
          <a:spcPts val="1200"/>
        </a:spcAft>
        <a:buClr>
          <a:schemeClr val="tx2"/>
        </a:buClr>
        <a:buFont typeface="Arial" panose="020B0604020202020204" pitchFamily="34" charset="0"/>
        <a:buChar char="-"/>
        <a:defRPr sz="3000" kern="1200">
          <a:solidFill>
            <a:schemeClr val="tx2"/>
          </a:solidFill>
          <a:latin typeface="+mn-lt"/>
          <a:ea typeface="+mn-ea"/>
          <a:cs typeface="+mn-cs"/>
        </a:defRPr>
      </a:lvl6pPr>
      <a:lvl7pPr marL="1793876" indent="-355600" algn="l" defTabSz="1828800" rtl="0" eaLnBrk="1" latinLnBrk="0" hangingPunct="1">
        <a:lnSpc>
          <a:spcPct val="100000"/>
        </a:lnSpc>
        <a:spcBef>
          <a:spcPts val="0"/>
        </a:spcBef>
        <a:spcAft>
          <a:spcPts val="1200"/>
        </a:spcAft>
        <a:buClr>
          <a:schemeClr val="tx2"/>
        </a:buClr>
        <a:buFont typeface="Arial" panose="020B0604020202020204" pitchFamily="34" charset="0"/>
        <a:buChar char="•"/>
        <a:defRPr sz="3000" kern="1200">
          <a:solidFill>
            <a:schemeClr val="tx2"/>
          </a:solidFill>
          <a:latin typeface="+mn-lt"/>
          <a:ea typeface="+mn-ea"/>
          <a:cs typeface="+mn-cs"/>
        </a:defRPr>
      </a:lvl7pPr>
      <a:lvl8pPr marL="2149476" indent="-355600" algn="l" defTabSz="1828800" rtl="0" eaLnBrk="1" latinLnBrk="0" hangingPunct="1">
        <a:lnSpc>
          <a:spcPct val="100000"/>
        </a:lnSpc>
        <a:spcBef>
          <a:spcPts val="0"/>
        </a:spcBef>
        <a:spcAft>
          <a:spcPts val="1200"/>
        </a:spcAft>
        <a:buClr>
          <a:schemeClr val="tx2"/>
        </a:buClr>
        <a:buFont typeface="Arial" panose="020B0604020202020204" pitchFamily="34" charset="0"/>
        <a:buChar char="-"/>
        <a:defRPr sz="3000" kern="1200">
          <a:solidFill>
            <a:schemeClr val="tx2"/>
          </a:solidFill>
          <a:latin typeface="+mn-lt"/>
          <a:ea typeface="+mn-ea"/>
          <a:cs typeface="+mn-cs"/>
        </a:defRPr>
      </a:lvl8pPr>
      <a:lvl9pPr marL="2514600" indent="-365126" algn="l" defTabSz="1828800" rtl="0" eaLnBrk="1" latinLnBrk="0" hangingPunct="1">
        <a:lnSpc>
          <a:spcPct val="90000"/>
        </a:lnSpc>
        <a:spcBef>
          <a:spcPts val="1000"/>
        </a:spcBef>
        <a:buFont typeface="Arial" panose="020B0604020202020204" pitchFamily="34" charset="0"/>
        <a:buChar char="•"/>
        <a:defRPr sz="3000" kern="1200">
          <a:solidFill>
            <a:schemeClr val="tx2"/>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6" orient="horz" pos="341">
          <p15:clr>
            <a:srgbClr val="F26B43"/>
          </p15:clr>
        </p15:guide>
        <p15:guide id="7" pos="461">
          <p15:clr>
            <a:srgbClr val="F26B43"/>
          </p15:clr>
        </p15:guide>
        <p15:guide id="13" pos="7226">
          <p15:clr>
            <a:srgbClr val="F26B43"/>
          </p15:clr>
        </p15:guide>
        <p15:guide id="14" orient="horz" pos="3978">
          <p15:clr>
            <a:srgbClr val="F26B43"/>
          </p15:clr>
        </p15:guide>
        <p15:guide id="15" pos="1469">
          <p15:clr>
            <a:srgbClr val="9FCC3B"/>
          </p15:clr>
        </p15:guide>
        <p15:guide id="16" pos="1617">
          <p15:clr>
            <a:srgbClr val="9FCC3B"/>
          </p15:clr>
        </p15:guide>
        <p15:guide id="17" pos="6216">
          <p15:clr>
            <a:srgbClr val="9FCC3B"/>
          </p15:clr>
        </p15:guide>
        <p15:guide id="18" pos="6075">
          <p15:clr>
            <a:srgbClr val="9FCC3B"/>
          </p15:clr>
        </p15:guide>
        <p15:guide id="19" pos="2619">
          <p15:clr>
            <a:srgbClr val="9FCC3B"/>
          </p15:clr>
        </p15:guide>
        <p15:guide id="20" pos="2763">
          <p15:clr>
            <a:srgbClr val="9FCC3B"/>
          </p15:clr>
        </p15:guide>
        <p15:guide id="21" pos="4925">
          <p15:clr>
            <a:srgbClr val="9FCC3B"/>
          </p15:clr>
        </p15:guide>
        <p15:guide id="22" pos="5067">
          <p15:clr>
            <a:srgbClr val="9FCC3B"/>
          </p15:clr>
        </p15:guide>
        <p15:guide id="23" pos="3773">
          <p15:clr>
            <a:srgbClr val="9FCC3B"/>
          </p15:clr>
        </p15:guide>
        <p15:guide id="24" pos="3909">
          <p15:clr>
            <a:srgbClr val="9FCC3B"/>
          </p15:clr>
        </p15:guide>
        <p15:guide id="25" orient="horz" pos="864">
          <p15:clr>
            <a:srgbClr val="F26B43"/>
          </p15:clr>
        </p15:guide>
        <p15:guide id="27" orient="horz" pos="686">
          <p15:clr>
            <a:srgbClr val="5ACBF0"/>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8" Type="http://schemas.openxmlformats.org/officeDocument/2006/relationships/chart" Target="../charts/chart6.xml"/><Relationship Id="rId3" Type="http://schemas.openxmlformats.org/officeDocument/2006/relationships/image" Target="../media/image11.svg"/><Relationship Id="rId7" Type="http://schemas.openxmlformats.org/officeDocument/2006/relationships/chart" Target="../charts/chart5.xml"/><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chart" Target="../charts/chart4.xml"/><Relationship Id="rId5" Type="http://schemas.openxmlformats.org/officeDocument/2006/relationships/chart" Target="../charts/chart3.xml"/><Relationship Id="rId4" Type="http://schemas.openxmlformats.org/officeDocument/2006/relationships/chart" Target="../charts/chart2.xml"/><Relationship Id="rId9" Type="http://schemas.openxmlformats.org/officeDocument/2006/relationships/chart" Target="../charts/chart7.xml"/></Relationships>
</file>

<file path=ppt/slides/_rels/slide3.xml.rels><?xml version="1.0" encoding="UTF-8" standalone="yes"?>
<Relationships xmlns="http://schemas.openxmlformats.org/package/2006/relationships"><Relationship Id="rId8" Type="http://schemas.openxmlformats.org/officeDocument/2006/relationships/chart" Target="../charts/chart12.xml"/><Relationship Id="rId3" Type="http://schemas.openxmlformats.org/officeDocument/2006/relationships/image" Target="../media/image11.svg"/><Relationship Id="rId7" Type="http://schemas.openxmlformats.org/officeDocument/2006/relationships/chart" Target="../charts/chart11.xml"/><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chart" Target="../charts/chart10.xml"/><Relationship Id="rId5" Type="http://schemas.openxmlformats.org/officeDocument/2006/relationships/chart" Target="../charts/chart9.xml"/><Relationship Id="rId4" Type="http://schemas.openxmlformats.org/officeDocument/2006/relationships/chart" Target="../charts/chart8.xml"/><Relationship Id="rId9" Type="http://schemas.openxmlformats.org/officeDocument/2006/relationships/chart" Target="../charts/chart13.xml"/></Relationships>
</file>

<file path=ppt/slides/_rels/slide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11.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91C5CB6-2CF4-48B7-BD34-D61DF4FCD265}"/>
              </a:ext>
            </a:extLst>
          </p:cNvPr>
          <p:cNvPicPr>
            <a:picLocks noChangeAspect="1"/>
          </p:cNvPicPr>
          <p:nvPr/>
        </p:nvPicPr>
        <p:blipFill>
          <a:blip r:embed="rId2"/>
          <a:srcRect/>
          <a:stretch/>
        </p:blipFill>
        <p:spPr>
          <a:xfrm>
            <a:off x="776706" y="461320"/>
            <a:ext cx="2387832" cy="646841"/>
          </a:xfrm>
          <a:prstGeom prst="rect">
            <a:avLst/>
          </a:prstGeom>
        </p:spPr>
      </p:pic>
      <p:sp>
        <p:nvSpPr>
          <p:cNvPr id="6" name="Google Shape;57;p1">
            <a:extLst>
              <a:ext uri="{FF2B5EF4-FFF2-40B4-BE49-F238E27FC236}">
                <a16:creationId xmlns:a16="http://schemas.microsoft.com/office/drawing/2014/main" id="{915102A2-838D-9312-7010-34DE06D00526}"/>
              </a:ext>
            </a:extLst>
          </p:cNvPr>
          <p:cNvSpPr txBox="1"/>
          <p:nvPr/>
        </p:nvSpPr>
        <p:spPr>
          <a:xfrm>
            <a:off x="1415833" y="9709762"/>
            <a:ext cx="20896726" cy="3513796"/>
          </a:xfrm>
          <a:prstGeom prst="rect">
            <a:avLst/>
          </a:prstGeom>
          <a:noFill/>
          <a:ln>
            <a:noFill/>
          </a:ln>
        </p:spPr>
        <p:txBody>
          <a:bodyPr spcFirstLastPara="1" wrap="square" lIns="243656" tIns="243656" rIns="243656" bIns="243656" anchor="t" anchorCtr="0">
            <a:spAutoFit/>
          </a:bodyPr>
          <a:lstStyle/>
          <a:p>
            <a:pPr algn="r" rtl="1">
              <a:buClr>
                <a:schemeClr val="lt1"/>
              </a:buClr>
              <a:buSzPts val="3600"/>
            </a:pPr>
            <a:r>
              <a:rPr lang="ar-SA" sz="5611">
                <a:solidFill>
                  <a:schemeClr val="bg1"/>
                </a:solidFill>
                <a:latin typeface="Bahij TheSansArabic ExtraBold" panose="02040503050201020203" pitchFamily="18" charset="-78"/>
                <a:ea typeface="Cairo"/>
                <a:cs typeface="Bahij TheSansArabic ExtraBold" panose="02040503050201020203" pitchFamily="18" charset="-78"/>
                <a:sym typeface="Cairo"/>
              </a:rPr>
              <a:t>متابعة أعمال الإيرادات وتحقيق المستهدف</a:t>
            </a:r>
            <a:endParaRPr lang="ar-SA" sz="3600">
              <a:solidFill>
                <a:srgbClr val="79A3D6"/>
              </a:solidFill>
              <a:latin typeface="Bahij TheSansArabic ExtraBold" panose="02040503050201020203" pitchFamily="18" charset="-78"/>
              <a:cs typeface="Bahij TheSansArabic ExtraBold" panose="02040503050201020203" pitchFamily="18" charset="-78"/>
              <a:sym typeface="Cairo"/>
            </a:endParaRPr>
          </a:p>
          <a:p>
            <a:pPr algn="r" rtl="1">
              <a:buClr>
                <a:schemeClr val="lt1"/>
              </a:buClr>
              <a:buSzPts val="3600"/>
            </a:pPr>
            <a:r>
              <a:rPr lang="ar-SA" sz="2805">
                <a:solidFill>
                  <a:srgbClr val="79A3D6"/>
                </a:solidFill>
                <a:latin typeface="Bahij TheSansArabic ExtraBold" panose="02040503050201020203" pitchFamily="18" charset="-78"/>
                <a:ea typeface="Cairo"/>
                <a:cs typeface="Bahij TheSansArabic ExtraBold" panose="02040503050201020203" pitchFamily="18" charset="-78"/>
                <a:sym typeface="Cairo"/>
              </a:rPr>
              <a:t>أكتوبر 2025م </a:t>
            </a:r>
          </a:p>
          <a:p>
            <a:pPr algn="r" rtl="1">
              <a:buClr>
                <a:schemeClr val="lt1"/>
              </a:buClr>
              <a:buSzPts val="3600"/>
            </a:pPr>
            <a:endParaRPr lang="ar-SA" sz="2805">
              <a:solidFill>
                <a:srgbClr val="79A3D6"/>
              </a:solidFill>
              <a:latin typeface="Bahij TheSansArabic ExtraBold" panose="02040503050201020203" pitchFamily="18" charset="-78"/>
              <a:ea typeface="Cairo"/>
              <a:cs typeface="Bahij TheSansArabic ExtraBold" panose="02040503050201020203" pitchFamily="18" charset="-78"/>
              <a:sym typeface="Cairo"/>
            </a:endParaRPr>
          </a:p>
          <a:p>
            <a:pPr algn="r" rtl="1">
              <a:buClr>
                <a:schemeClr val="lt1"/>
              </a:buClr>
              <a:buSzPts val="3600"/>
            </a:pPr>
            <a:endParaRPr lang="ar-SA" sz="2805">
              <a:solidFill>
                <a:srgbClr val="79A3D6"/>
              </a:solidFill>
              <a:latin typeface="Bahij TheSansArabic ExtraBold" panose="02040503050201020203" pitchFamily="18" charset="-78"/>
              <a:cs typeface="Bahij TheSansArabic ExtraBold" panose="02040503050201020203" pitchFamily="18" charset="-78"/>
              <a:sym typeface="Cairo"/>
            </a:endParaRPr>
          </a:p>
          <a:p>
            <a:pPr algn="r" rtl="1">
              <a:buClr>
                <a:schemeClr val="lt1"/>
              </a:buClr>
              <a:buSzPts val="3600"/>
            </a:pPr>
            <a:endParaRPr lang="ar-SA" sz="2805">
              <a:solidFill>
                <a:srgbClr val="79A3D6"/>
              </a:solidFill>
              <a:latin typeface="Bahij TheSansArabic ExtraBold" panose="02040503050201020203" pitchFamily="18" charset="-78"/>
              <a:cs typeface="Bahij TheSansArabic ExtraBold" panose="02040503050201020203" pitchFamily="18" charset="-78"/>
              <a:sym typeface="Cairo"/>
            </a:endParaRPr>
          </a:p>
          <a:p>
            <a:pPr algn="r" rtl="1">
              <a:buClr>
                <a:schemeClr val="lt1"/>
              </a:buClr>
              <a:buSzPts val="3600"/>
            </a:pPr>
            <a:endParaRPr lang="ar-SA" sz="2805">
              <a:solidFill>
                <a:srgbClr val="79A3D6"/>
              </a:solidFill>
              <a:latin typeface="Bahij TheSansArabic ExtraBold" panose="02040503050201020203" pitchFamily="18" charset="-78"/>
              <a:cs typeface="Bahij TheSansArabic ExtraBold" panose="02040503050201020203" pitchFamily="18" charset="-78"/>
              <a:sym typeface="Cairo"/>
            </a:endParaRPr>
          </a:p>
        </p:txBody>
      </p:sp>
      <p:sp>
        <p:nvSpPr>
          <p:cNvPr id="3" name="TextBox 2">
            <a:extLst>
              <a:ext uri="{FF2B5EF4-FFF2-40B4-BE49-F238E27FC236}">
                <a16:creationId xmlns:a16="http://schemas.microsoft.com/office/drawing/2014/main" id="{32E0F2AF-2AC9-150E-DAC0-ABA04DF73E33}"/>
              </a:ext>
            </a:extLst>
          </p:cNvPr>
          <p:cNvSpPr txBox="1"/>
          <p:nvPr/>
        </p:nvSpPr>
        <p:spPr>
          <a:xfrm>
            <a:off x="258792" y="12961948"/>
            <a:ext cx="7355120" cy="523220"/>
          </a:xfrm>
          <a:prstGeom prst="rect">
            <a:avLst/>
          </a:prstGeom>
          <a:noFill/>
        </p:spPr>
        <p:txBody>
          <a:bodyPr wrap="square">
            <a:spAutoFit/>
          </a:bodyPr>
          <a:lstStyle/>
          <a:p>
            <a:pPr rtl="1">
              <a:buClr>
                <a:schemeClr val="lt1"/>
              </a:buClr>
              <a:buSzPts val="3600"/>
            </a:pPr>
            <a:r>
              <a:rPr lang="ar-SA" sz="2800">
                <a:solidFill>
                  <a:schemeClr val="bg1"/>
                </a:solidFill>
                <a:latin typeface="Bahij TheSansArabic ExtraBold" panose="02040503050201020203" pitchFamily="18" charset="-78"/>
                <a:cs typeface="Bahij TheSansArabic ExtraBold" panose="02040503050201020203" pitchFamily="18" charset="-78"/>
                <a:sym typeface="Cairo"/>
              </a:rPr>
              <a:t>إدارة تخطيط ومراقبة الإيرادات</a:t>
            </a:r>
          </a:p>
        </p:txBody>
      </p:sp>
    </p:spTree>
    <p:extLst>
      <p:ext uri="{BB962C8B-B14F-4D97-AF65-F5344CB8AC3E}">
        <p14:creationId xmlns:p14="http://schemas.microsoft.com/office/powerpoint/2010/main" val="12611378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8DBA1-EB05-F5A5-81C7-676B509E2F15}"/>
            </a:ext>
          </a:extLst>
        </p:cNvPr>
        <p:cNvGrpSpPr/>
        <p:nvPr/>
      </p:nvGrpSpPr>
      <p:grpSpPr>
        <a:xfrm>
          <a:off x="0" y="0"/>
          <a:ext cx="0" cy="0"/>
          <a:chOff x="0" y="0"/>
          <a:chExt cx="0" cy="0"/>
        </a:xfrm>
      </p:grpSpPr>
      <p:sp>
        <p:nvSpPr>
          <p:cNvPr id="28" name="Rectangle 27">
            <a:extLst>
              <a:ext uri="{FF2B5EF4-FFF2-40B4-BE49-F238E27FC236}">
                <a16:creationId xmlns:a16="http://schemas.microsoft.com/office/drawing/2014/main" id="{721FCA79-B689-3E5C-ED9B-34B1063C05B4}"/>
              </a:ext>
            </a:extLst>
          </p:cNvPr>
          <p:cNvSpPr/>
          <p:nvPr/>
        </p:nvSpPr>
        <p:spPr>
          <a:xfrm>
            <a:off x="115617" y="2279209"/>
            <a:ext cx="24020043" cy="10406156"/>
          </a:xfrm>
          <a:prstGeom prst="rect">
            <a:avLst/>
          </a:prstGeom>
          <a:solidFill>
            <a:srgbClr val="F5F5F5"/>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B1AA1666-FA68-0FBD-24A5-DBD7AE6470F6}"/>
              </a:ext>
            </a:extLst>
          </p:cNvPr>
          <p:cNvGrpSpPr/>
          <p:nvPr/>
        </p:nvGrpSpPr>
        <p:grpSpPr>
          <a:xfrm>
            <a:off x="6688186" y="263023"/>
            <a:ext cx="17695824" cy="799889"/>
            <a:chOff x="6897658" y="1223860"/>
            <a:chExt cx="5473691" cy="430888"/>
          </a:xfrm>
        </p:grpSpPr>
        <p:grpSp>
          <p:nvGrpSpPr>
            <p:cNvPr id="13" name="Group 12">
              <a:extLst>
                <a:ext uri="{FF2B5EF4-FFF2-40B4-BE49-F238E27FC236}">
                  <a16:creationId xmlns:a16="http://schemas.microsoft.com/office/drawing/2014/main" id="{B077B9B0-E000-558F-4C96-FDDA0EC5B271}"/>
                </a:ext>
              </a:extLst>
            </p:cNvPr>
            <p:cNvGrpSpPr/>
            <p:nvPr/>
          </p:nvGrpSpPr>
          <p:grpSpPr>
            <a:xfrm>
              <a:off x="6897658" y="1223860"/>
              <a:ext cx="5473691" cy="430888"/>
              <a:chOff x="1533984" y="1062731"/>
              <a:chExt cx="10852794" cy="854330"/>
            </a:xfrm>
          </p:grpSpPr>
          <p:sp>
            <p:nvSpPr>
              <p:cNvPr id="14" name="Freeform 13">
                <a:extLst>
                  <a:ext uri="{FF2B5EF4-FFF2-40B4-BE49-F238E27FC236}">
                    <a16:creationId xmlns:a16="http://schemas.microsoft.com/office/drawing/2014/main" id="{43AEBF43-D85C-E14A-311F-917168516D90}"/>
                  </a:ext>
                </a:extLst>
              </p:cNvPr>
              <p:cNvSpPr/>
              <p:nvPr/>
            </p:nvSpPr>
            <p:spPr>
              <a:xfrm>
                <a:off x="4893052" y="1072296"/>
                <a:ext cx="7493726" cy="844765"/>
              </a:xfrm>
              <a:custGeom>
                <a:avLst/>
                <a:gdLst>
                  <a:gd name="connsiteX0" fmla="*/ 7493726 w 7493726"/>
                  <a:gd name="connsiteY0" fmla="*/ 0 h 844765"/>
                  <a:gd name="connsiteX1" fmla="*/ 7493726 w 7493726"/>
                  <a:gd name="connsiteY1" fmla="*/ 844765 h 844765"/>
                  <a:gd name="connsiteX2" fmla="*/ 0 w 7493726"/>
                  <a:gd name="connsiteY2" fmla="*/ 836298 h 844765"/>
                  <a:gd name="connsiteX3" fmla="*/ 508000 w 7493726"/>
                  <a:gd name="connsiteY3" fmla="*/ 16933 h 844765"/>
                  <a:gd name="connsiteX4" fmla="*/ 7493726 w 7493726"/>
                  <a:gd name="connsiteY4" fmla="*/ 0 h 844765"/>
                  <a:gd name="connsiteX5" fmla="*/ 690975 w 7493726"/>
                  <a:gd name="connsiteY5" fmla="*/ 105483 h 844765"/>
                  <a:gd name="connsiteX6" fmla="*/ 563975 w 7493726"/>
                  <a:gd name="connsiteY6" fmla="*/ 319779 h 844765"/>
                  <a:gd name="connsiteX7" fmla="*/ 817975 w 7493726"/>
                  <a:gd name="connsiteY7" fmla="*/ 319779 h 844765"/>
                  <a:gd name="connsiteX8" fmla="*/ 690975 w 7493726"/>
                  <a:gd name="connsiteY8" fmla="*/ 105483 h 844765"/>
                  <a:gd name="connsiteX9" fmla="*/ 256198 w 7493726"/>
                  <a:gd name="connsiteY9" fmla="*/ 515369 h 844765"/>
                  <a:gd name="connsiteX10" fmla="*/ 383198 w 7493726"/>
                  <a:gd name="connsiteY10" fmla="*/ 729665 h 844765"/>
                  <a:gd name="connsiteX11" fmla="*/ 510198 w 7493726"/>
                  <a:gd name="connsiteY11" fmla="*/ 515369 h 844765"/>
                  <a:gd name="connsiteX12" fmla="*/ 256198 w 7493726"/>
                  <a:gd name="connsiteY12" fmla="*/ 515369 h 844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493726" h="844765">
                    <a:moveTo>
                      <a:pt x="7493726" y="0"/>
                    </a:moveTo>
                    <a:lnTo>
                      <a:pt x="7493726" y="844765"/>
                    </a:lnTo>
                    <a:lnTo>
                      <a:pt x="0" y="836298"/>
                    </a:lnTo>
                    <a:lnTo>
                      <a:pt x="508000" y="16933"/>
                    </a:lnTo>
                    <a:lnTo>
                      <a:pt x="7493726" y="0"/>
                    </a:lnTo>
                    <a:close/>
                    <a:moveTo>
                      <a:pt x="690975" y="105483"/>
                    </a:moveTo>
                    <a:lnTo>
                      <a:pt x="563975" y="319779"/>
                    </a:lnTo>
                    <a:lnTo>
                      <a:pt x="817975" y="319779"/>
                    </a:lnTo>
                    <a:lnTo>
                      <a:pt x="690975" y="105483"/>
                    </a:lnTo>
                    <a:close/>
                    <a:moveTo>
                      <a:pt x="256198" y="515369"/>
                    </a:moveTo>
                    <a:lnTo>
                      <a:pt x="383198" y="729665"/>
                    </a:lnTo>
                    <a:lnTo>
                      <a:pt x="510198" y="515369"/>
                    </a:lnTo>
                    <a:lnTo>
                      <a:pt x="256198" y="515369"/>
                    </a:lnTo>
                    <a:close/>
                  </a:path>
                </a:pathLst>
              </a:cu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LB" sz="3608"/>
              </a:p>
            </p:txBody>
          </p:sp>
          <p:sp>
            <p:nvSpPr>
              <p:cNvPr id="15" name="Triangle 14">
                <a:extLst>
                  <a:ext uri="{FF2B5EF4-FFF2-40B4-BE49-F238E27FC236}">
                    <a16:creationId xmlns:a16="http://schemas.microsoft.com/office/drawing/2014/main" id="{971A2D07-8145-90A5-B6CC-2651DCC71C78}"/>
                  </a:ext>
                </a:extLst>
              </p:cNvPr>
              <p:cNvSpPr/>
              <p:nvPr/>
            </p:nvSpPr>
            <p:spPr>
              <a:xfrm>
                <a:off x="47034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6" name="Triangle 15">
                <a:extLst>
                  <a:ext uri="{FF2B5EF4-FFF2-40B4-BE49-F238E27FC236}">
                    <a16:creationId xmlns:a16="http://schemas.microsoft.com/office/drawing/2014/main" id="{A3A0A86C-7A03-6BE9-10B4-6C131016B2A1}"/>
                  </a:ext>
                </a:extLst>
              </p:cNvPr>
              <p:cNvSpPr/>
              <p:nvPr/>
            </p:nvSpPr>
            <p:spPr>
              <a:xfrm>
                <a:off x="35350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7" name="Triangle 16">
                <a:extLst>
                  <a:ext uri="{FF2B5EF4-FFF2-40B4-BE49-F238E27FC236}">
                    <a16:creationId xmlns:a16="http://schemas.microsoft.com/office/drawing/2014/main" id="{60505BCC-68E6-C3E2-1E15-4B0D96BCFC05}"/>
                  </a:ext>
                </a:extLst>
              </p:cNvPr>
              <p:cNvSpPr/>
              <p:nvPr/>
            </p:nvSpPr>
            <p:spPr>
              <a:xfrm>
                <a:off x="2375160"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8" name="Triangle 17">
                <a:extLst>
                  <a:ext uri="{FF2B5EF4-FFF2-40B4-BE49-F238E27FC236}">
                    <a16:creationId xmlns:a16="http://schemas.microsoft.com/office/drawing/2014/main" id="{5F9BEA0D-604B-CEF5-3C7B-DBBB37AD871C}"/>
                  </a:ext>
                </a:extLst>
              </p:cNvPr>
              <p:cNvSpPr/>
              <p:nvPr/>
            </p:nvSpPr>
            <p:spPr>
              <a:xfrm rot="10800000">
                <a:off x="44041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9" name="Triangle 18">
                <a:extLst>
                  <a:ext uri="{FF2B5EF4-FFF2-40B4-BE49-F238E27FC236}">
                    <a16:creationId xmlns:a16="http://schemas.microsoft.com/office/drawing/2014/main" id="{5EA82A37-70C7-5527-5353-42652B1479D9}"/>
                  </a:ext>
                </a:extLst>
              </p:cNvPr>
              <p:cNvSpPr/>
              <p:nvPr/>
            </p:nvSpPr>
            <p:spPr>
              <a:xfrm rot="10800000">
                <a:off x="2660051"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0" name="Triangle 19">
                <a:extLst>
                  <a:ext uri="{FF2B5EF4-FFF2-40B4-BE49-F238E27FC236}">
                    <a16:creationId xmlns:a16="http://schemas.microsoft.com/office/drawing/2014/main" id="{F97C3E02-72F4-6D04-133C-A0DFEDBD3441}"/>
                  </a:ext>
                </a:extLst>
              </p:cNvPr>
              <p:cNvSpPr/>
              <p:nvPr/>
            </p:nvSpPr>
            <p:spPr>
              <a:xfrm rot="10800000">
                <a:off x="15339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1" name="Triangle 20">
                <a:extLst>
                  <a:ext uri="{FF2B5EF4-FFF2-40B4-BE49-F238E27FC236}">
                    <a16:creationId xmlns:a16="http://schemas.microsoft.com/office/drawing/2014/main" id="{6682F398-CA34-8C50-5EB0-7A89436F0811}"/>
                  </a:ext>
                </a:extLst>
              </p:cNvPr>
              <p:cNvSpPr/>
              <p:nvPr/>
            </p:nvSpPr>
            <p:spPr>
              <a:xfrm>
                <a:off x="2900093"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2" name="Triangle 21">
                <a:extLst>
                  <a:ext uri="{FF2B5EF4-FFF2-40B4-BE49-F238E27FC236}">
                    <a16:creationId xmlns:a16="http://schemas.microsoft.com/office/drawing/2014/main" id="{724B218E-B970-C895-FE75-CB461BB5BD59}"/>
                  </a:ext>
                </a:extLst>
              </p:cNvPr>
              <p:cNvSpPr/>
              <p:nvPr/>
            </p:nvSpPr>
            <p:spPr>
              <a:xfrm>
                <a:off x="4127759"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3" name="Triangle 22">
                <a:extLst>
                  <a:ext uri="{FF2B5EF4-FFF2-40B4-BE49-F238E27FC236}">
                    <a16:creationId xmlns:a16="http://schemas.microsoft.com/office/drawing/2014/main" id="{53D5A865-70C6-51F1-FB5E-CE3D00F567AB}"/>
                  </a:ext>
                </a:extLst>
              </p:cNvPr>
              <p:cNvSpPr/>
              <p:nvPr/>
            </p:nvSpPr>
            <p:spPr>
              <a:xfrm rot="10800000">
                <a:off x="44041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4" name="Triangle 23">
                <a:extLst>
                  <a:ext uri="{FF2B5EF4-FFF2-40B4-BE49-F238E27FC236}">
                    <a16:creationId xmlns:a16="http://schemas.microsoft.com/office/drawing/2014/main" id="{B5B815C1-5E26-6603-DED0-9459C7E19A83}"/>
                  </a:ext>
                </a:extLst>
              </p:cNvPr>
              <p:cNvSpPr/>
              <p:nvPr/>
            </p:nvSpPr>
            <p:spPr>
              <a:xfrm rot="10800000">
                <a:off x="49883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grpSp>
        <p:sp>
          <p:nvSpPr>
            <p:cNvPr id="3" name="TextBox 2">
              <a:extLst>
                <a:ext uri="{FF2B5EF4-FFF2-40B4-BE49-F238E27FC236}">
                  <a16:creationId xmlns:a16="http://schemas.microsoft.com/office/drawing/2014/main" id="{D390DDCD-CC36-5797-C43D-3229F88E660A}"/>
                </a:ext>
              </a:extLst>
            </p:cNvPr>
            <p:cNvSpPr txBox="1"/>
            <p:nvPr/>
          </p:nvSpPr>
          <p:spPr>
            <a:xfrm>
              <a:off x="9033163" y="1296547"/>
              <a:ext cx="3250365" cy="281851"/>
            </a:xfrm>
            <a:prstGeom prst="rect">
              <a:avLst/>
            </a:prstGeom>
            <a:noFill/>
          </p:spPr>
          <p:txBody>
            <a:bodyPr wrap="square">
              <a:spAutoFit/>
            </a:bodyPr>
            <a:lstStyle/>
            <a:p>
              <a:pPr algn="justLow" defTabSz="916000" rtl="1">
                <a:buClr>
                  <a:prstClr val="white"/>
                </a:buClr>
                <a:buSzPts val="3600"/>
              </a:pPr>
              <a:r>
                <a:rPr lang="ar-SA" sz="2800" kern="1200">
                  <a:solidFill>
                    <a:schemeClr val="bg1"/>
                  </a:solidFill>
                  <a:latin typeface="Bahij TheSansArabic ExtraBold" panose="02040503050201020203" pitchFamily="18" charset="-78"/>
                  <a:ea typeface="Cairo"/>
                  <a:cs typeface="Bahij TheSansArabic ExtraBold" panose="02040503050201020203" pitchFamily="18" charset="-78"/>
                  <a:sym typeface="Cairo"/>
                </a:rPr>
                <a:t>السيناريو الأول لإقفال الإيرادات لعام 2026م</a:t>
              </a:r>
            </a:p>
          </p:txBody>
        </p:sp>
      </p:grpSp>
      <p:grpSp>
        <p:nvGrpSpPr>
          <p:cNvPr id="9" name="Group 8">
            <a:extLst>
              <a:ext uri="{FF2B5EF4-FFF2-40B4-BE49-F238E27FC236}">
                <a16:creationId xmlns:a16="http://schemas.microsoft.com/office/drawing/2014/main" id="{10C3D75E-B75F-7E68-E172-2AA3590F7A64}"/>
              </a:ext>
            </a:extLst>
          </p:cNvPr>
          <p:cNvGrpSpPr/>
          <p:nvPr/>
        </p:nvGrpSpPr>
        <p:grpSpPr>
          <a:xfrm>
            <a:off x="20831844" y="3059678"/>
            <a:ext cx="3276517" cy="9055808"/>
            <a:chOff x="9310448" y="3059678"/>
            <a:chExt cx="3276517" cy="9055808"/>
          </a:xfrm>
        </p:grpSpPr>
        <p:sp>
          <p:nvSpPr>
            <p:cNvPr id="37" name="Rectangle: Rounded Corners 36">
              <a:extLst>
                <a:ext uri="{FF2B5EF4-FFF2-40B4-BE49-F238E27FC236}">
                  <a16:creationId xmlns:a16="http://schemas.microsoft.com/office/drawing/2014/main" id="{C9077164-D877-8FDB-E22C-81488092DE7D}"/>
                </a:ext>
              </a:extLst>
            </p:cNvPr>
            <p:cNvSpPr/>
            <p:nvPr/>
          </p:nvSpPr>
          <p:spPr>
            <a:xfrm>
              <a:off x="9413204" y="3059678"/>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Rounded Corners 39">
              <a:extLst>
                <a:ext uri="{FF2B5EF4-FFF2-40B4-BE49-F238E27FC236}">
                  <a16:creationId xmlns:a16="http://schemas.microsoft.com/office/drawing/2014/main" id="{CA26CD73-124D-B2FC-A726-8FD0FFB4D885}"/>
                </a:ext>
              </a:extLst>
            </p:cNvPr>
            <p:cNvSpPr/>
            <p:nvPr/>
          </p:nvSpPr>
          <p:spPr>
            <a:xfrm>
              <a:off x="9413203" y="4930540"/>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Rounded Corners 43">
              <a:extLst>
                <a:ext uri="{FF2B5EF4-FFF2-40B4-BE49-F238E27FC236}">
                  <a16:creationId xmlns:a16="http://schemas.microsoft.com/office/drawing/2014/main" id="{CE78E71E-8675-B46C-0652-9A5146CB8A7D}"/>
                </a:ext>
              </a:extLst>
            </p:cNvPr>
            <p:cNvSpPr/>
            <p:nvPr/>
          </p:nvSpPr>
          <p:spPr>
            <a:xfrm>
              <a:off x="9413203" y="6801402"/>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Rounded Corners 44">
              <a:extLst>
                <a:ext uri="{FF2B5EF4-FFF2-40B4-BE49-F238E27FC236}">
                  <a16:creationId xmlns:a16="http://schemas.microsoft.com/office/drawing/2014/main" id="{D694A7A6-58C8-10DB-7E80-7EEEEEF97FCC}"/>
                </a:ext>
              </a:extLst>
            </p:cNvPr>
            <p:cNvSpPr/>
            <p:nvPr/>
          </p:nvSpPr>
          <p:spPr>
            <a:xfrm>
              <a:off x="9413203" y="8672264"/>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Rounded Corners 45">
              <a:extLst>
                <a:ext uri="{FF2B5EF4-FFF2-40B4-BE49-F238E27FC236}">
                  <a16:creationId xmlns:a16="http://schemas.microsoft.com/office/drawing/2014/main" id="{E5F7AEE4-F14C-4C23-5328-04089A68100B}"/>
                </a:ext>
              </a:extLst>
            </p:cNvPr>
            <p:cNvSpPr/>
            <p:nvPr/>
          </p:nvSpPr>
          <p:spPr>
            <a:xfrm>
              <a:off x="9413203" y="10543126"/>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FFF5B036-0976-8181-DCBB-D0249D97906F}"/>
                </a:ext>
              </a:extLst>
            </p:cNvPr>
            <p:cNvSpPr txBox="1"/>
            <p:nvPr/>
          </p:nvSpPr>
          <p:spPr>
            <a:xfrm>
              <a:off x="9326765" y="3627957"/>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إيرادات استثمارية </a:t>
              </a:r>
            </a:p>
          </p:txBody>
        </p:sp>
        <p:sp>
          <p:nvSpPr>
            <p:cNvPr id="49" name="TextBox 48">
              <a:extLst>
                <a:ext uri="{FF2B5EF4-FFF2-40B4-BE49-F238E27FC236}">
                  <a16:creationId xmlns:a16="http://schemas.microsoft.com/office/drawing/2014/main" id="{B1F8D3BE-006F-A3E9-D1FC-2FF7EA02DA6F}"/>
                </a:ext>
              </a:extLst>
            </p:cNvPr>
            <p:cNvSpPr txBox="1"/>
            <p:nvPr/>
          </p:nvSpPr>
          <p:spPr>
            <a:xfrm>
              <a:off x="9343918" y="5498819"/>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الرسوم والتراخيص </a:t>
              </a:r>
            </a:p>
          </p:txBody>
        </p:sp>
        <p:sp>
          <p:nvSpPr>
            <p:cNvPr id="85" name="TextBox 84">
              <a:extLst>
                <a:ext uri="{FF2B5EF4-FFF2-40B4-BE49-F238E27FC236}">
                  <a16:creationId xmlns:a16="http://schemas.microsoft.com/office/drawing/2014/main" id="{22172B6D-9C3F-DB5D-D94B-774BE93BD11C}"/>
                </a:ext>
              </a:extLst>
            </p:cNvPr>
            <p:cNvSpPr txBox="1"/>
            <p:nvPr/>
          </p:nvSpPr>
          <p:spPr>
            <a:xfrm>
              <a:off x="9370896" y="7369681"/>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جزاءات وغرامات </a:t>
              </a:r>
            </a:p>
          </p:txBody>
        </p:sp>
        <p:sp>
          <p:nvSpPr>
            <p:cNvPr id="95" name="TextBox 94">
              <a:extLst>
                <a:ext uri="{FF2B5EF4-FFF2-40B4-BE49-F238E27FC236}">
                  <a16:creationId xmlns:a16="http://schemas.microsoft.com/office/drawing/2014/main" id="{EB015575-BBB9-CBD4-819C-D56EE0108386}"/>
                </a:ext>
              </a:extLst>
            </p:cNvPr>
            <p:cNvSpPr txBox="1"/>
            <p:nvPr/>
          </p:nvSpPr>
          <p:spPr>
            <a:xfrm>
              <a:off x="9310448" y="9240543"/>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التبغ والإيواء </a:t>
              </a:r>
            </a:p>
          </p:txBody>
        </p:sp>
        <p:sp>
          <p:nvSpPr>
            <p:cNvPr id="101" name="TextBox 100">
              <a:extLst>
                <a:ext uri="{FF2B5EF4-FFF2-40B4-BE49-F238E27FC236}">
                  <a16:creationId xmlns:a16="http://schemas.microsoft.com/office/drawing/2014/main" id="{D2B458DE-0DB3-A0E8-252B-DD400ED8B607}"/>
                </a:ext>
              </a:extLst>
            </p:cNvPr>
            <p:cNvSpPr txBox="1"/>
            <p:nvPr/>
          </p:nvSpPr>
          <p:spPr>
            <a:xfrm>
              <a:off x="9364888" y="11111405"/>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أخرى</a:t>
              </a:r>
            </a:p>
          </p:txBody>
        </p:sp>
      </p:grpSp>
      <p:sp>
        <p:nvSpPr>
          <p:cNvPr id="261" name="Rectangle: Rounded Corners 260">
            <a:extLst>
              <a:ext uri="{FF2B5EF4-FFF2-40B4-BE49-F238E27FC236}">
                <a16:creationId xmlns:a16="http://schemas.microsoft.com/office/drawing/2014/main" id="{DAD97482-DCB9-B82E-756E-F2042308EA9D}"/>
              </a:ext>
            </a:extLst>
          </p:cNvPr>
          <p:cNvSpPr/>
          <p:nvPr/>
        </p:nvSpPr>
        <p:spPr>
          <a:xfrm>
            <a:off x="115617" y="1488435"/>
            <a:ext cx="24020043" cy="815152"/>
          </a:xfrm>
          <a:prstGeom prst="roundRect">
            <a:avLst>
              <a:gd name="adj" fmla="val 6592"/>
            </a:avLst>
          </a:prstGeom>
          <a:solidFill>
            <a:schemeClr val="bg1">
              <a:lumMod val="95000"/>
            </a:schemeClr>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TextBox 261">
            <a:extLst>
              <a:ext uri="{FF2B5EF4-FFF2-40B4-BE49-F238E27FC236}">
                <a16:creationId xmlns:a16="http://schemas.microsoft.com/office/drawing/2014/main" id="{16500E24-021A-35C8-66DF-5AA0FD806ECC}"/>
              </a:ext>
            </a:extLst>
          </p:cNvPr>
          <p:cNvSpPr txBox="1"/>
          <p:nvPr/>
        </p:nvSpPr>
        <p:spPr>
          <a:xfrm>
            <a:off x="13682652" y="1628448"/>
            <a:ext cx="9192723" cy="523220"/>
          </a:xfrm>
          <a:prstGeom prst="rect">
            <a:avLst/>
          </a:prstGeom>
          <a:noFill/>
        </p:spPr>
        <p:txBody>
          <a:bodyPr wrap="square" rtlCol="0">
            <a:spAutoFit/>
          </a:bodyPr>
          <a:lstStyle/>
          <a:p>
            <a:pPr algn="r"/>
            <a:r>
              <a:rPr lang="ar-SA" sz="2800">
                <a:solidFill>
                  <a:srgbClr val="106946"/>
                </a:solidFill>
                <a:latin typeface="Bahij TheSansArabic Bold" panose="02040503050201020203" charset="-78"/>
                <a:cs typeface="Bahij TheSansArabic Bold" panose="02040503050201020203" charset="-78"/>
              </a:rPr>
              <a:t>مقارنة الاداء حسب التبويب </a:t>
            </a:r>
            <a:endParaRPr lang="en-US" sz="2800">
              <a:solidFill>
                <a:srgbClr val="106946"/>
              </a:solidFill>
              <a:latin typeface="Bahij TheSansArabic Bold" panose="02040503050201020203" charset="-78"/>
              <a:cs typeface="Bahij TheSansArabic Bold" panose="02040503050201020203" charset="-78"/>
            </a:endParaRPr>
          </a:p>
        </p:txBody>
      </p:sp>
      <p:sp>
        <p:nvSpPr>
          <p:cNvPr id="263" name="Rectangle 262">
            <a:extLst>
              <a:ext uri="{FF2B5EF4-FFF2-40B4-BE49-F238E27FC236}">
                <a16:creationId xmlns:a16="http://schemas.microsoft.com/office/drawing/2014/main" id="{3B200D8B-A145-970E-19BB-80D4C3F87E17}"/>
              </a:ext>
            </a:extLst>
          </p:cNvPr>
          <p:cNvSpPr/>
          <p:nvPr/>
        </p:nvSpPr>
        <p:spPr>
          <a:xfrm>
            <a:off x="22963694" y="1482075"/>
            <a:ext cx="1171966" cy="846429"/>
          </a:xfrm>
          <a:prstGeom prst="rect">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4" name="Graphic 263" descr="Upward trend with solid fill">
            <a:extLst>
              <a:ext uri="{FF2B5EF4-FFF2-40B4-BE49-F238E27FC236}">
                <a16:creationId xmlns:a16="http://schemas.microsoft.com/office/drawing/2014/main" id="{96CA829E-BCA4-2340-484B-01D0B7EA25F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145423" y="1521744"/>
            <a:ext cx="757465" cy="757465"/>
          </a:xfrm>
          <a:prstGeom prst="rect">
            <a:avLst/>
          </a:prstGeom>
        </p:spPr>
      </p:pic>
      <p:sp>
        <p:nvSpPr>
          <p:cNvPr id="185" name="Rectangle: Rounded Corners 184">
            <a:extLst>
              <a:ext uri="{FF2B5EF4-FFF2-40B4-BE49-F238E27FC236}">
                <a16:creationId xmlns:a16="http://schemas.microsoft.com/office/drawing/2014/main" id="{9F5BAD9D-1CD9-A084-5A8E-BFCB4F94C95B}"/>
              </a:ext>
            </a:extLst>
          </p:cNvPr>
          <p:cNvSpPr/>
          <p:nvPr/>
        </p:nvSpPr>
        <p:spPr>
          <a:xfrm>
            <a:off x="12045918"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ectangle: Rounded Corners 185">
            <a:extLst>
              <a:ext uri="{FF2B5EF4-FFF2-40B4-BE49-F238E27FC236}">
                <a16:creationId xmlns:a16="http://schemas.microsoft.com/office/drawing/2014/main" id="{3FD1587E-B4C9-113E-1600-17472C403025}"/>
              </a:ext>
            </a:extLst>
          </p:cNvPr>
          <p:cNvSpPr/>
          <p:nvPr/>
        </p:nvSpPr>
        <p:spPr>
          <a:xfrm>
            <a:off x="12045918"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 name="Rectangle: Rounded Corners 187">
            <a:extLst>
              <a:ext uri="{FF2B5EF4-FFF2-40B4-BE49-F238E27FC236}">
                <a16:creationId xmlns:a16="http://schemas.microsoft.com/office/drawing/2014/main" id="{2CAFECCD-CB9F-6773-F67B-1BB5A4EF3353}"/>
              </a:ext>
            </a:extLst>
          </p:cNvPr>
          <p:cNvSpPr/>
          <p:nvPr/>
        </p:nvSpPr>
        <p:spPr>
          <a:xfrm>
            <a:off x="12045918"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Rectangle: Rounded Corners 188">
            <a:extLst>
              <a:ext uri="{FF2B5EF4-FFF2-40B4-BE49-F238E27FC236}">
                <a16:creationId xmlns:a16="http://schemas.microsoft.com/office/drawing/2014/main" id="{5B4A7DAC-D57B-4CCE-AE2E-89B6F91C55F7}"/>
              </a:ext>
            </a:extLst>
          </p:cNvPr>
          <p:cNvSpPr/>
          <p:nvPr/>
        </p:nvSpPr>
        <p:spPr>
          <a:xfrm>
            <a:off x="12045918"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 name="Rectangle: Rounded Corners 189">
            <a:extLst>
              <a:ext uri="{FF2B5EF4-FFF2-40B4-BE49-F238E27FC236}">
                <a16:creationId xmlns:a16="http://schemas.microsoft.com/office/drawing/2014/main" id="{008847C2-5957-9DE0-E07D-857190A38A4C}"/>
              </a:ext>
            </a:extLst>
          </p:cNvPr>
          <p:cNvSpPr/>
          <p:nvPr/>
        </p:nvSpPr>
        <p:spPr>
          <a:xfrm>
            <a:off x="12045918"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 name="TextBox 258">
            <a:extLst>
              <a:ext uri="{FF2B5EF4-FFF2-40B4-BE49-F238E27FC236}">
                <a16:creationId xmlns:a16="http://schemas.microsoft.com/office/drawing/2014/main" id="{6664AB38-7251-F57B-D707-385F6971AAA8}"/>
              </a:ext>
            </a:extLst>
          </p:cNvPr>
          <p:cNvSpPr txBox="1"/>
          <p:nvPr/>
        </p:nvSpPr>
        <p:spPr>
          <a:xfrm>
            <a:off x="12252029"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ديسمبر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555" name="Rectangle: Rounded Corners 554">
            <a:extLst>
              <a:ext uri="{FF2B5EF4-FFF2-40B4-BE49-F238E27FC236}">
                <a16:creationId xmlns:a16="http://schemas.microsoft.com/office/drawing/2014/main" id="{8BE8F478-A2DD-3841-5211-C49B5B138876}"/>
              </a:ext>
            </a:extLst>
          </p:cNvPr>
          <p:cNvSpPr/>
          <p:nvPr/>
        </p:nvSpPr>
        <p:spPr>
          <a:xfrm>
            <a:off x="14117845"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6" name="Rectangle: Rounded Corners 555">
            <a:extLst>
              <a:ext uri="{FF2B5EF4-FFF2-40B4-BE49-F238E27FC236}">
                <a16:creationId xmlns:a16="http://schemas.microsoft.com/office/drawing/2014/main" id="{0C7C0BC2-2872-3ED8-D48D-5A2692DA6C29}"/>
              </a:ext>
            </a:extLst>
          </p:cNvPr>
          <p:cNvSpPr/>
          <p:nvPr/>
        </p:nvSpPr>
        <p:spPr>
          <a:xfrm>
            <a:off x="14117845"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7" name="Rectangle: Rounded Corners 556">
            <a:extLst>
              <a:ext uri="{FF2B5EF4-FFF2-40B4-BE49-F238E27FC236}">
                <a16:creationId xmlns:a16="http://schemas.microsoft.com/office/drawing/2014/main" id="{F435CCDA-05CF-03D3-9B51-5B99B97975CC}"/>
              </a:ext>
            </a:extLst>
          </p:cNvPr>
          <p:cNvSpPr/>
          <p:nvPr/>
        </p:nvSpPr>
        <p:spPr>
          <a:xfrm>
            <a:off x="14117845"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Rounded Corners 557">
            <a:extLst>
              <a:ext uri="{FF2B5EF4-FFF2-40B4-BE49-F238E27FC236}">
                <a16:creationId xmlns:a16="http://schemas.microsoft.com/office/drawing/2014/main" id="{2ECDC854-8390-737D-0965-8CCDA545BADC}"/>
              </a:ext>
            </a:extLst>
          </p:cNvPr>
          <p:cNvSpPr/>
          <p:nvPr/>
        </p:nvSpPr>
        <p:spPr>
          <a:xfrm>
            <a:off x="14117845"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9" name="Rectangle: Rounded Corners 558">
            <a:extLst>
              <a:ext uri="{FF2B5EF4-FFF2-40B4-BE49-F238E27FC236}">
                <a16:creationId xmlns:a16="http://schemas.microsoft.com/office/drawing/2014/main" id="{B6D58D51-5543-9AD9-1838-2072A638B3D9}"/>
              </a:ext>
            </a:extLst>
          </p:cNvPr>
          <p:cNvSpPr/>
          <p:nvPr/>
        </p:nvSpPr>
        <p:spPr>
          <a:xfrm>
            <a:off x="14117845"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9" name="TextBox 568">
            <a:extLst>
              <a:ext uri="{FF2B5EF4-FFF2-40B4-BE49-F238E27FC236}">
                <a16:creationId xmlns:a16="http://schemas.microsoft.com/office/drawing/2014/main" id="{09B57377-DAC8-C17A-9891-A40E1EF053B1}"/>
              </a:ext>
            </a:extLst>
          </p:cNvPr>
          <p:cNvSpPr txBox="1"/>
          <p:nvPr/>
        </p:nvSpPr>
        <p:spPr>
          <a:xfrm>
            <a:off x="14323956"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نوفمبر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581" name="Rectangle: Rounded Corners 580">
            <a:extLst>
              <a:ext uri="{FF2B5EF4-FFF2-40B4-BE49-F238E27FC236}">
                <a16:creationId xmlns:a16="http://schemas.microsoft.com/office/drawing/2014/main" id="{F0FB292A-7C12-9913-ACF5-52DD96DD7421}"/>
              </a:ext>
            </a:extLst>
          </p:cNvPr>
          <p:cNvSpPr/>
          <p:nvPr/>
        </p:nvSpPr>
        <p:spPr>
          <a:xfrm>
            <a:off x="16189772"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2" name="Rectangle: Rounded Corners 581">
            <a:extLst>
              <a:ext uri="{FF2B5EF4-FFF2-40B4-BE49-F238E27FC236}">
                <a16:creationId xmlns:a16="http://schemas.microsoft.com/office/drawing/2014/main" id="{C0A207CB-99D5-DECF-E08C-722822CD2FE1}"/>
              </a:ext>
            </a:extLst>
          </p:cNvPr>
          <p:cNvSpPr/>
          <p:nvPr/>
        </p:nvSpPr>
        <p:spPr>
          <a:xfrm>
            <a:off x="16189772"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3" name="Rectangle: Rounded Corners 582">
            <a:extLst>
              <a:ext uri="{FF2B5EF4-FFF2-40B4-BE49-F238E27FC236}">
                <a16:creationId xmlns:a16="http://schemas.microsoft.com/office/drawing/2014/main" id="{EE384784-C729-6849-97B5-21C56A815A7B}"/>
              </a:ext>
            </a:extLst>
          </p:cNvPr>
          <p:cNvSpPr/>
          <p:nvPr/>
        </p:nvSpPr>
        <p:spPr>
          <a:xfrm>
            <a:off x="16189772"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4" name="Rectangle: Rounded Corners 583">
            <a:extLst>
              <a:ext uri="{FF2B5EF4-FFF2-40B4-BE49-F238E27FC236}">
                <a16:creationId xmlns:a16="http://schemas.microsoft.com/office/drawing/2014/main" id="{02E00411-6D89-948B-96CA-60F6F20EF6F8}"/>
              </a:ext>
            </a:extLst>
          </p:cNvPr>
          <p:cNvSpPr/>
          <p:nvPr/>
        </p:nvSpPr>
        <p:spPr>
          <a:xfrm>
            <a:off x="16189772"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5" name="Rectangle: Rounded Corners 584">
            <a:extLst>
              <a:ext uri="{FF2B5EF4-FFF2-40B4-BE49-F238E27FC236}">
                <a16:creationId xmlns:a16="http://schemas.microsoft.com/office/drawing/2014/main" id="{F40CC1D8-F511-0A85-3A2D-641FCE40BC69}"/>
              </a:ext>
            </a:extLst>
          </p:cNvPr>
          <p:cNvSpPr/>
          <p:nvPr/>
        </p:nvSpPr>
        <p:spPr>
          <a:xfrm>
            <a:off x="16189772"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5" name="TextBox 594">
            <a:extLst>
              <a:ext uri="{FF2B5EF4-FFF2-40B4-BE49-F238E27FC236}">
                <a16:creationId xmlns:a16="http://schemas.microsoft.com/office/drawing/2014/main" id="{C522025B-41E7-6BF3-A34B-F4F02107BDC7}"/>
              </a:ext>
            </a:extLst>
          </p:cNvPr>
          <p:cNvSpPr txBox="1"/>
          <p:nvPr/>
        </p:nvSpPr>
        <p:spPr>
          <a:xfrm>
            <a:off x="16395883"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أكتوبر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607" name="Rectangle: Rounded Corners 606">
            <a:extLst>
              <a:ext uri="{FF2B5EF4-FFF2-40B4-BE49-F238E27FC236}">
                <a16:creationId xmlns:a16="http://schemas.microsoft.com/office/drawing/2014/main" id="{07D660BC-696C-A32D-7F92-DB72B7A05D4B}"/>
              </a:ext>
            </a:extLst>
          </p:cNvPr>
          <p:cNvSpPr/>
          <p:nvPr/>
        </p:nvSpPr>
        <p:spPr>
          <a:xfrm>
            <a:off x="18261699"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8" name="Rectangle: Rounded Corners 607">
            <a:extLst>
              <a:ext uri="{FF2B5EF4-FFF2-40B4-BE49-F238E27FC236}">
                <a16:creationId xmlns:a16="http://schemas.microsoft.com/office/drawing/2014/main" id="{21B6961D-FCF8-DB41-8182-2102A426A0D3}"/>
              </a:ext>
            </a:extLst>
          </p:cNvPr>
          <p:cNvSpPr/>
          <p:nvPr/>
        </p:nvSpPr>
        <p:spPr>
          <a:xfrm>
            <a:off x="18261699"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9" name="Rectangle: Rounded Corners 608">
            <a:extLst>
              <a:ext uri="{FF2B5EF4-FFF2-40B4-BE49-F238E27FC236}">
                <a16:creationId xmlns:a16="http://schemas.microsoft.com/office/drawing/2014/main" id="{10FB0F9F-4876-A921-9EAC-5AE1DA621EC1}"/>
              </a:ext>
            </a:extLst>
          </p:cNvPr>
          <p:cNvSpPr/>
          <p:nvPr/>
        </p:nvSpPr>
        <p:spPr>
          <a:xfrm>
            <a:off x="18261699"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0" name="Rectangle: Rounded Corners 609">
            <a:extLst>
              <a:ext uri="{FF2B5EF4-FFF2-40B4-BE49-F238E27FC236}">
                <a16:creationId xmlns:a16="http://schemas.microsoft.com/office/drawing/2014/main" id="{E133F170-E6C7-E876-3AF5-42F632DB9F14}"/>
              </a:ext>
            </a:extLst>
          </p:cNvPr>
          <p:cNvSpPr/>
          <p:nvPr/>
        </p:nvSpPr>
        <p:spPr>
          <a:xfrm>
            <a:off x="18261699"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1" name="Rectangle: Rounded Corners 610">
            <a:extLst>
              <a:ext uri="{FF2B5EF4-FFF2-40B4-BE49-F238E27FC236}">
                <a16:creationId xmlns:a16="http://schemas.microsoft.com/office/drawing/2014/main" id="{76700576-FC71-7FD2-6166-AB467262C5C1}"/>
              </a:ext>
            </a:extLst>
          </p:cNvPr>
          <p:cNvSpPr/>
          <p:nvPr/>
        </p:nvSpPr>
        <p:spPr>
          <a:xfrm>
            <a:off x="18261699"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1" name="TextBox 620">
            <a:extLst>
              <a:ext uri="{FF2B5EF4-FFF2-40B4-BE49-F238E27FC236}">
                <a16:creationId xmlns:a16="http://schemas.microsoft.com/office/drawing/2014/main" id="{120D9499-AF51-141F-24F6-F8B87F7C3615}"/>
              </a:ext>
            </a:extLst>
          </p:cNvPr>
          <p:cNvSpPr txBox="1"/>
          <p:nvPr/>
        </p:nvSpPr>
        <p:spPr>
          <a:xfrm>
            <a:off x="18317631" y="2539034"/>
            <a:ext cx="1513335" cy="584775"/>
          </a:xfrm>
          <a:prstGeom prst="rect">
            <a:avLst/>
          </a:prstGeom>
          <a:noFill/>
        </p:spPr>
        <p:txBody>
          <a:bodyPr wrap="square" rtlCol="0">
            <a:spAutoFit/>
          </a:bodyPr>
          <a:lstStyle/>
          <a:p>
            <a:pPr algn="ctr"/>
            <a:r>
              <a:rPr lang="ar-SA" sz="1600" b="1">
                <a:solidFill>
                  <a:srgbClr val="106946"/>
                </a:solidFill>
                <a:latin typeface="Bahij TheSansArabic Bold" panose="02040503050201020203" charset="-78"/>
                <a:cs typeface="Bahij TheSansArabic Bold" panose="02040503050201020203" charset="-78"/>
              </a:rPr>
              <a:t>الإجمالي حتى سبتمبر</a:t>
            </a:r>
            <a:endParaRPr lang="en-US" sz="1600" b="1">
              <a:solidFill>
                <a:srgbClr val="106946"/>
              </a:solidFill>
              <a:latin typeface="Bahij TheSansArabic Bold" panose="02040503050201020203" charset="-78"/>
              <a:cs typeface="Bahij TheSansArabic Bold" panose="02040503050201020203" charset="-78"/>
            </a:endParaRPr>
          </a:p>
        </p:txBody>
      </p:sp>
      <p:graphicFrame>
        <p:nvGraphicFramePr>
          <p:cNvPr id="7" name="Chart 6">
            <a:extLst>
              <a:ext uri="{FF2B5EF4-FFF2-40B4-BE49-F238E27FC236}">
                <a16:creationId xmlns:a16="http://schemas.microsoft.com/office/drawing/2014/main" id="{60C5CD0A-871F-F6D5-D164-840ADDB3F572}"/>
              </a:ext>
            </a:extLst>
          </p:cNvPr>
          <p:cNvGraphicFramePr>
            <a:graphicFrameLocks noChangeAspect="1"/>
          </p:cNvGraphicFramePr>
          <p:nvPr>
            <p:extLst>
              <p:ext uri="{D42A27DB-BD31-4B8C-83A1-F6EECF244321}">
                <p14:modId xmlns:p14="http://schemas.microsoft.com/office/powerpoint/2010/main" val="1097233928"/>
              </p:ext>
            </p:extLst>
          </p:nvPr>
        </p:nvGraphicFramePr>
        <p:xfrm>
          <a:off x="12087820" y="2443600"/>
          <a:ext cx="1634354" cy="10276941"/>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8" name="Chart 7">
            <a:extLst>
              <a:ext uri="{FF2B5EF4-FFF2-40B4-BE49-F238E27FC236}">
                <a16:creationId xmlns:a16="http://schemas.microsoft.com/office/drawing/2014/main" id="{B496822D-F93C-B60F-9EB9-2F51FEB0EE96}"/>
              </a:ext>
            </a:extLst>
          </p:cNvPr>
          <p:cNvGraphicFramePr>
            <a:graphicFrameLocks noChangeAspect="1"/>
          </p:cNvGraphicFramePr>
          <p:nvPr>
            <p:extLst>
              <p:ext uri="{D42A27DB-BD31-4B8C-83A1-F6EECF244321}">
                <p14:modId xmlns:p14="http://schemas.microsoft.com/office/powerpoint/2010/main" val="4189775684"/>
              </p:ext>
            </p:extLst>
          </p:nvPr>
        </p:nvGraphicFramePr>
        <p:xfrm>
          <a:off x="14157889" y="2443600"/>
          <a:ext cx="1634354" cy="10276941"/>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Chart 10">
            <a:extLst>
              <a:ext uri="{FF2B5EF4-FFF2-40B4-BE49-F238E27FC236}">
                <a16:creationId xmlns:a16="http://schemas.microsoft.com/office/drawing/2014/main" id="{2CCD6606-AB3E-F0A1-69F5-D5D56FB61C9C}"/>
              </a:ext>
            </a:extLst>
          </p:cNvPr>
          <p:cNvGraphicFramePr>
            <a:graphicFrameLocks noChangeAspect="1"/>
          </p:cNvGraphicFramePr>
          <p:nvPr>
            <p:extLst>
              <p:ext uri="{D42A27DB-BD31-4B8C-83A1-F6EECF244321}">
                <p14:modId xmlns:p14="http://schemas.microsoft.com/office/powerpoint/2010/main" val="3294649743"/>
              </p:ext>
            </p:extLst>
          </p:nvPr>
        </p:nvGraphicFramePr>
        <p:xfrm>
          <a:off x="16227958" y="2443600"/>
          <a:ext cx="1634354" cy="10276941"/>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2" name="Chart 11">
            <a:extLst>
              <a:ext uri="{FF2B5EF4-FFF2-40B4-BE49-F238E27FC236}">
                <a16:creationId xmlns:a16="http://schemas.microsoft.com/office/drawing/2014/main" id="{A50F971C-9886-21E3-0320-4A82CDCF7462}"/>
              </a:ext>
            </a:extLst>
          </p:cNvPr>
          <p:cNvGraphicFramePr>
            <a:graphicFrameLocks noChangeAspect="1"/>
          </p:cNvGraphicFramePr>
          <p:nvPr>
            <p:extLst>
              <p:ext uri="{D42A27DB-BD31-4B8C-83A1-F6EECF244321}">
                <p14:modId xmlns:p14="http://schemas.microsoft.com/office/powerpoint/2010/main" val="2442627521"/>
              </p:ext>
            </p:extLst>
          </p:nvPr>
        </p:nvGraphicFramePr>
        <p:xfrm>
          <a:off x="18252194" y="2425357"/>
          <a:ext cx="1634354" cy="10276941"/>
        </p:xfrm>
        <a:graphic>
          <a:graphicData uri="http://schemas.openxmlformats.org/drawingml/2006/chart">
            <c:chart xmlns:c="http://schemas.openxmlformats.org/drawingml/2006/chart" xmlns:r="http://schemas.openxmlformats.org/officeDocument/2006/relationships" r:id="rId7"/>
          </a:graphicData>
        </a:graphic>
      </p:graphicFrame>
      <p:grpSp>
        <p:nvGrpSpPr>
          <p:cNvPr id="613" name="Group 612">
            <a:extLst>
              <a:ext uri="{FF2B5EF4-FFF2-40B4-BE49-F238E27FC236}">
                <a16:creationId xmlns:a16="http://schemas.microsoft.com/office/drawing/2014/main" id="{5A5164F6-B597-7CBC-C817-6F7A89BFA009}"/>
              </a:ext>
            </a:extLst>
          </p:cNvPr>
          <p:cNvGrpSpPr/>
          <p:nvPr/>
        </p:nvGrpSpPr>
        <p:grpSpPr>
          <a:xfrm>
            <a:off x="18991259" y="3104190"/>
            <a:ext cx="847611" cy="316517"/>
            <a:chOff x="-6600343" y="3070054"/>
            <a:chExt cx="846866" cy="316517"/>
          </a:xfrm>
        </p:grpSpPr>
        <p:sp>
          <p:nvSpPr>
            <p:cNvPr id="630" name="Rectangle: Rounded Corners 629">
              <a:extLst>
                <a:ext uri="{FF2B5EF4-FFF2-40B4-BE49-F238E27FC236}">
                  <a16:creationId xmlns:a16="http://schemas.microsoft.com/office/drawing/2014/main" id="{4D851AA0-7F6B-0D43-C0E0-041ECED422E2}"/>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a:t>
              </a:r>
            </a:p>
          </p:txBody>
        </p:sp>
        <p:sp>
          <p:nvSpPr>
            <p:cNvPr id="631" name="Arrow: Down 630">
              <a:extLst>
                <a:ext uri="{FF2B5EF4-FFF2-40B4-BE49-F238E27FC236}">
                  <a16:creationId xmlns:a16="http://schemas.microsoft.com/office/drawing/2014/main" id="{8B482E05-9A37-2F9C-2596-172C589EE9B5}"/>
                </a:ext>
              </a:extLst>
            </p:cNvPr>
            <p:cNvSpPr/>
            <p:nvPr/>
          </p:nvSpPr>
          <p:spPr>
            <a:xfrm rot="10800000">
              <a:off x="-5996253" y="30942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4" name="Group 613">
            <a:extLst>
              <a:ext uri="{FF2B5EF4-FFF2-40B4-BE49-F238E27FC236}">
                <a16:creationId xmlns:a16="http://schemas.microsoft.com/office/drawing/2014/main" id="{F629106B-26DC-1D17-1396-DAE305D2D4E2}"/>
              </a:ext>
            </a:extLst>
          </p:cNvPr>
          <p:cNvGrpSpPr/>
          <p:nvPr/>
        </p:nvGrpSpPr>
        <p:grpSpPr>
          <a:xfrm>
            <a:off x="18991259" y="4979848"/>
            <a:ext cx="847611" cy="310752"/>
            <a:chOff x="-6600343" y="4603178"/>
            <a:chExt cx="846866" cy="310752"/>
          </a:xfrm>
        </p:grpSpPr>
        <p:sp>
          <p:nvSpPr>
            <p:cNvPr id="628" name="Rectangle: Rounded Corners 627">
              <a:extLst>
                <a:ext uri="{FF2B5EF4-FFF2-40B4-BE49-F238E27FC236}">
                  <a16:creationId xmlns:a16="http://schemas.microsoft.com/office/drawing/2014/main" id="{CD219C28-537E-2B05-F5F2-F5CDD95709E7}"/>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0%</a:t>
              </a:r>
            </a:p>
          </p:txBody>
        </p:sp>
        <p:sp>
          <p:nvSpPr>
            <p:cNvPr id="629" name="Arrow: Down 628">
              <a:extLst>
                <a:ext uri="{FF2B5EF4-FFF2-40B4-BE49-F238E27FC236}">
                  <a16:creationId xmlns:a16="http://schemas.microsoft.com/office/drawing/2014/main" id="{C1B5EF94-6E35-7158-066B-A7F0FA61A3E1}"/>
                </a:ext>
              </a:extLst>
            </p:cNvPr>
            <p:cNvSpPr/>
            <p:nvPr/>
          </p:nvSpPr>
          <p:spPr>
            <a:xfrm rot="10800000">
              <a:off x="-5996253" y="460932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5" name="Group 614">
            <a:extLst>
              <a:ext uri="{FF2B5EF4-FFF2-40B4-BE49-F238E27FC236}">
                <a16:creationId xmlns:a16="http://schemas.microsoft.com/office/drawing/2014/main" id="{8A8C96C5-BE3D-49C8-0E9F-9CA831498F0F}"/>
              </a:ext>
            </a:extLst>
          </p:cNvPr>
          <p:cNvGrpSpPr/>
          <p:nvPr/>
        </p:nvGrpSpPr>
        <p:grpSpPr>
          <a:xfrm>
            <a:off x="18991259" y="6849741"/>
            <a:ext cx="847611" cy="310752"/>
            <a:chOff x="-6600343" y="6171548"/>
            <a:chExt cx="846866" cy="310752"/>
          </a:xfrm>
        </p:grpSpPr>
        <p:sp>
          <p:nvSpPr>
            <p:cNvPr id="626" name="Rectangle: Rounded Corners 625">
              <a:extLst>
                <a:ext uri="{FF2B5EF4-FFF2-40B4-BE49-F238E27FC236}">
                  <a16:creationId xmlns:a16="http://schemas.microsoft.com/office/drawing/2014/main" id="{DF6DA10D-FAE5-3A92-7C46-B7C68BD58FDB}"/>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50%</a:t>
              </a:r>
            </a:p>
          </p:txBody>
        </p:sp>
        <p:sp>
          <p:nvSpPr>
            <p:cNvPr id="627" name="Arrow: Down 626">
              <a:extLst>
                <a:ext uri="{FF2B5EF4-FFF2-40B4-BE49-F238E27FC236}">
                  <a16:creationId xmlns:a16="http://schemas.microsoft.com/office/drawing/2014/main" id="{00B4C6B1-2D89-78C2-8C64-CBEAB6441F44}"/>
                </a:ext>
              </a:extLst>
            </p:cNvPr>
            <p:cNvSpPr/>
            <p:nvPr/>
          </p:nvSpPr>
          <p:spPr>
            <a:xfrm rot="10800000">
              <a:off x="-5996253" y="61776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6" name="Group 615">
            <a:extLst>
              <a:ext uri="{FF2B5EF4-FFF2-40B4-BE49-F238E27FC236}">
                <a16:creationId xmlns:a16="http://schemas.microsoft.com/office/drawing/2014/main" id="{F1CBA8E2-B38A-5F00-48CD-E749AE21CFA8}"/>
              </a:ext>
            </a:extLst>
          </p:cNvPr>
          <p:cNvGrpSpPr/>
          <p:nvPr/>
        </p:nvGrpSpPr>
        <p:grpSpPr>
          <a:xfrm>
            <a:off x="18991259" y="8719634"/>
            <a:ext cx="847611" cy="310752"/>
            <a:chOff x="-6600343" y="7739918"/>
            <a:chExt cx="846866" cy="310752"/>
          </a:xfrm>
        </p:grpSpPr>
        <p:sp>
          <p:nvSpPr>
            <p:cNvPr id="624" name="Rectangle: Rounded Corners 623">
              <a:extLst>
                <a:ext uri="{FF2B5EF4-FFF2-40B4-BE49-F238E27FC236}">
                  <a16:creationId xmlns:a16="http://schemas.microsoft.com/office/drawing/2014/main" id="{BDB0E986-B5F7-A8C4-BCF7-1CACFB6D72CE}"/>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-32%</a:t>
              </a:r>
            </a:p>
          </p:txBody>
        </p:sp>
        <p:sp>
          <p:nvSpPr>
            <p:cNvPr id="625" name="Arrow: Down 624">
              <a:extLst>
                <a:ext uri="{FF2B5EF4-FFF2-40B4-BE49-F238E27FC236}">
                  <a16:creationId xmlns:a16="http://schemas.microsoft.com/office/drawing/2014/main" id="{E73C869A-F621-1B1D-E6DC-368E6D849D29}"/>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8EC44929-308B-EF83-6E2B-0DF89C299172}"/>
              </a:ext>
            </a:extLst>
          </p:cNvPr>
          <p:cNvGrpSpPr/>
          <p:nvPr/>
        </p:nvGrpSpPr>
        <p:grpSpPr>
          <a:xfrm>
            <a:off x="18991259" y="10589527"/>
            <a:ext cx="847611" cy="310752"/>
            <a:chOff x="6117941" y="9303259"/>
            <a:chExt cx="847611" cy="310752"/>
          </a:xfrm>
        </p:grpSpPr>
        <p:sp>
          <p:nvSpPr>
            <p:cNvPr id="617" name="Rectangle: Rounded Corners 616">
              <a:extLst>
                <a:ext uri="{FF2B5EF4-FFF2-40B4-BE49-F238E27FC236}">
                  <a16:creationId xmlns:a16="http://schemas.microsoft.com/office/drawing/2014/main" id="{5AFF713B-1F6D-24A3-B23E-B1FB0EE28ACB}"/>
                </a:ext>
              </a:extLst>
            </p:cNvPr>
            <p:cNvSpPr/>
            <p:nvPr/>
          </p:nvSpPr>
          <p:spPr>
            <a:xfrm>
              <a:off x="6117941"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618" name="Arrow: Down 617">
              <a:extLst>
                <a:ext uri="{FF2B5EF4-FFF2-40B4-BE49-F238E27FC236}">
                  <a16:creationId xmlns:a16="http://schemas.microsoft.com/office/drawing/2014/main" id="{E768A28E-9B84-EFC0-29FA-99CB12409EAB}"/>
                </a:ext>
              </a:extLst>
            </p:cNvPr>
            <p:cNvSpPr/>
            <p:nvPr/>
          </p:nvSpPr>
          <p:spPr>
            <a:xfrm rot="10800000">
              <a:off x="6724596"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7" name="Group 586">
            <a:extLst>
              <a:ext uri="{FF2B5EF4-FFF2-40B4-BE49-F238E27FC236}">
                <a16:creationId xmlns:a16="http://schemas.microsoft.com/office/drawing/2014/main" id="{41E67761-9898-C290-D10F-5459C367A62A}"/>
              </a:ext>
            </a:extLst>
          </p:cNvPr>
          <p:cNvGrpSpPr/>
          <p:nvPr/>
        </p:nvGrpSpPr>
        <p:grpSpPr>
          <a:xfrm>
            <a:off x="16919332" y="3104190"/>
            <a:ext cx="847611" cy="316517"/>
            <a:chOff x="-6600343" y="3070054"/>
            <a:chExt cx="846866" cy="316517"/>
          </a:xfrm>
        </p:grpSpPr>
        <p:sp>
          <p:nvSpPr>
            <p:cNvPr id="604" name="Rectangle: Rounded Corners 603">
              <a:extLst>
                <a:ext uri="{FF2B5EF4-FFF2-40B4-BE49-F238E27FC236}">
                  <a16:creationId xmlns:a16="http://schemas.microsoft.com/office/drawing/2014/main" id="{E5E83A76-BF02-1BD8-8041-2B121C63EEEB}"/>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-56%</a:t>
              </a:r>
            </a:p>
          </p:txBody>
        </p:sp>
        <p:sp>
          <p:nvSpPr>
            <p:cNvPr id="605" name="Arrow: Down 604">
              <a:extLst>
                <a:ext uri="{FF2B5EF4-FFF2-40B4-BE49-F238E27FC236}">
                  <a16:creationId xmlns:a16="http://schemas.microsoft.com/office/drawing/2014/main" id="{BB1AF6D7-78ED-8476-CEFD-905221FFBC88}"/>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8" name="Group 587">
            <a:extLst>
              <a:ext uri="{FF2B5EF4-FFF2-40B4-BE49-F238E27FC236}">
                <a16:creationId xmlns:a16="http://schemas.microsoft.com/office/drawing/2014/main" id="{3E64E562-5A83-5E36-C354-96996EE0FDDC}"/>
              </a:ext>
            </a:extLst>
          </p:cNvPr>
          <p:cNvGrpSpPr/>
          <p:nvPr/>
        </p:nvGrpSpPr>
        <p:grpSpPr>
          <a:xfrm>
            <a:off x="16919332" y="4979848"/>
            <a:ext cx="847611" cy="310752"/>
            <a:chOff x="-6600343" y="4603178"/>
            <a:chExt cx="846866" cy="310752"/>
          </a:xfrm>
        </p:grpSpPr>
        <p:sp>
          <p:nvSpPr>
            <p:cNvPr id="602" name="Rectangle: Rounded Corners 601">
              <a:extLst>
                <a:ext uri="{FF2B5EF4-FFF2-40B4-BE49-F238E27FC236}">
                  <a16:creationId xmlns:a16="http://schemas.microsoft.com/office/drawing/2014/main" id="{B0F128A0-D15C-AED3-090E-0DE0136C0B05}"/>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-19%</a:t>
              </a:r>
            </a:p>
          </p:txBody>
        </p:sp>
        <p:sp>
          <p:nvSpPr>
            <p:cNvPr id="603" name="Arrow: Down 602">
              <a:extLst>
                <a:ext uri="{FF2B5EF4-FFF2-40B4-BE49-F238E27FC236}">
                  <a16:creationId xmlns:a16="http://schemas.microsoft.com/office/drawing/2014/main" id="{2CD18D91-2BF2-AD58-8212-19ED82169FDF}"/>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9" name="Group 588">
            <a:extLst>
              <a:ext uri="{FF2B5EF4-FFF2-40B4-BE49-F238E27FC236}">
                <a16:creationId xmlns:a16="http://schemas.microsoft.com/office/drawing/2014/main" id="{56B5B7A3-5CA0-5639-B1D5-223C8BB4CE44}"/>
              </a:ext>
            </a:extLst>
          </p:cNvPr>
          <p:cNvGrpSpPr/>
          <p:nvPr/>
        </p:nvGrpSpPr>
        <p:grpSpPr>
          <a:xfrm>
            <a:off x="16919332" y="6849741"/>
            <a:ext cx="847611" cy="310752"/>
            <a:chOff x="-6600343" y="6171548"/>
            <a:chExt cx="846866" cy="310752"/>
          </a:xfrm>
        </p:grpSpPr>
        <p:sp>
          <p:nvSpPr>
            <p:cNvPr id="600" name="Rectangle: Rounded Corners 599">
              <a:extLst>
                <a:ext uri="{FF2B5EF4-FFF2-40B4-BE49-F238E27FC236}">
                  <a16:creationId xmlns:a16="http://schemas.microsoft.com/office/drawing/2014/main" id="{922E9FF1-F12E-1B35-067C-78F41B428550}"/>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-12%</a:t>
              </a:r>
            </a:p>
          </p:txBody>
        </p:sp>
        <p:sp>
          <p:nvSpPr>
            <p:cNvPr id="601" name="Arrow: Down 600">
              <a:extLst>
                <a:ext uri="{FF2B5EF4-FFF2-40B4-BE49-F238E27FC236}">
                  <a16:creationId xmlns:a16="http://schemas.microsoft.com/office/drawing/2014/main" id="{1EE15B28-F9E7-700E-DE17-5607CC85BE1E}"/>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0" name="Group 589">
            <a:extLst>
              <a:ext uri="{FF2B5EF4-FFF2-40B4-BE49-F238E27FC236}">
                <a16:creationId xmlns:a16="http://schemas.microsoft.com/office/drawing/2014/main" id="{166E8A7A-D254-74B1-CCD5-71BE4C28DB6C}"/>
              </a:ext>
            </a:extLst>
          </p:cNvPr>
          <p:cNvGrpSpPr/>
          <p:nvPr/>
        </p:nvGrpSpPr>
        <p:grpSpPr>
          <a:xfrm>
            <a:off x="16919332" y="8719634"/>
            <a:ext cx="847611" cy="310752"/>
            <a:chOff x="-6600343" y="7739918"/>
            <a:chExt cx="846866" cy="310752"/>
          </a:xfrm>
        </p:grpSpPr>
        <p:sp>
          <p:nvSpPr>
            <p:cNvPr id="598" name="Rectangle: Rounded Corners 597">
              <a:extLst>
                <a:ext uri="{FF2B5EF4-FFF2-40B4-BE49-F238E27FC236}">
                  <a16:creationId xmlns:a16="http://schemas.microsoft.com/office/drawing/2014/main" id="{84873BCC-E288-9F4C-E343-405C526F2E6C}"/>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-22%</a:t>
              </a:r>
            </a:p>
          </p:txBody>
        </p:sp>
        <p:sp>
          <p:nvSpPr>
            <p:cNvPr id="599" name="Arrow: Down 598">
              <a:extLst>
                <a:ext uri="{FF2B5EF4-FFF2-40B4-BE49-F238E27FC236}">
                  <a16:creationId xmlns:a16="http://schemas.microsoft.com/office/drawing/2014/main" id="{492A501A-ABA5-8308-9BB3-B309FE2FD049}"/>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 name="Group 29">
            <a:extLst>
              <a:ext uri="{FF2B5EF4-FFF2-40B4-BE49-F238E27FC236}">
                <a16:creationId xmlns:a16="http://schemas.microsoft.com/office/drawing/2014/main" id="{D7D03B8C-A242-EE17-6053-E559789E53FA}"/>
              </a:ext>
            </a:extLst>
          </p:cNvPr>
          <p:cNvGrpSpPr/>
          <p:nvPr/>
        </p:nvGrpSpPr>
        <p:grpSpPr>
          <a:xfrm>
            <a:off x="16919332" y="10589527"/>
            <a:ext cx="847611" cy="310752"/>
            <a:chOff x="4404594" y="9303259"/>
            <a:chExt cx="847611" cy="310752"/>
          </a:xfrm>
        </p:grpSpPr>
        <p:sp>
          <p:nvSpPr>
            <p:cNvPr id="591" name="Rectangle: Rounded Corners 590">
              <a:extLst>
                <a:ext uri="{FF2B5EF4-FFF2-40B4-BE49-F238E27FC236}">
                  <a16:creationId xmlns:a16="http://schemas.microsoft.com/office/drawing/2014/main" id="{4E24C855-5CD5-4FFD-3B53-BEDB4DB5BD67}"/>
                </a:ext>
              </a:extLst>
            </p:cNvPr>
            <p:cNvSpPr/>
            <p:nvPr/>
          </p:nvSpPr>
          <p:spPr>
            <a:xfrm>
              <a:off x="4404594"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11%</a:t>
              </a:r>
            </a:p>
          </p:txBody>
        </p:sp>
        <p:sp>
          <p:nvSpPr>
            <p:cNvPr id="592" name="Arrow: Down 591">
              <a:extLst>
                <a:ext uri="{FF2B5EF4-FFF2-40B4-BE49-F238E27FC236}">
                  <a16:creationId xmlns:a16="http://schemas.microsoft.com/office/drawing/2014/main" id="{BDC06B5E-ED23-0269-4163-E6BAED4BCB0D}"/>
                </a:ext>
              </a:extLst>
            </p:cNvPr>
            <p:cNvSpPr/>
            <p:nvPr/>
          </p:nvSpPr>
          <p:spPr>
            <a:xfrm rot="10800000">
              <a:off x="5011249"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1" name="Group 560">
            <a:extLst>
              <a:ext uri="{FF2B5EF4-FFF2-40B4-BE49-F238E27FC236}">
                <a16:creationId xmlns:a16="http://schemas.microsoft.com/office/drawing/2014/main" id="{F5AA3262-B859-4145-6581-FF7859C1C76C}"/>
              </a:ext>
            </a:extLst>
          </p:cNvPr>
          <p:cNvGrpSpPr/>
          <p:nvPr/>
        </p:nvGrpSpPr>
        <p:grpSpPr>
          <a:xfrm>
            <a:off x="14847405" y="3104190"/>
            <a:ext cx="847611" cy="316517"/>
            <a:chOff x="-6600343" y="3070054"/>
            <a:chExt cx="846866" cy="316517"/>
          </a:xfrm>
        </p:grpSpPr>
        <p:sp>
          <p:nvSpPr>
            <p:cNvPr id="578" name="Rectangle: Rounded Corners 577">
              <a:extLst>
                <a:ext uri="{FF2B5EF4-FFF2-40B4-BE49-F238E27FC236}">
                  <a16:creationId xmlns:a16="http://schemas.microsoft.com/office/drawing/2014/main" id="{258B8AC4-FC86-8C5F-EBEC-9B7A21399843}"/>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-4%</a:t>
              </a:r>
            </a:p>
          </p:txBody>
        </p:sp>
        <p:sp>
          <p:nvSpPr>
            <p:cNvPr id="579" name="Arrow: Down 578">
              <a:extLst>
                <a:ext uri="{FF2B5EF4-FFF2-40B4-BE49-F238E27FC236}">
                  <a16:creationId xmlns:a16="http://schemas.microsoft.com/office/drawing/2014/main" id="{2A34ED3C-A304-9A28-23F3-177C923B4024}"/>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2" name="Group 561">
            <a:extLst>
              <a:ext uri="{FF2B5EF4-FFF2-40B4-BE49-F238E27FC236}">
                <a16:creationId xmlns:a16="http://schemas.microsoft.com/office/drawing/2014/main" id="{E20F13BC-A37E-09F7-E3B5-B22727949529}"/>
              </a:ext>
            </a:extLst>
          </p:cNvPr>
          <p:cNvGrpSpPr/>
          <p:nvPr/>
        </p:nvGrpSpPr>
        <p:grpSpPr>
          <a:xfrm>
            <a:off x="14847405" y="4979848"/>
            <a:ext cx="847611" cy="310752"/>
            <a:chOff x="-6600343" y="4603178"/>
            <a:chExt cx="846866" cy="310752"/>
          </a:xfrm>
        </p:grpSpPr>
        <p:sp>
          <p:nvSpPr>
            <p:cNvPr id="576" name="Rectangle: Rounded Corners 575">
              <a:extLst>
                <a:ext uri="{FF2B5EF4-FFF2-40B4-BE49-F238E27FC236}">
                  <a16:creationId xmlns:a16="http://schemas.microsoft.com/office/drawing/2014/main" id="{20ED13F2-2347-DD96-6B78-B53502DAFC10}"/>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a:t>
              </a:r>
            </a:p>
          </p:txBody>
        </p:sp>
        <p:sp>
          <p:nvSpPr>
            <p:cNvPr id="577" name="Arrow: Down 576">
              <a:extLst>
                <a:ext uri="{FF2B5EF4-FFF2-40B4-BE49-F238E27FC236}">
                  <a16:creationId xmlns:a16="http://schemas.microsoft.com/office/drawing/2014/main" id="{8CA931E2-1266-B138-3824-B047EF20F2A1}"/>
                </a:ext>
              </a:extLst>
            </p:cNvPr>
            <p:cNvSpPr/>
            <p:nvPr/>
          </p:nvSpPr>
          <p:spPr>
            <a:xfrm rot="10800000">
              <a:off x="-5996253" y="460932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3" name="Group 562">
            <a:extLst>
              <a:ext uri="{FF2B5EF4-FFF2-40B4-BE49-F238E27FC236}">
                <a16:creationId xmlns:a16="http://schemas.microsoft.com/office/drawing/2014/main" id="{E9C8E0FF-13D8-E516-E9FE-D63F013C8562}"/>
              </a:ext>
            </a:extLst>
          </p:cNvPr>
          <p:cNvGrpSpPr/>
          <p:nvPr/>
        </p:nvGrpSpPr>
        <p:grpSpPr>
          <a:xfrm>
            <a:off x="14847405" y="6849741"/>
            <a:ext cx="847611" cy="310752"/>
            <a:chOff x="-6600343" y="6171548"/>
            <a:chExt cx="846866" cy="310752"/>
          </a:xfrm>
        </p:grpSpPr>
        <p:sp>
          <p:nvSpPr>
            <p:cNvPr id="574" name="Rectangle: Rounded Corners 573">
              <a:extLst>
                <a:ext uri="{FF2B5EF4-FFF2-40B4-BE49-F238E27FC236}">
                  <a16:creationId xmlns:a16="http://schemas.microsoft.com/office/drawing/2014/main" id="{132A8D69-7CC1-134A-EFAB-B80FC5146EDB}"/>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-24%</a:t>
              </a:r>
            </a:p>
          </p:txBody>
        </p:sp>
        <p:sp>
          <p:nvSpPr>
            <p:cNvPr id="575" name="Arrow: Down 574">
              <a:extLst>
                <a:ext uri="{FF2B5EF4-FFF2-40B4-BE49-F238E27FC236}">
                  <a16:creationId xmlns:a16="http://schemas.microsoft.com/office/drawing/2014/main" id="{057775FD-30F3-79C0-82EF-AF48AA5FCBC6}"/>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4" name="Group 563">
            <a:extLst>
              <a:ext uri="{FF2B5EF4-FFF2-40B4-BE49-F238E27FC236}">
                <a16:creationId xmlns:a16="http://schemas.microsoft.com/office/drawing/2014/main" id="{21AE2629-D31D-977E-74C7-67D26DAEEB18}"/>
              </a:ext>
            </a:extLst>
          </p:cNvPr>
          <p:cNvGrpSpPr/>
          <p:nvPr/>
        </p:nvGrpSpPr>
        <p:grpSpPr>
          <a:xfrm>
            <a:off x="14847405" y="8719634"/>
            <a:ext cx="847611" cy="310752"/>
            <a:chOff x="-6600343" y="7739918"/>
            <a:chExt cx="846866" cy="310752"/>
          </a:xfrm>
        </p:grpSpPr>
        <p:sp>
          <p:nvSpPr>
            <p:cNvPr id="572" name="Rectangle: Rounded Corners 571">
              <a:extLst>
                <a:ext uri="{FF2B5EF4-FFF2-40B4-BE49-F238E27FC236}">
                  <a16:creationId xmlns:a16="http://schemas.microsoft.com/office/drawing/2014/main" id="{34C26535-C529-5844-60E4-C2440BE3CA31}"/>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-35%</a:t>
              </a:r>
            </a:p>
          </p:txBody>
        </p:sp>
        <p:sp>
          <p:nvSpPr>
            <p:cNvPr id="573" name="Arrow: Down 572">
              <a:extLst>
                <a:ext uri="{FF2B5EF4-FFF2-40B4-BE49-F238E27FC236}">
                  <a16:creationId xmlns:a16="http://schemas.microsoft.com/office/drawing/2014/main" id="{0045825F-9ECE-31EF-7D54-E01AD6A64CD6}"/>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646E2B42-CC3F-2260-26A5-CC8C99449431}"/>
              </a:ext>
            </a:extLst>
          </p:cNvPr>
          <p:cNvGrpSpPr/>
          <p:nvPr/>
        </p:nvGrpSpPr>
        <p:grpSpPr>
          <a:xfrm>
            <a:off x="14847405" y="10589527"/>
            <a:ext cx="847611" cy="310752"/>
            <a:chOff x="2691247" y="9303259"/>
            <a:chExt cx="847611" cy="310752"/>
          </a:xfrm>
        </p:grpSpPr>
        <p:sp>
          <p:nvSpPr>
            <p:cNvPr id="565" name="Rectangle: Rounded Corners 564">
              <a:extLst>
                <a:ext uri="{FF2B5EF4-FFF2-40B4-BE49-F238E27FC236}">
                  <a16:creationId xmlns:a16="http://schemas.microsoft.com/office/drawing/2014/main" id="{A0B4BEA7-2EAD-DE5C-6497-9A7F1CD733FA}"/>
                </a:ext>
              </a:extLst>
            </p:cNvPr>
            <p:cNvSpPr/>
            <p:nvPr/>
          </p:nvSpPr>
          <p:spPr>
            <a:xfrm>
              <a:off x="2691247"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566" name="Arrow: Down 565">
              <a:extLst>
                <a:ext uri="{FF2B5EF4-FFF2-40B4-BE49-F238E27FC236}">
                  <a16:creationId xmlns:a16="http://schemas.microsoft.com/office/drawing/2014/main" id="{D87B631B-7293-F71D-8C73-9D26CB2599F1}"/>
                </a:ext>
              </a:extLst>
            </p:cNvPr>
            <p:cNvSpPr/>
            <p:nvPr/>
          </p:nvSpPr>
          <p:spPr>
            <a:xfrm rot="10800000">
              <a:off x="3297902"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1" name="Group 270">
            <a:extLst>
              <a:ext uri="{FF2B5EF4-FFF2-40B4-BE49-F238E27FC236}">
                <a16:creationId xmlns:a16="http://schemas.microsoft.com/office/drawing/2014/main" id="{6896D789-F1FF-D344-FFB2-4AD3EDA8D596}"/>
              </a:ext>
            </a:extLst>
          </p:cNvPr>
          <p:cNvGrpSpPr/>
          <p:nvPr/>
        </p:nvGrpSpPr>
        <p:grpSpPr>
          <a:xfrm>
            <a:off x="12775478" y="3104190"/>
            <a:ext cx="847611" cy="316517"/>
            <a:chOff x="-6600343" y="3070054"/>
            <a:chExt cx="846866" cy="316517"/>
          </a:xfrm>
        </p:grpSpPr>
        <p:sp>
          <p:nvSpPr>
            <p:cNvPr id="312" name="Rectangle: Rounded Corners 311">
              <a:extLst>
                <a:ext uri="{FF2B5EF4-FFF2-40B4-BE49-F238E27FC236}">
                  <a16:creationId xmlns:a16="http://schemas.microsoft.com/office/drawing/2014/main" id="{C6AF0CDC-08C3-6A03-4B95-2FE9AAFE6FF8}"/>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-39%</a:t>
              </a:r>
            </a:p>
          </p:txBody>
        </p:sp>
        <p:sp>
          <p:nvSpPr>
            <p:cNvPr id="313" name="Arrow: Down 312">
              <a:extLst>
                <a:ext uri="{FF2B5EF4-FFF2-40B4-BE49-F238E27FC236}">
                  <a16:creationId xmlns:a16="http://schemas.microsoft.com/office/drawing/2014/main" id="{47D3F187-C4D8-7CF8-648D-9945351A671C}"/>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2" name="Group 271">
            <a:extLst>
              <a:ext uri="{FF2B5EF4-FFF2-40B4-BE49-F238E27FC236}">
                <a16:creationId xmlns:a16="http://schemas.microsoft.com/office/drawing/2014/main" id="{41BE0D3F-7583-9FDD-3AE8-B15643E338AB}"/>
              </a:ext>
            </a:extLst>
          </p:cNvPr>
          <p:cNvGrpSpPr/>
          <p:nvPr/>
        </p:nvGrpSpPr>
        <p:grpSpPr>
          <a:xfrm>
            <a:off x="12775478" y="4979848"/>
            <a:ext cx="847611" cy="310752"/>
            <a:chOff x="-6600343" y="4603178"/>
            <a:chExt cx="846866" cy="310752"/>
          </a:xfrm>
        </p:grpSpPr>
        <p:sp>
          <p:nvSpPr>
            <p:cNvPr id="310" name="Rectangle: Rounded Corners 309">
              <a:extLst>
                <a:ext uri="{FF2B5EF4-FFF2-40B4-BE49-F238E27FC236}">
                  <a16:creationId xmlns:a16="http://schemas.microsoft.com/office/drawing/2014/main" id="{EBBEAA1A-0B06-E795-DCA0-62FBFEF89BD5}"/>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-19%</a:t>
              </a:r>
            </a:p>
          </p:txBody>
        </p:sp>
        <p:sp>
          <p:nvSpPr>
            <p:cNvPr id="311" name="Arrow: Down 310">
              <a:extLst>
                <a:ext uri="{FF2B5EF4-FFF2-40B4-BE49-F238E27FC236}">
                  <a16:creationId xmlns:a16="http://schemas.microsoft.com/office/drawing/2014/main" id="{0F326441-3DB2-7D0E-64AE-9FCBB8059F98}"/>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3" name="Group 272">
            <a:extLst>
              <a:ext uri="{FF2B5EF4-FFF2-40B4-BE49-F238E27FC236}">
                <a16:creationId xmlns:a16="http://schemas.microsoft.com/office/drawing/2014/main" id="{437D9806-0725-AB44-26C5-12AFFFF13F94}"/>
              </a:ext>
            </a:extLst>
          </p:cNvPr>
          <p:cNvGrpSpPr/>
          <p:nvPr/>
        </p:nvGrpSpPr>
        <p:grpSpPr>
          <a:xfrm>
            <a:off x="12775478" y="6849741"/>
            <a:ext cx="847611" cy="310752"/>
            <a:chOff x="-6600343" y="6171548"/>
            <a:chExt cx="846866" cy="310752"/>
          </a:xfrm>
        </p:grpSpPr>
        <p:sp>
          <p:nvSpPr>
            <p:cNvPr id="308" name="Rectangle: Rounded Corners 307">
              <a:extLst>
                <a:ext uri="{FF2B5EF4-FFF2-40B4-BE49-F238E27FC236}">
                  <a16:creationId xmlns:a16="http://schemas.microsoft.com/office/drawing/2014/main" id="{C62E23B9-5A77-DBC8-8FF8-8EE176074112}"/>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-23%</a:t>
              </a:r>
            </a:p>
          </p:txBody>
        </p:sp>
        <p:sp>
          <p:nvSpPr>
            <p:cNvPr id="309" name="Arrow: Down 308">
              <a:extLst>
                <a:ext uri="{FF2B5EF4-FFF2-40B4-BE49-F238E27FC236}">
                  <a16:creationId xmlns:a16="http://schemas.microsoft.com/office/drawing/2014/main" id="{3BFA4FC9-EC23-5D68-101C-473056797668}"/>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4" name="Group 273">
            <a:extLst>
              <a:ext uri="{FF2B5EF4-FFF2-40B4-BE49-F238E27FC236}">
                <a16:creationId xmlns:a16="http://schemas.microsoft.com/office/drawing/2014/main" id="{DD54FB3E-9954-4DAE-CE94-C5F2009A814B}"/>
              </a:ext>
            </a:extLst>
          </p:cNvPr>
          <p:cNvGrpSpPr/>
          <p:nvPr/>
        </p:nvGrpSpPr>
        <p:grpSpPr>
          <a:xfrm>
            <a:off x="12775478" y="8719634"/>
            <a:ext cx="847611" cy="310752"/>
            <a:chOff x="-6600343" y="7739918"/>
            <a:chExt cx="846866" cy="310752"/>
          </a:xfrm>
        </p:grpSpPr>
        <p:sp>
          <p:nvSpPr>
            <p:cNvPr id="306" name="Rectangle: Rounded Corners 305">
              <a:extLst>
                <a:ext uri="{FF2B5EF4-FFF2-40B4-BE49-F238E27FC236}">
                  <a16:creationId xmlns:a16="http://schemas.microsoft.com/office/drawing/2014/main" id="{2919D0AE-1780-6A01-2404-83FD56B7C8BB}"/>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-35%</a:t>
              </a:r>
            </a:p>
          </p:txBody>
        </p:sp>
        <p:sp>
          <p:nvSpPr>
            <p:cNvPr id="307" name="Arrow: Down 306">
              <a:extLst>
                <a:ext uri="{FF2B5EF4-FFF2-40B4-BE49-F238E27FC236}">
                  <a16:creationId xmlns:a16="http://schemas.microsoft.com/office/drawing/2014/main" id="{C72F4FCB-795F-5CC3-AE9F-23B5E29F608E}"/>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547905BC-C28A-7DF6-B9DE-6952839508C1}"/>
              </a:ext>
            </a:extLst>
          </p:cNvPr>
          <p:cNvGrpSpPr/>
          <p:nvPr/>
        </p:nvGrpSpPr>
        <p:grpSpPr>
          <a:xfrm>
            <a:off x="12775478" y="10589527"/>
            <a:ext cx="847611" cy="310752"/>
            <a:chOff x="977900" y="9303259"/>
            <a:chExt cx="847611" cy="310752"/>
          </a:xfrm>
        </p:grpSpPr>
        <p:sp>
          <p:nvSpPr>
            <p:cNvPr id="275" name="Rectangle: Rounded Corners 274">
              <a:extLst>
                <a:ext uri="{FF2B5EF4-FFF2-40B4-BE49-F238E27FC236}">
                  <a16:creationId xmlns:a16="http://schemas.microsoft.com/office/drawing/2014/main" id="{E34C550E-C7E8-D8EF-05E2-C4986297A5EB}"/>
                </a:ext>
              </a:extLst>
            </p:cNvPr>
            <p:cNvSpPr/>
            <p:nvPr/>
          </p:nvSpPr>
          <p:spPr>
            <a:xfrm>
              <a:off x="977900"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276" name="Arrow: Down 275">
              <a:extLst>
                <a:ext uri="{FF2B5EF4-FFF2-40B4-BE49-F238E27FC236}">
                  <a16:creationId xmlns:a16="http://schemas.microsoft.com/office/drawing/2014/main" id="{60C83694-3056-077F-76A7-467C616E32BD}"/>
                </a:ext>
              </a:extLst>
            </p:cNvPr>
            <p:cNvSpPr/>
            <p:nvPr/>
          </p:nvSpPr>
          <p:spPr>
            <a:xfrm rot="10800000">
              <a:off x="1584555"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59" name="Rectangle: Rounded Corners 358">
            <a:extLst>
              <a:ext uri="{FF2B5EF4-FFF2-40B4-BE49-F238E27FC236}">
                <a16:creationId xmlns:a16="http://schemas.microsoft.com/office/drawing/2014/main" id="{5357C98F-9973-4BE5-A41D-354D293713EF}"/>
              </a:ext>
            </a:extLst>
          </p:cNvPr>
          <p:cNvSpPr/>
          <p:nvPr/>
        </p:nvSpPr>
        <p:spPr>
          <a:xfrm>
            <a:off x="9960436" y="30596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 name="Rectangle: Rounded Corners 360">
            <a:extLst>
              <a:ext uri="{FF2B5EF4-FFF2-40B4-BE49-F238E27FC236}">
                <a16:creationId xmlns:a16="http://schemas.microsoft.com/office/drawing/2014/main" id="{28FB5A69-B6E2-4026-BB41-8BACD2697AF0}"/>
              </a:ext>
            </a:extLst>
          </p:cNvPr>
          <p:cNvSpPr/>
          <p:nvPr/>
        </p:nvSpPr>
        <p:spPr>
          <a:xfrm>
            <a:off x="9960436" y="49305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 name="Rectangle: Rounded Corners 363">
            <a:extLst>
              <a:ext uri="{FF2B5EF4-FFF2-40B4-BE49-F238E27FC236}">
                <a16:creationId xmlns:a16="http://schemas.microsoft.com/office/drawing/2014/main" id="{5D7C9587-565E-4A55-ACE8-947245F33FD5}"/>
              </a:ext>
            </a:extLst>
          </p:cNvPr>
          <p:cNvSpPr/>
          <p:nvPr/>
        </p:nvSpPr>
        <p:spPr>
          <a:xfrm>
            <a:off x="9960436" y="68014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 name="Rectangle: Rounded Corners 364">
            <a:extLst>
              <a:ext uri="{FF2B5EF4-FFF2-40B4-BE49-F238E27FC236}">
                <a16:creationId xmlns:a16="http://schemas.microsoft.com/office/drawing/2014/main" id="{858837B3-6F58-437C-88DD-5B35F9E479BC}"/>
              </a:ext>
            </a:extLst>
          </p:cNvPr>
          <p:cNvSpPr/>
          <p:nvPr/>
        </p:nvSpPr>
        <p:spPr>
          <a:xfrm>
            <a:off x="9960436" y="867226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 name="Rectangle: Rounded Corners 365">
            <a:extLst>
              <a:ext uri="{FF2B5EF4-FFF2-40B4-BE49-F238E27FC236}">
                <a16:creationId xmlns:a16="http://schemas.microsoft.com/office/drawing/2014/main" id="{7B5CC64E-7D3D-4DA4-970B-A43A287BD81C}"/>
              </a:ext>
            </a:extLst>
          </p:cNvPr>
          <p:cNvSpPr/>
          <p:nvPr/>
        </p:nvSpPr>
        <p:spPr>
          <a:xfrm>
            <a:off x="9960436" y="1054312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 name="TextBox 367">
            <a:extLst>
              <a:ext uri="{FF2B5EF4-FFF2-40B4-BE49-F238E27FC236}">
                <a16:creationId xmlns:a16="http://schemas.microsoft.com/office/drawing/2014/main" id="{559BD6A4-90AF-4214-A5D4-485CF5FF0F9E}"/>
              </a:ext>
            </a:extLst>
          </p:cNvPr>
          <p:cNvSpPr txBox="1"/>
          <p:nvPr/>
        </p:nvSpPr>
        <p:spPr>
          <a:xfrm>
            <a:off x="10166547" y="2503858"/>
            <a:ext cx="1211402" cy="338554"/>
          </a:xfrm>
          <a:prstGeom prst="rect">
            <a:avLst/>
          </a:prstGeom>
          <a:noFill/>
        </p:spPr>
        <p:txBody>
          <a:bodyPr wrap="square" rtlCol="0">
            <a:spAutoFit/>
          </a:bodyPr>
          <a:lstStyle/>
          <a:p>
            <a:pPr algn="ctr"/>
            <a:r>
              <a:rPr lang="ar-SA" sz="1600" b="1">
                <a:solidFill>
                  <a:srgbClr val="106946"/>
                </a:solidFill>
                <a:latin typeface="Bahij TheSansArabic Bold" panose="02040503050201020203" charset="-78"/>
                <a:cs typeface="Bahij TheSansArabic Bold" panose="02040503050201020203" charset="-78"/>
              </a:rPr>
              <a:t>الإجمالي</a:t>
            </a:r>
            <a:endParaRPr lang="en-US" sz="1600" b="1">
              <a:solidFill>
                <a:srgbClr val="106946"/>
              </a:solidFill>
              <a:latin typeface="Bahij TheSansArabic Bold" panose="02040503050201020203" charset="-78"/>
              <a:cs typeface="Bahij TheSansArabic Bold" panose="02040503050201020203" charset="-78"/>
            </a:endParaRPr>
          </a:p>
        </p:txBody>
      </p:sp>
      <p:graphicFrame>
        <p:nvGraphicFramePr>
          <p:cNvPr id="369" name="Chart 368">
            <a:extLst>
              <a:ext uri="{FF2B5EF4-FFF2-40B4-BE49-F238E27FC236}">
                <a16:creationId xmlns:a16="http://schemas.microsoft.com/office/drawing/2014/main" id="{22B26B92-0135-4FA1-A293-5785995289AC}"/>
              </a:ext>
            </a:extLst>
          </p:cNvPr>
          <p:cNvGraphicFramePr>
            <a:graphicFrameLocks noChangeAspect="1"/>
          </p:cNvGraphicFramePr>
          <p:nvPr>
            <p:extLst>
              <p:ext uri="{D42A27DB-BD31-4B8C-83A1-F6EECF244321}">
                <p14:modId xmlns:p14="http://schemas.microsoft.com/office/powerpoint/2010/main" val="3629052449"/>
              </p:ext>
            </p:extLst>
          </p:nvPr>
        </p:nvGraphicFramePr>
        <p:xfrm>
          <a:off x="9980223" y="2389010"/>
          <a:ext cx="1634354" cy="10276941"/>
        </p:xfrm>
        <a:graphic>
          <a:graphicData uri="http://schemas.openxmlformats.org/drawingml/2006/chart">
            <c:chart xmlns:c="http://schemas.openxmlformats.org/drawingml/2006/chart" xmlns:r="http://schemas.openxmlformats.org/officeDocument/2006/relationships" r:id="rId8"/>
          </a:graphicData>
        </a:graphic>
      </p:graphicFrame>
      <p:grpSp>
        <p:nvGrpSpPr>
          <p:cNvPr id="370" name="Group 369">
            <a:extLst>
              <a:ext uri="{FF2B5EF4-FFF2-40B4-BE49-F238E27FC236}">
                <a16:creationId xmlns:a16="http://schemas.microsoft.com/office/drawing/2014/main" id="{A0EAD65E-6E24-4619-BC4E-54D189F68667}"/>
              </a:ext>
            </a:extLst>
          </p:cNvPr>
          <p:cNvGrpSpPr/>
          <p:nvPr/>
        </p:nvGrpSpPr>
        <p:grpSpPr>
          <a:xfrm>
            <a:off x="10689996" y="3069014"/>
            <a:ext cx="847611" cy="316517"/>
            <a:chOff x="-6600343" y="3070054"/>
            <a:chExt cx="846866" cy="316517"/>
          </a:xfrm>
        </p:grpSpPr>
        <p:sp>
          <p:nvSpPr>
            <p:cNvPr id="371" name="Rectangle: Rounded Corners 370">
              <a:extLst>
                <a:ext uri="{FF2B5EF4-FFF2-40B4-BE49-F238E27FC236}">
                  <a16:creationId xmlns:a16="http://schemas.microsoft.com/office/drawing/2014/main" id="{1D1DAF71-750D-4036-90EF-BF98F8DDCCCE}"/>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a:t>
              </a:r>
            </a:p>
          </p:txBody>
        </p:sp>
        <p:sp>
          <p:nvSpPr>
            <p:cNvPr id="372" name="Arrow: Down 371">
              <a:extLst>
                <a:ext uri="{FF2B5EF4-FFF2-40B4-BE49-F238E27FC236}">
                  <a16:creationId xmlns:a16="http://schemas.microsoft.com/office/drawing/2014/main" id="{39DF7F4D-2904-4800-BCED-E88FF8CEB568}"/>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3" name="Group 372">
            <a:extLst>
              <a:ext uri="{FF2B5EF4-FFF2-40B4-BE49-F238E27FC236}">
                <a16:creationId xmlns:a16="http://schemas.microsoft.com/office/drawing/2014/main" id="{0DB391D6-C708-49E3-A023-6114FFDE62B6}"/>
              </a:ext>
            </a:extLst>
          </p:cNvPr>
          <p:cNvGrpSpPr/>
          <p:nvPr/>
        </p:nvGrpSpPr>
        <p:grpSpPr>
          <a:xfrm>
            <a:off x="10689996" y="4944672"/>
            <a:ext cx="847611" cy="310752"/>
            <a:chOff x="-6600343" y="4603178"/>
            <a:chExt cx="846866" cy="310752"/>
          </a:xfrm>
        </p:grpSpPr>
        <p:sp>
          <p:nvSpPr>
            <p:cNvPr id="374" name="Rectangle: Rounded Corners 373">
              <a:extLst>
                <a:ext uri="{FF2B5EF4-FFF2-40B4-BE49-F238E27FC236}">
                  <a16:creationId xmlns:a16="http://schemas.microsoft.com/office/drawing/2014/main" id="{8D67B281-074E-472B-ACBF-FBFF757BA7B4}"/>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a:t>
              </a:r>
            </a:p>
          </p:txBody>
        </p:sp>
        <p:sp>
          <p:nvSpPr>
            <p:cNvPr id="375" name="Arrow: Down 374">
              <a:extLst>
                <a:ext uri="{FF2B5EF4-FFF2-40B4-BE49-F238E27FC236}">
                  <a16:creationId xmlns:a16="http://schemas.microsoft.com/office/drawing/2014/main" id="{ED11C2BB-56AB-4DA7-BE2E-F7D33E02C343}"/>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6" name="Group 375">
            <a:extLst>
              <a:ext uri="{FF2B5EF4-FFF2-40B4-BE49-F238E27FC236}">
                <a16:creationId xmlns:a16="http://schemas.microsoft.com/office/drawing/2014/main" id="{3D01D444-4F2E-4341-A7D1-280B58D88B2A}"/>
              </a:ext>
            </a:extLst>
          </p:cNvPr>
          <p:cNvGrpSpPr/>
          <p:nvPr/>
        </p:nvGrpSpPr>
        <p:grpSpPr>
          <a:xfrm>
            <a:off x="10689996" y="6814565"/>
            <a:ext cx="847611" cy="310752"/>
            <a:chOff x="-6600343" y="6171548"/>
            <a:chExt cx="846866" cy="310752"/>
          </a:xfrm>
        </p:grpSpPr>
        <p:sp>
          <p:nvSpPr>
            <p:cNvPr id="377" name="Rectangle: Rounded Corners 376">
              <a:extLst>
                <a:ext uri="{FF2B5EF4-FFF2-40B4-BE49-F238E27FC236}">
                  <a16:creationId xmlns:a16="http://schemas.microsoft.com/office/drawing/2014/main" id="{D784ED6F-7ED9-4C7B-896B-771A90FFC1B9}"/>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33%</a:t>
              </a:r>
            </a:p>
          </p:txBody>
        </p:sp>
        <p:sp>
          <p:nvSpPr>
            <p:cNvPr id="378" name="Arrow: Down 377">
              <a:extLst>
                <a:ext uri="{FF2B5EF4-FFF2-40B4-BE49-F238E27FC236}">
                  <a16:creationId xmlns:a16="http://schemas.microsoft.com/office/drawing/2014/main" id="{8AC8EE4C-A8CE-448D-AABE-0156D1DF70C4}"/>
                </a:ext>
              </a:extLst>
            </p:cNvPr>
            <p:cNvSpPr/>
            <p:nvPr/>
          </p:nvSpPr>
          <p:spPr>
            <a:xfrm rot="10800000">
              <a:off x="-5996253" y="61776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9" name="Group 378">
            <a:extLst>
              <a:ext uri="{FF2B5EF4-FFF2-40B4-BE49-F238E27FC236}">
                <a16:creationId xmlns:a16="http://schemas.microsoft.com/office/drawing/2014/main" id="{0825C538-C546-4170-B78B-1B3C77E77551}"/>
              </a:ext>
            </a:extLst>
          </p:cNvPr>
          <p:cNvGrpSpPr/>
          <p:nvPr/>
        </p:nvGrpSpPr>
        <p:grpSpPr>
          <a:xfrm>
            <a:off x="10689996" y="8684458"/>
            <a:ext cx="847611" cy="310752"/>
            <a:chOff x="-6600343" y="7739918"/>
            <a:chExt cx="846866" cy="310752"/>
          </a:xfrm>
        </p:grpSpPr>
        <p:sp>
          <p:nvSpPr>
            <p:cNvPr id="380" name="Rectangle: Rounded Corners 379">
              <a:extLst>
                <a:ext uri="{FF2B5EF4-FFF2-40B4-BE49-F238E27FC236}">
                  <a16:creationId xmlns:a16="http://schemas.microsoft.com/office/drawing/2014/main" id="{069EE34A-FC9F-438F-BEF2-22F19CE763D8}"/>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-32%</a:t>
              </a:r>
            </a:p>
          </p:txBody>
        </p:sp>
        <p:sp>
          <p:nvSpPr>
            <p:cNvPr id="381" name="Arrow: Down 380">
              <a:extLst>
                <a:ext uri="{FF2B5EF4-FFF2-40B4-BE49-F238E27FC236}">
                  <a16:creationId xmlns:a16="http://schemas.microsoft.com/office/drawing/2014/main" id="{46F1BE54-2764-42FB-B74F-02D378F072CF}"/>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2" name="Group 381">
            <a:extLst>
              <a:ext uri="{FF2B5EF4-FFF2-40B4-BE49-F238E27FC236}">
                <a16:creationId xmlns:a16="http://schemas.microsoft.com/office/drawing/2014/main" id="{ED6573FB-E162-4C2D-8C85-746491751D49}"/>
              </a:ext>
            </a:extLst>
          </p:cNvPr>
          <p:cNvGrpSpPr/>
          <p:nvPr/>
        </p:nvGrpSpPr>
        <p:grpSpPr>
          <a:xfrm>
            <a:off x="10689996" y="10554351"/>
            <a:ext cx="847611" cy="310752"/>
            <a:chOff x="6117941" y="9303259"/>
            <a:chExt cx="847611" cy="310752"/>
          </a:xfrm>
        </p:grpSpPr>
        <p:sp>
          <p:nvSpPr>
            <p:cNvPr id="383" name="Rectangle: Rounded Corners 382">
              <a:extLst>
                <a:ext uri="{FF2B5EF4-FFF2-40B4-BE49-F238E27FC236}">
                  <a16:creationId xmlns:a16="http://schemas.microsoft.com/office/drawing/2014/main" id="{2FE94F3D-002E-4E01-8EFB-D146F7AB4FE0}"/>
                </a:ext>
              </a:extLst>
            </p:cNvPr>
            <p:cNvSpPr/>
            <p:nvPr/>
          </p:nvSpPr>
          <p:spPr>
            <a:xfrm>
              <a:off x="6117941"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384" name="Arrow: Down 383">
              <a:extLst>
                <a:ext uri="{FF2B5EF4-FFF2-40B4-BE49-F238E27FC236}">
                  <a16:creationId xmlns:a16="http://schemas.microsoft.com/office/drawing/2014/main" id="{F7A67BC6-4250-4961-BCC1-704FDD8C7D14}"/>
                </a:ext>
              </a:extLst>
            </p:cNvPr>
            <p:cNvSpPr/>
            <p:nvPr/>
          </p:nvSpPr>
          <p:spPr>
            <a:xfrm rot="10800000">
              <a:off x="6724596"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16" name="Group 415">
            <a:extLst>
              <a:ext uri="{FF2B5EF4-FFF2-40B4-BE49-F238E27FC236}">
                <a16:creationId xmlns:a16="http://schemas.microsoft.com/office/drawing/2014/main" id="{3C7FC7B0-CF8C-4E96-A914-E031C4DD1E9C}"/>
              </a:ext>
            </a:extLst>
          </p:cNvPr>
          <p:cNvGrpSpPr/>
          <p:nvPr/>
        </p:nvGrpSpPr>
        <p:grpSpPr>
          <a:xfrm>
            <a:off x="6819703" y="12285043"/>
            <a:ext cx="7660771" cy="353539"/>
            <a:chOff x="8533072" y="12285043"/>
            <a:chExt cx="7660771" cy="353539"/>
          </a:xfrm>
        </p:grpSpPr>
        <p:sp>
          <p:nvSpPr>
            <p:cNvPr id="417" name="TextBox 416">
              <a:extLst>
                <a:ext uri="{FF2B5EF4-FFF2-40B4-BE49-F238E27FC236}">
                  <a16:creationId xmlns:a16="http://schemas.microsoft.com/office/drawing/2014/main" id="{87874986-0C7B-4E3C-B433-F4AC6385E293}"/>
                </a:ext>
              </a:extLst>
            </p:cNvPr>
            <p:cNvSpPr txBox="1"/>
            <p:nvPr/>
          </p:nvSpPr>
          <p:spPr>
            <a:xfrm>
              <a:off x="12647295" y="12300028"/>
              <a:ext cx="1472071"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م</a:t>
              </a:r>
              <a:r>
                <a:rPr lang="ar-SA" sz="1600"/>
                <a:t>حصل </a:t>
              </a:r>
              <a:r>
                <a:rPr lang="ar-JO" sz="1600"/>
                <a:t>2026م</a:t>
              </a:r>
              <a:endParaRPr lang="ar-SA" sz="1600"/>
            </a:p>
          </p:txBody>
        </p:sp>
        <p:sp>
          <p:nvSpPr>
            <p:cNvPr id="418" name="Rectangle 417">
              <a:extLst>
                <a:ext uri="{FF2B5EF4-FFF2-40B4-BE49-F238E27FC236}">
                  <a16:creationId xmlns:a16="http://schemas.microsoft.com/office/drawing/2014/main" id="{F8E4317B-75E1-4645-8BA8-B6EB8108EAC1}"/>
                </a:ext>
              </a:extLst>
            </p:cNvPr>
            <p:cNvSpPr/>
            <p:nvPr/>
          </p:nvSpPr>
          <p:spPr>
            <a:xfrm>
              <a:off x="14096210" y="12393577"/>
              <a:ext cx="137160" cy="137160"/>
            </a:xfrm>
            <a:prstGeom prst="rect">
              <a:avLst/>
            </a:prstGeom>
            <a:solidFill>
              <a:srgbClr val="C5E0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sp>
          <p:nvSpPr>
            <p:cNvPr id="419" name="TextBox 418">
              <a:extLst>
                <a:ext uri="{FF2B5EF4-FFF2-40B4-BE49-F238E27FC236}">
                  <a16:creationId xmlns:a16="http://schemas.microsoft.com/office/drawing/2014/main" id="{9333048B-45DF-4EAC-B333-948AF627351A}"/>
                </a:ext>
              </a:extLst>
            </p:cNvPr>
            <p:cNvSpPr txBox="1"/>
            <p:nvPr/>
          </p:nvSpPr>
          <p:spPr>
            <a:xfrm>
              <a:off x="8533072" y="12285043"/>
              <a:ext cx="3955187"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نسبة</a:t>
              </a:r>
              <a:r>
                <a:rPr lang="ar-SA" sz="1600"/>
                <a:t> المحصل </a:t>
              </a:r>
              <a:r>
                <a:rPr lang="ar-JO" sz="1600"/>
                <a:t>من المستهدف</a:t>
              </a:r>
              <a:r>
                <a:rPr lang="ar-SA" sz="1600"/>
                <a:t> </a:t>
              </a:r>
              <a:r>
                <a:rPr lang="ar-JO" sz="1600"/>
                <a:t>لسنة 2026م</a:t>
              </a:r>
              <a:endParaRPr lang="ar-SA" sz="1600"/>
            </a:p>
          </p:txBody>
        </p:sp>
        <p:sp>
          <p:nvSpPr>
            <p:cNvPr id="420" name="Rectangle 419">
              <a:extLst>
                <a:ext uri="{FF2B5EF4-FFF2-40B4-BE49-F238E27FC236}">
                  <a16:creationId xmlns:a16="http://schemas.microsoft.com/office/drawing/2014/main" id="{E796A27E-7309-4916-96E0-40075F0943E7}"/>
                </a:ext>
              </a:extLst>
            </p:cNvPr>
            <p:cNvSpPr/>
            <p:nvPr/>
          </p:nvSpPr>
          <p:spPr>
            <a:xfrm>
              <a:off x="12478652" y="12378592"/>
              <a:ext cx="137160" cy="137160"/>
            </a:xfrm>
            <a:prstGeom prst="rect">
              <a:avLst/>
            </a:prstGeom>
            <a:solidFill>
              <a:srgbClr val="01686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sp>
          <p:nvSpPr>
            <p:cNvPr id="421" name="TextBox 420">
              <a:extLst>
                <a:ext uri="{FF2B5EF4-FFF2-40B4-BE49-F238E27FC236}">
                  <a16:creationId xmlns:a16="http://schemas.microsoft.com/office/drawing/2014/main" id="{B3DCC269-5BCA-4EB8-B0BC-213964409F60}"/>
                </a:ext>
              </a:extLst>
            </p:cNvPr>
            <p:cNvSpPr txBox="1"/>
            <p:nvPr/>
          </p:nvSpPr>
          <p:spPr>
            <a:xfrm>
              <a:off x="14335133" y="12286167"/>
              <a:ext cx="1731158"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مستهدف</a:t>
              </a:r>
              <a:r>
                <a:rPr lang="ar-SA" sz="1600"/>
                <a:t> </a:t>
              </a:r>
              <a:r>
                <a:rPr lang="ar-JO" sz="1600"/>
                <a:t>2026م</a:t>
              </a:r>
              <a:endParaRPr lang="ar-SA" sz="1600"/>
            </a:p>
          </p:txBody>
        </p:sp>
        <p:sp>
          <p:nvSpPr>
            <p:cNvPr id="422" name="Rectangle 421">
              <a:extLst>
                <a:ext uri="{FF2B5EF4-FFF2-40B4-BE49-F238E27FC236}">
                  <a16:creationId xmlns:a16="http://schemas.microsoft.com/office/drawing/2014/main" id="{41D48E0D-200D-4C0C-91FB-826F46F59588}"/>
                </a:ext>
              </a:extLst>
            </p:cNvPr>
            <p:cNvSpPr/>
            <p:nvPr/>
          </p:nvSpPr>
          <p:spPr>
            <a:xfrm>
              <a:off x="16056683" y="12379716"/>
              <a:ext cx="137160" cy="13716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grpSp>
      <p:sp>
        <p:nvSpPr>
          <p:cNvPr id="201" name="Rectangle: Rounded Corners 200">
            <a:extLst>
              <a:ext uri="{FF2B5EF4-FFF2-40B4-BE49-F238E27FC236}">
                <a16:creationId xmlns:a16="http://schemas.microsoft.com/office/drawing/2014/main" id="{CC441551-6BE9-449E-924D-075087731CFA}"/>
              </a:ext>
            </a:extLst>
          </p:cNvPr>
          <p:cNvSpPr/>
          <p:nvPr/>
        </p:nvSpPr>
        <p:spPr>
          <a:xfrm>
            <a:off x="371899" y="3079092"/>
            <a:ext cx="6948109" cy="1538675"/>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TextBox 201">
            <a:extLst>
              <a:ext uri="{FF2B5EF4-FFF2-40B4-BE49-F238E27FC236}">
                <a16:creationId xmlns:a16="http://schemas.microsoft.com/office/drawing/2014/main" id="{D1386BBA-1F2E-43B1-A022-DB455A7EF5AD}"/>
              </a:ext>
            </a:extLst>
          </p:cNvPr>
          <p:cNvSpPr txBox="1"/>
          <p:nvPr/>
        </p:nvSpPr>
        <p:spPr>
          <a:xfrm>
            <a:off x="1005378" y="2651007"/>
            <a:ext cx="5338274" cy="461665"/>
          </a:xfrm>
          <a:prstGeom prst="rect">
            <a:avLst/>
          </a:prstGeom>
          <a:noFill/>
        </p:spPr>
        <p:txBody>
          <a:bodyPr wrap="square" rtlCol="0">
            <a:spAutoFit/>
          </a:bodyPr>
          <a:lstStyle/>
          <a:p>
            <a:pPr algn="ctr"/>
            <a:r>
              <a:rPr lang="ar-SA" sz="2400" b="1">
                <a:solidFill>
                  <a:srgbClr val="106946"/>
                </a:solidFill>
                <a:latin typeface="Bahij TheSansArabic Bold" panose="02040503050201020203" charset="-78"/>
                <a:cs typeface="Bahij TheSansArabic Bold" panose="02040503050201020203" charset="-78"/>
              </a:rPr>
              <a:t>الإجمالي الكلي</a:t>
            </a:r>
            <a:endParaRPr lang="en-US" sz="2400" b="1">
              <a:solidFill>
                <a:srgbClr val="106946"/>
              </a:solidFill>
              <a:latin typeface="Bahij TheSansArabic Bold" panose="02040503050201020203" charset="-78"/>
              <a:cs typeface="Bahij TheSansArabic Bold" panose="02040503050201020203" charset="-78"/>
            </a:endParaRPr>
          </a:p>
        </p:txBody>
      </p:sp>
      <p:grpSp>
        <p:nvGrpSpPr>
          <p:cNvPr id="203" name="Group 202">
            <a:extLst>
              <a:ext uri="{FF2B5EF4-FFF2-40B4-BE49-F238E27FC236}">
                <a16:creationId xmlns:a16="http://schemas.microsoft.com/office/drawing/2014/main" id="{3F34B63E-CF59-49CF-BCB8-5F600C89639C}"/>
              </a:ext>
            </a:extLst>
          </p:cNvPr>
          <p:cNvGrpSpPr/>
          <p:nvPr/>
        </p:nvGrpSpPr>
        <p:grpSpPr>
          <a:xfrm>
            <a:off x="5366842" y="3088428"/>
            <a:ext cx="1953620" cy="518336"/>
            <a:chOff x="-6600343" y="3070054"/>
            <a:chExt cx="846866" cy="326513"/>
          </a:xfrm>
        </p:grpSpPr>
        <p:sp>
          <p:nvSpPr>
            <p:cNvPr id="204" name="Rectangle: Rounded Corners 203">
              <a:extLst>
                <a:ext uri="{FF2B5EF4-FFF2-40B4-BE49-F238E27FC236}">
                  <a16:creationId xmlns:a16="http://schemas.microsoft.com/office/drawing/2014/main" id="{27335556-057E-4B96-89B4-552F701399C9}"/>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sz="2400">
                  <a:solidFill>
                    <a:schemeClr val="bg1"/>
                  </a:solidFill>
                  <a:latin typeface="Bahij TheSansArabic Bold" panose="02040503050201020203" charset="-78"/>
                  <a:cs typeface="Bahij TheSansArabic Bold" panose="02040503050201020203" charset="-78"/>
                </a:rPr>
                <a:t>0%</a:t>
              </a:r>
            </a:p>
          </p:txBody>
        </p:sp>
        <p:sp>
          <p:nvSpPr>
            <p:cNvPr id="205" name="Arrow: Down 204">
              <a:extLst>
                <a:ext uri="{FF2B5EF4-FFF2-40B4-BE49-F238E27FC236}">
                  <a16:creationId xmlns:a16="http://schemas.microsoft.com/office/drawing/2014/main" id="{E6AEA038-084A-474A-8407-230122B5F67A}"/>
                </a:ext>
              </a:extLst>
            </p:cNvPr>
            <p:cNvSpPr/>
            <p:nvPr/>
          </p:nvSpPr>
          <p:spPr>
            <a:xfrm rot="10800000">
              <a:off x="-5913236" y="3094297"/>
              <a:ext cx="151637" cy="302270"/>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06" name="Chart 205">
            <a:extLst>
              <a:ext uri="{FF2B5EF4-FFF2-40B4-BE49-F238E27FC236}">
                <a16:creationId xmlns:a16="http://schemas.microsoft.com/office/drawing/2014/main" id="{FC247DD4-CDB5-4627-AF24-A5A2E29E7B84}"/>
              </a:ext>
            </a:extLst>
          </p:cNvPr>
          <p:cNvGraphicFramePr>
            <a:graphicFrameLocks noChangeAspect="1"/>
          </p:cNvGraphicFramePr>
          <p:nvPr>
            <p:extLst>
              <p:ext uri="{D42A27DB-BD31-4B8C-83A1-F6EECF244321}">
                <p14:modId xmlns:p14="http://schemas.microsoft.com/office/powerpoint/2010/main" val="2406762207"/>
              </p:ext>
            </p:extLst>
          </p:nvPr>
        </p:nvGraphicFramePr>
        <p:xfrm>
          <a:off x="377249" y="3086776"/>
          <a:ext cx="7053703" cy="1985515"/>
        </p:xfrm>
        <a:graphic>
          <a:graphicData uri="http://schemas.openxmlformats.org/drawingml/2006/chart">
            <c:chart xmlns:c="http://schemas.openxmlformats.org/drawingml/2006/chart" xmlns:r="http://schemas.openxmlformats.org/officeDocument/2006/relationships" r:id="rId9"/>
          </a:graphicData>
        </a:graphic>
      </p:graphicFrame>
      <p:grpSp>
        <p:nvGrpSpPr>
          <p:cNvPr id="207" name="Group 206">
            <a:extLst>
              <a:ext uri="{FF2B5EF4-FFF2-40B4-BE49-F238E27FC236}">
                <a16:creationId xmlns:a16="http://schemas.microsoft.com/office/drawing/2014/main" id="{D8686071-66BC-4B62-B34E-0E54E082DC0E}"/>
              </a:ext>
            </a:extLst>
          </p:cNvPr>
          <p:cNvGrpSpPr/>
          <p:nvPr/>
        </p:nvGrpSpPr>
        <p:grpSpPr>
          <a:xfrm>
            <a:off x="436451" y="5836634"/>
            <a:ext cx="6809448" cy="6278855"/>
            <a:chOff x="12946824" y="9476819"/>
            <a:chExt cx="11234286" cy="3109028"/>
          </a:xfrm>
        </p:grpSpPr>
        <p:sp>
          <p:nvSpPr>
            <p:cNvPr id="208" name="Rectangle: Rounded Corners 207">
              <a:extLst>
                <a:ext uri="{FF2B5EF4-FFF2-40B4-BE49-F238E27FC236}">
                  <a16:creationId xmlns:a16="http://schemas.microsoft.com/office/drawing/2014/main" id="{9A9D702A-3797-4C14-8BB5-DCE53B905E92}"/>
                </a:ext>
              </a:extLst>
            </p:cNvPr>
            <p:cNvSpPr/>
            <p:nvPr/>
          </p:nvSpPr>
          <p:spPr>
            <a:xfrm>
              <a:off x="12946824" y="9476819"/>
              <a:ext cx="11234286" cy="2922951"/>
            </a:xfrm>
            <a:prstGeom prst="roundRect">
              <a:avLst>
                <a:gd name="adj" fmla="val 522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r-SA"/>
            </a:p>
          </p:txBody>
        </p:sp>
        <p:sp>
          <p:nvSpPr>
            <p:cNvPr id="209" name="TextBox 208">
              <a:extLst>
                <a:ext uri="{FF2B5EF4-FFF2-40B4-BE49-F238E27FC236}">
                  <a16:creationId xmlns:a16="http://schemas.microsoft.com/office/drawing/2014/main" id="{69F278D7-66DD-43FE-8BA4-981E91B72351}"/>
                </a:ext>
              </a:extLst>
            </p:cNvPr>
            <p:cNvSpPr txBox="1"/>
            <p:nvPr/>
          </p:nvSpPr>
          <p:spPr>
            <a:xfrm>
              <a:off x="13111567" y="10071277"/>
              <a:ext cx="10827240" cy="2514570"/>
            </a:xfrm>
            <a:prstGeom prst="rect">
              <a:avLst/>
            </a:prstGeom>
            <a:noFill/>
          </p:spPr>
          <p:txBody>
            <a:bodyPr wrap="square" rtlCol="1">
              <a:spAutoFit/>
            </a:bodyPr>
            <a:lstStyle/>
            <a:p>
              <a:pPr marL="285750" indent="-285750" algn="justLow" rtl="1">
                <a:spcAft>
                  <a:spcPts val="400"/>
                </a:spcAft>
                <a:buFont typeface="Arial" panose="020B0604020202020204" pitchFamily="34" charset="0"/>
                <a:buChar char="•"/>
              </a:pPr>
              <a:r>
                <a:rPr lang="ar-SA" sz="1500" b="1">
                  <a:solidFill>
                    <a:srgbClr val="01686A"/>
                  </a:solidFill>
                  <a:latin typeface="Bahij TheSansArabic Plain" panose="02040503050201020203" pitchFamily="18" charset="-78"/>
                  <a:cs typeface="Bahij TheSansArabic Plain" panose="02040503050201020203" pitchFamily="18" charset="-78"/>
                </a:rPr>
                <a:t xml:space="preserve">أسباب الأداء:</a:t>
              </a:r>
            </a:p>
            <a:p>
              <a:pPr marL="285750" indent="-285750" algn="justLow" rtl="1">
                <a:spcAft>
                  <a:spcPts val="400"/>
                </a:spcAft>
                <a:buFont typeface="Arial" panose="020B0604020202020204" pitchFamily="34" charset="0"/>
                <a:buChar char="•"/>
              </a:pPr>
              <a:r>
                <a:rPr lang="ar-SA" sz="1500">
                  <a:latin typeface="Bahij TheSansArabic Plain" panose="02040503050201020203" pitchFamily="18" charset="-78"/>
                  <a:cs typeface="Bahij TheSansArabic Plain" panose="02040503050201020203" pitchFamily="18" charset="-78"/>
                </a:rPr>
                <a:t xml:space="preserve">التوقع مبني على نموذج </a:t>
              </a:r>
              <a:r>
                <a:rPr lang="ar-SA" sz="1500" b="1">
                  <a:latin typeface="Bahij TheSansArabic Plain" panose="02040503050201020203" pitchFamily="18" charset="-78"/>
                  <a:cs typeface="Bahij TheSansArabic Plain" panose="02040503050201020203" pitchFamily="18" charset="-78"/>
                </a:rPr>
                <a:t xml:space="preserve">هولت وينترز</a:t>
              </a:r>
              <a:r>
                <a:rPr lang="ar-SA" sz="1500">
                  <a:latin typeface="Bahij TheSansArabic Plain" panose="02040503050201020203" pitchFamily="18" charset="-78"/>
                  <a:cs typeface="Bahij TheSansArabic Plain" panose="02040503050201020203" pitchFamily="18" charset="-78"/>
                </a:rPr>
                <a:t xml:space="preserve"> هجين (اختبار الربع الأخير 2025: +7%). أسباب الأداء حسب التبويب مقارنة بنفس الفترة من العام الماضي:</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إيرادات استثمارية: </a:t>
              </a:r>
              <a:r>
                <a:rPr lang="ar-SA" sz="1500">
                  <a:latin typeface="Bahij TheSansArabic Plain" panose="02040503050201020203" pitchFamily="18" charset="-78"/>
                  <a:cs typeface="Bahij TheSansArabic Plain" panose="02040503050201020203" pitchFamily="18" charset="-78"/>
                </a:rPr>
                <a:t xml:space="preserve">ريع الأراضي +29% (644م) وتأجير المرافق +40% (429م)، ويفترض هذا السيناريو وصول دفعة تأجير المرافق في نوفمبر.</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الرسوم والتراخيص: </a:t>
              </a:r>
              <a:r>
                <a:rPr lang="ar-SA" sz="1500">
                  <a:latin typeface="Bahij TheSansArabic Plain" panose="02040503050201020203" pitchFamily="18" charset="-78"/>
                  <a:cs typeface="Bahij TheSansArabic Plain" panose="02040503050201020203" pitchFamily="18" charset="-78"/>
                </a:rPr>
                <a:t xml:space="preserve">عند المستهدف حتى سبتمبر؛ تراجع تراخيص المباني 19% يقابله ارتفاع القرارات المساحية 57% وجمع النفايات 12%.</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جزاءات وغرامات: </a:t>
              </a:r>
              <a:r>
                <a:rPr lang="ar-SA" sz="1500">
                  <a:latin typeface="Bahij TheSansArabic Plain" panose="02040503050201020203" pitchFamily="18" charset="-78"/>
                  <a:cs typeface="Bahij TheSansArabic Plain" panose="02040503050201020203" pitchFamily="18" charset="-78"/>
                </a:rPr>
                <a:t xml:space="preserve">تجاوز المستهدف بتحصيل استثنائي عبر التوريد والتنفيذ (جزاءات غير مصنفة 179م، والجزاءات والغرامات 103م) وارتفاع جزاءات الأنظمة 63%.</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التبغ والإيواء: </a:t>
              </a:r>
              <a:r>
                <a:rPr lang="ar-SA" sz="1500">
                  <a:latin typeface="Bahij TheSansArabic Plain" panose="02040503050201020203" pitchFamily="18" charset="-78"/>
                  <a:cs typeface="Bahij TheSansArabic Plain" panose="02040503050201020203" pitchFamily="18" charset="-78"/>
                </a:rPr>
                <a:t xml:space="preserve">انخفاض إشغال مرافق الإيواء 17% ورسوم مبيعات التبغ 9%، مع استقطاع 33م من إيرادات التبويب.</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أخرى: </a:t>
              </a:r>
              <a:r>
                <a:rPr lang="ar-SA" sz="1500">
                  <a:latin typeface="Bahij TheSansArabic Plain" panose="02040503050201020203" pitchFamily="18" charset="-78"/>
                  <a:cs typeface="Bahij TheSansArabic Plain" panose="02040503050201020203" pitchFamily="18" charset="-78"/>
                </a:rPr>
                <a:t xml:space="preserve">ارتفاع المبيعات الأخرى 109% (138م) وتوريد إيرادات متنوعة 55م.</a:t>
              </a:r>
            </a:p>
          </p:txBody>
        </p:sp>
      </p:grpSp>
      <p:sp>
        <p:nvSpPr>
          <p:cNvPr id="210" name="TextBox 209">
            <a:extLst>
              <a:ext uri="{FF2B5EF4-FFF2-40B4-BE49-F238E27FC236}">
                <a16:creationId xmlns:a16="http://schemas.microsoft.com/office/drawing/2014/main" id="{8D7E748E-5507-45CC-B9AA-785F4CE4D635}"/>
              </a:ext>
            </a:extLst>
          </p:cNvPr>
          <p:cNvSpPr txBox="1"/>
          <p:nvPr/>
        </p:nvSpPr>
        <p:spPr>
          <a:xfrm>
            <a:off x="1106486" y="6269831"/>
            <a:ext cx="5268254" cy="461665"/>
          </a:xfrm>
          <a:prstGeom prst="rect">
            <a:avLst/>
          </a:prstGeom>
          <a:noFill/>
        </p:spPr>
        <p:txBody>
          <a:bodyPr wrap="square" rtlCol="0">
            <a:spAutoFit/>
          </a:bodyPr>
          <a:lstStyle>
            <a:defPPr marR="0" lvl="0" algn="l" rtl="0">
              <a:lnSpc>
                <a:spcPct val="100000"/>
              </a:lnSpc>
              <a:spcBef>
                <a:spcPts val="0"/>
              </a:spcBef>
              <a:spcAft>
                <a:spcPts val="0"/>
              </a:spcAft>
            </a:defPPr>
            <a:lvl1pPr algn="ctr">
              <a:defRPr sz="1600">
                <a:solidFill>
                  <a:srgbClr val="106946"/>
                </a:solidFill>
                <a:latin typeface="Bahij TheSansArabic Bold" panose="02040503050201020203" charset="-78"/>
                <a:cs typeface="Bahij TheSansArabic Bold" panose="02040503050201020203" charset="-78"/>
              </a:defRPr>
            </a:lvl1pPr>
          </a:lstStyle>
          <a:p>
            <a:pPr algn="r"/>
            <a:r>
              <a:rPr lang="ar-SA" sz="2400">
                <a:solidFill>
                  <a:srgbClr val="00B050"/>
                </a:solidFill>
                <a:latin typeface="Bahij TheSansArabic Bold" panose="02040503050201020203" pitchFamily="18" charset="-78"/>
                <a:cs typeface="Bahij TheSansArabic Bold" panose="02040503050201020203" pitchFamily="18" charset="-78"/>
              </a:rPr>
              <a:t>منهجية تنبؤ بالربع الأخير من عام 2026</a:t>
            </a:r>
          </a:p>
        </p:txBody>
      </p:sp>
    </p:spTree>
    <p:extLst>
      <p:ext uri="{BB962C8B-B14F-4D97-AF65-F5344CB8AC3E}">
        <p14:creationId xmlns:p14="http://schemas.microsoft.com/office/powerpoint/2010/main" val="6099647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8DBA1-EB05-F5A5-81C7-676B509E2F15}"/>
            </a:ext>
          </a:extLst>
        </p:cNvPr>
        <p:cNvGrpSpPr/>
        <p:nvPr/>
      </p:nvGrpSpPr>
      <p:grpSpPr>
        <a:xfrm>
          <a:off x="0" y="0"/>
          <a:ext cx="0" cy="0"/>
          <a:chOff x="0" y="0"/>
          <a:chExt cx="0" cy="0"/>
        </a:xfrm>
      </p:grpSpPr>
      <p:sp>
        <p:nvSpPr>
          <p:cNvPr id="28" name="Rectangle 27">
            <a:extLst>
              <a:ext uri="{FF2B5EF4-FFF2-40B4-BE49-F238E27FC236}">
                <a16:creationId xmlns:a16="http://schemas.microsoft.com/office/drawing/2014/main" id="{721FCA79-B689-3E5C-ED9B-34B1063C05B4}"/>
              </a:ext>
            </a:extLst>
          </p:cNvPr>
          <p:cNvSpPr/>
          <p:nvPr/>
        </p:nvSpPr>
        <p:spPr>
          <a:xfrm>
            <a:off x="115617" y="2279209"/>
            <a:ext cx="24020043" cy="10406156"/>
          </a:xfrm>
          <a:prstGeom prst="rect">
            <a:avLst/>
          </a:prstGeom>
          <a:solidFill>
            <a:srgbClr val="F5F5F5"/>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B1AA1666-FA68-0FBD-24A5-DBD7AE6470F6}"/>
              </a:ext>
            </a:extLst>
          </p:cNvPr>
          <p:cNvGrpSpPr/>
          <p:nvPr/>
        </p:nvGrpSpPr>
        <p:grpSpPr>
          <a:xfrm>
            <a:off x="6688186" y="263023"/>
            <a:ext cx="17695824" cy="799889"/>
            <a:chOff x="6897658" y="1223860"/>
            <a:chExt cx="5473691" cy="430888"/>
          </a:xfrm>
        </p:grpSpPr>
        <p:grpSp>
          <p:nvGrpSpPr>
            <p:cNvPr id="13" name="Group 12">
              <a:extLst>
                <a:ext uri="{FF2B5EF4-FFF2-40B4-BE49-F238E27FC236}">
                  <a16:creationId xmlns:a16="http://schemas.microsoft.com/office/drawing/2014/main" id="{B077B9B0-E000-558F-4C96-FDDA0EC5B271}"/>
                </a:ext>
              </a:extLst>
            </p:cNvPr>
            <p:cNvGrpSpPr/>
            <p:nvPr/>
          </p:nvGrpSpPr>
          <p:grpSpPr>
            <a:xfrm>
              <a:off x="6897658" y="1223860"/>
              <a:ext cx="5473691" cy="430888"/>
              <a:chOff x="1533984" y="1062731"/>
              <a:chExt cx="10852794" cy="854330"/>
            </a:xfrm>
          </p:grpSpPr>
          <p:sp>
            <p:nvSpPr>
              <p:cNvPr id="14" name="Freeform 13">
                <a:extLst>
                  <a:ext uri="{FF2B5EF4-FFF2-40B4-BE49-F238E27FC236}">
                    <a16:creationId xmlns:a16="http://schemas.microsoft.com/office/drawing/2014/main" id="{43AEBF43-D85C-E14A-311F-917168516D90}"/>
                  </a:ext>
                </a:extLst>
              </p:cNvPr>
              <p:cNvSpPr/>
              <p:nvPr/>
            </p:nvSpPr>
            <p:spPr>
              <a:xfrm>
                <a:off x="4893052" y="1072296"/>
                <a:ext cx="7493726" cy="844765"/>
              </a:xfrm>
              <a:custGeom>
                <a:avLst/>
                <a:gdLst>
                  <a:gd name="connsiteX0" fmla="*/ 7493726 w 7493726"/>
                  <a:gd name="connsiteY0" fmla="*/ 0 h 844765"/>
                  <a:gd name="connsiteX1" fmla="*/ 7493726 w 7493726"/>
                  <a:gd name="connsiteY1" fmla="*/ 844765 h 844765"/>
                  <a:gd name="connsiteX2" fmla="*/ 0 w 7493726"/>
                  <a:gd name="connsiteY2" fmla="*/ 836298 h 844765"/>
                  <a:gd name="connsiteX3" fmla="*/ 508000 w 7493726"/>
                  <a:gd name="connsiteY3" fmla="*/ 16933 h 844765"/>
                  <a:gd name="connsiteX4" fmla="*/ 7493726 w 7493726"/>
                  <a:gd name="connsiteY4" fmla="*/ 0 h 844765"/>
                  <a:gd name="connsiteX5" fmla="*/ 690975 w 7493726"/>
                  <a:gd name="connsiteY5" fmla="*/ 105483 h 844765"/>
                  <a:gd name="connsiteX6" fmla="*/ 563975 w 7493726"/>
                  <a:gd name="connsiteY6" fmla="*/ 319779 h 844765"/>
                  <a:gd name="connsiteX7" fmla="*/ 817975 w 7493726"/>
                  <a:gd name="connsiteY7" fmla="*/ 319779 h 844765"/>
                  <a:gd name="connsiteX8" fmla="*/ 690975 w 7493726"/>
                  <a:gd name="connsiteY8" fmla="*/ 105483 h 844765"/>
                  <a:gd name="connsiteX9" fmla="*/ 256198 w 7493726"/>
                  <a:gd name="connsiteY9" fmla="*/ 515369 h 844765"/>
                  <a:gd name="connsiteX10" fmla="*/ 383198 w 7493726"/>
                  <a:gd name="connsiteY10" fmla="*/ 729665 h 844765"/>
                  <a:gd name="connsiteX11" fmla="*/ 510198 w 7493726"/>
                  <a:gd name="connsiteY11" fmla="*/ 515369 h 844765"/>
                  <a:gd name="connsiteX12" fmla="*/ 256198 w 7493726"/>
                  <a:gd name="connsiteY12" fmla="*/ 515369 h 844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493726" h="844765">
                    <a:moveTo>
                      <a:pt x="7493726" y="0"/>
                    </a:moveTo>
                    <a:lnTo>
                      <a:pt x="7493726" y="844765"/>
                    </a:lnTo>
                    <a:lnTo>
                      <a:pt x="0" y="836298"/>
                    </a:lnTo>
                    <a:lnTo>
                      <a:pt x="508000" y="16933"/>
                    </a:lnTo>
                    <a:lnTo>
                      <a:pt x="7493726" y="0"/>
                    </a:lnTo>
                    <a:close/>
                    <a:moveTo>
                      <a:pt x="690975" y="105483"/>
                    </a:moveTo>
                    <a:lnTo>
                      <a:pt x="563975" y="319779"/>
                    </a:lnTo>
                    <a:lnTo>
                      <a:pt x="817975" y="319779"/>
                    </a:lnTo>
                    <a:lnTo>
                      <a:pt x="690975" y="105483"/>
                    </a:lnTo>
                    <a:close/>
                    <a:moveTo>
                      <a:pt x="256198" y="515369"/>
                    </a:moveTo>
                    <a:lnTo>
                      <a:pt x="383198" y="729665"/>
                    </a:lnTo>
                    <a:lnTo>
                      <a:pt x="510198" y="515369"/>
                    </a:lnTo>
                    <a:lnTo>
                      <a:pt x="256198" y="515369"/>
                    </a:lnTo>
                    <a:close/>
                  </a:path>
                </a:pathLst>
              </a:cu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LB" sz="3608"/>
              </a:p>
            </p:txBody>
          </p:sp>
          <p:sp>
            <p:nvSpPr>
              <p:cNvPr id="15" name="Triangle 14">
                <a:extLst>
                  <a:ext uri="{FF2B5EF4-FFF2-40B4-BE49-F238E27FC236}">
                    <a16:creationId xmlns:a16="http://schemas.microsoft.com/office/drawing/2014/main" id="{971A2D07-8145-90A5-B6CC-2651DCC71C78}"/>
                  </a:ext>
                </a:extLst>
              </p:cNvPr>
              <p:cNvSpPr/>
              <p:nvPr/>
            </p:nvSpPr>
            <p:spPr>
              <a:xfrm>
                <a:off x="47034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6" name="Triangle 15">
                <a:extLst>
                  <a:ext uri="{FF2B5EF4-FFF2-40B4-BE49-F238E27FC236}">
                    <a16:creationId xmlns:a16="http://schemas.microsoft.com/office/drawing/2014/main" id="{A3A0A86C-7A03-6BE9-10B4-6C131016B2A1}"/>
                  </a:ext>
                </a:extLst>
              </p:cNvPr>
              <p:cNvSpPr/>
              <p:nvPr/>
            </p:nvSpPr>
            <p:spPr>
              <a:xfrm>
                <a:off x="35350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7" name="Triangle 16">
                <a:extLst>
                  <a:ext uri="{FF2B5EF4-FFF2-40B4-BE49-F238E27FC236}">
                    <a16:creationId xmlns:a16="http://schemas.microsoft.com/office/drawing/2014/main" id="{60505BCC-68E6-C3E2-1E15-4B0D96BCFC05}"/>
                  </a:ext>
                </a:extLst>
              </p:cNvPr>
              <p:cNvSpPr/>
              <p:nvPr/>
            </p:nvSpPr>
            <p:spPr>
              <a:xfrm>
                <a:off x="2375160"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8" name="Triangle 17">
                <a:extLst>
                  <a:ext uri="{FF2B5EF4-FFF2-40B4-BE49-F238E27FC236}">
                    <a16:creationId xmlns:a16="http://schemas.microsoft.com/office/drawing/2014/main" id="{5F9BEA0D-604B-CEF5-3C7B-DBBB37AD871C}"/>
                  </a:ext>
                </a:extLst>
              </p:cNvPr>
              <p:cNvSpPr/>
              <p:nvPr/>
            </p:nvSpPr>
            <p:spPr>
              <a:xfrm rot="10800000">
                <a:off x="44041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9" name="Triangle 18">
                <a:extLst>
                  <a:ext uri="{FF2B5EF4-FFF2-40B4-BE49-F238E27FC236}">
                    <a16:creationId xmlns:a16="http://schemas.microsoft.com/office/drawing/2014/main" id="{5EA82A37-70C7-5527-5353-42652B1479D9}"/>
                  </a:ext>
                </a:extLst>
              </p:cNvPr>
              <p:cNvSpPr/>
              <p:nvPr/>
            </p:nvSpPr>
            <p:spPr>
              <a:xfrm rot="10800000">
                <a:off x="2660051"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0" name="Triangle 19">
                <a:extLst>
                  <a:ext uri="{FF2B5EF4-FFF2-40B4-BE49-F238E27FC236}">
                    <a16:creationId xmlns:a16="http://schemas.microsoft.com/office/drawing/2014/main" id="{F97C3E02-72F4-6D04-133C-A0DFEDBD3441}"/>
                  </a:ext>
                </a:extLst>
              </p:cNvPr>
              <p:cNvSpPr/>
              <p:nvPr/>
            </p:nvSpPr>
            <p:spPr>
              <a:xfrm rot="10800000">
                <a:off x="15339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1" name="Triangle 20">
                <a:extLst>
                  <a:ext uri="{FF2B5EF4-FFF2-40B4-BE49-F238E27FC236}">
                    <a16:creationId xmlns:a16="http://schemas.microsoft.com/office/drawing/2014/main" id="{6682F398-CA34-8C50-5EB0-7A89436F0811}"/>
                  </a:ext>
                </a:extLst>
              </p:cNvPr>
              <p:cNvSpPr/>
              <p:nvPr/>
            </p:nvSpPr>
            <p:spPr>
              <a:xfrm>
                <a:off x="2900093"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2" name="Triangle 21">
                <a:extLst>
                  <a:ext uri="{FF2B5EF4-FFF2-40B4-BE49-F238E27FC236}">
                    <a16:creationId xmlns:a16="http://schemas.microsoft.com/office/drawing/2014/main" id="{724B218E-B970-C895-FE75-CB461BB5BD59}"/>
                  </a:ext>
                </a:extLst>
              </p:cNvPr>
              <p:cNvSpPr/>
              <p:nvPr/>
            </p:nvSpPr>
            <p:spPr>
              <a:xfrm>
                <a:off x="4127759"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3" name="Triangle 22">
                <a:extLst>
                  <a:ext uri="{FF2B5EF4-FFF2-40B4-BE49-F238E27FC236}">
                    <a16:creationId xmlns:a16="http://schemas.microsoft.com/office/drawing/2014/main" id="{53D5A865-70C6-51F1-FB5E-CE3D00F567AB}"/>
                  </a:ext>
                </a:extLst>
              </p:cNvPr>
              <p:cNvSpPr/>
              <p:nvPr/>
            </p:nvSpPr>
            <p:spPr>
              <a:xfrm rot="10800000">
                <a:off x="44041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4" name="Triangle 23">
                <a:extLst>
                  <a:ext uri="{FF2B5EF4-FFF2-40B4-BE49-F238E27FC236}">
                    <a16:creationId xmlns:a16="http://schemas.microsoft.com/office/drawing/2014/main" id="{B5B815C1-5E26-6603-DED0-9459C7E19A83}"/>
                  </a:ext>
                </a:extLst>
              </p:cNvPr>
              <p:cNvSpPr/>
              <p:nvPr/>
            </p:nvSpPr>
            <p:spPr>
              <a:xfrm rot="10800000">
                <a:off x="49883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grpSp>
        <p:sp>
          <p:nvSpPr>
            <p:cNvPr id="3" name="TextBox 2">
              <a:extLst>
                <a:ext uri="{FF2B5EF4-FFF2-40B4-BE49-F238E27FC236}">
                  <a16:creationId xmlns:a16="http://schemas.microsoft.com/office/drawing/2014/main" id="{D390DDCD-CC36-5797-C43D-3229F88E660A}"/>
                </a:ext>
              </a:extLst>
            </p:cNvPr>
            <p:cNvSpPr txBox="1"/>
            <p:nvPr/>
          </p:nvSpPr>
          <p:spPr>
            <a:xfrm>
              <a:off x="9033163" y="1296547"/>
              <a:ext cx="3250365" cy="281851"/>
            </a:xfrm>
            <a:prstGeom prst="rect">
              <a:avLst/>
            </a:prstGeom>
            <a:noFill/>
          </p:spPr>
          <p:txBody>
            <a:bodyPr wrap="square">
              <a:spAutoFit/>
            </a:bodyPr>
            <a:lstStyle/>
            <a:p>
              <a:pPr algn="justLow" defTabSz="916000" rtl="1">
                <a:buClr>
                  <a:prstClr val="white"/>
                </a:buClr>
                <a:buSzPts val="3600"/>
              </a:pPr>
              <a:r>
                <a:rPr lang="ar-SA" sz="2800" kern="1200">
                  <a:solidFill>
                    <a:schemeClr val="bg1"/>
                  </a:solidFill>
                  <a:latin typeface="Bahij TheSansArabic ExtraBold" panose="02040503050201020203" pitchFamily="18" charset="-78"/>
                  <a:ea typeface="Cairo"/>
                  <a:cs typeface="Bahij TheSansArabic ExtraBold" panose="02040503050201020203" pitchFamily="18" charset="-78"/>
                  <a:sym typeface="Cairo"/>
                </a:rPr>
                <a:t>السيناريو الثاني لإقفال الإيرادات لعام 2026م</a:t>
              </a:r>
            </a:p>
          </p:txBody>
        </p:sp>
      </p:grpSp>
      <p:grpSp>
        <p:nvGrpSpPr>
          <p:cNvPr id="9" name="Group 8">
            <a:extLst>
              <a:ext uri="{FF2B5EF4-FFF2-40B4-BE49-F238E27FC236}">
                <a16:creationId xmlns:a16="http://schemas.microsoft.com/office/drawing/2014/main" id="{10C3D75E-B75F-7E68-E172-2AA3590F7A64}"/>
              </a:ext>
            </a:extLst>
          </p:cNvPr>
          <p:cNvGrpSpPr/>
          <p:nvPr/>
        </p:nvGrpSpPr>
        <p:grpSpPr>
          <a:xfrm>
            <a:off x="20831844" y="3059678"/>
            <a:ext cx="3276517" cy="9055808"/>
            <a:chOff x="9310448" y="3059678"/>
            <a:chExt cx="3276517" cy="9055808"/>
          </a:xfrm>
        </p:grpSpPr>
        <p:sp>
          <p:nvSpPr>
            <p:cNvPr id="37" name="Rectangle: Rounded Corners 36">
              <a:extLst>
                <a:ext uri="{FF2B5EF4-FFF2-40B4-BE49-F238E27FC236}">
                  <a16:creationId xmlns:a16="http://schemas.microsoft.com/office/drawing/2014/main" id="{C9077164-D877-8FDB-E22C-81488092DE7D}"/>
                </a:ext>
              </a:extLst>
            </p:cNvPr>
            <p:cNvSpPr/>
            <p:nvPr/>
          </p:nvSpPr>
          <p:spPr>
            <a:xfrm>
              <a:off x="9413204" y="3059678"/>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Rounded Corners 39">
              <a:extLst>
                <a:ext uri="{FF2B5EF4-FFF2-40B4-BE49-F238E27FC236}">
                  <a16:creationId xmlns:a16="http://schemas.microsoft.com/office/drawing/2014/main" id="{CA26CD73-124D-B2FC-A726-8FD0FFB4D885}"/>
                </a:ext>
              </a:extLst>
            </p:cNvPr>
            <p:cNvSpPr/>
            <p:nvPr/>
          </p:nvSpPr>
          <p:spPr>
            <a:xfrm>
              <a:off x="9413203" y="4930540"/>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Rounded Corners 43">
              <a:extLst>
                <a:ext uri="{FF2B5EF4-FFF2-40B4-BE49-F238E27FC236}">
                  <a16:creationId xmlns:a16="http://schemas.microsoft.com/office/drawing/2014/main" id="{CE78E71E-8675-B46C-0652-9A5146CB8A7D}"/>
                </a:ext>
              </a:extLst>
            </p:cNvPr>
            <p:cNvSpPr/>
            <p:nvPr/>
          </p:nvSpPr>
          <p:spPr>
            <a:xfrm>
              <a:off x="9413203" y="6801402"/>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Rounded Corners 44">
              <a:extLst>
                <a:ext uri="{FF2B5EF4-FFF2-40B4-BE49-F238E27FC236}">
                  <a16:creationId xmlns:a16="http://schemas.microsoft.com/office/drawing/2014/main" id="{D694A7A6-58C8-10DB-7E80-7EEEEEF97FCC}"/>
                </a:ext>
              </a:extLst>
            </p:cNvPr>
            <p:cNvSpPr/>
            <p:nvPr/>
          </p:nvSpPr>
          <p:spPr>
            <a:xfrm>
              <a:off x="9413203" y="8672264"/>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Rounded Corners 45">
              <a:extLst>
                <a:ext uri="{FF2B5EF4-FFF2-40B4-BE49-F238E27FC236}">
                  <a16:creationId xmlns:a16="http://schemas.microsoft.com/office/drawing/2014/main" id="{E5F7AEE4-F14C-4C23-5328-04089A68100B}"/>
                </a:ext>
              </a:extLst>
            </p:cNvPr>
            <p:cNvSpPr/>
            <p:nvPr/>
          </p:nvSpPr>
          <p:spPr>
            <a:xfrm>
              <a:off x="9413203" y="10543126"/>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FFF5B036-0976-8181-DCBB-D0249D97906F}"/>
                </a:ext>
              </a:extLst>
            </p:cNvPr>
            <p:cNvSpPr txBox="1"/>
            <p:nvPr/>
          </p:nvSpPr>
          <p:spPr>
            <a:xfrm>
              <a:off x="9326765" y="3627957"/>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إيرادات استثمارية </a:t>
              </a:r>
            </a:p>
          </p:txBody>
        </p:sp>
        <p:sp>
          <p:nvSpPr>
            <p:cNvPr id="49" name="TextBox 48">
              <a:extLst>
                <a:ext uri="{FF2B5EF4-FFF2-40B4-BE49-F238E27FC236}">
                  <a16:creationId xmlns:a16="http://schemas.microsoft.com/office/drawing/2014/main" id="{B1F8D3BE-006F-A3E9-D1FC-2FF7EA02DA6F}"/>
                </a:ext>
              </a:extLst>
            </p:cNvPr>
            <p:cNvSpPr txBox="1"/>
            <p:nvPr/>
          </p:nvSpPr>
          <p:spPr>
            <a:xfrm>
              <a:off x="9343918" y="5498819"/>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الرسوم والتراخيص </a:t>
              </a:r>
            </a:p>
          </p:txBody>
        </p:sp>
        <p:sp>
          <p:nvSpPr>
            <p:cNvPr id="85" name="TextBox 84">
              <a:extLst>
                <a:ext uri="{FF2B5EF4-FFF2-40B4-BE49-F238E27FC236}">
                  <a16:creationId xmlns:a16="http://schemas.microsoft.com/office/drawing/2014/main" id="{22172B6D-9C3F-DB5D-D94B-774BE93BD11C}"/>
                </a:ext>
              </a:extLst>
            </p:cNvPr>
            <p:cNvSpPr txBox="1"/>
            <p:nvPr/>
          </p:nvSpPr>
          <p:spPr>
            <a:xfrm>
              <a:off x="9370896" y="7369681"/>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جزاءات وغرامات </a:t>
              </a:r>
            </a:p>
          </p:txBody>
        </p:sp>
        <p:sp>
          <p:nvSpPr>
            <p:cNvPr id="95" name="TextBox 94">
              <a:extLst>
                <a:ext uri="{FF2B5EF4-FFF2-40B4-BE49-F238E27FC236}">
                  <a16:creationId xmlns:a16="http://schemas.microsoft.com/office/drawing/2014/main" id="{EB015575-BBB9-CBD4-819C-D56EE0108386}"/>
                </a:ext>
              </a:extLst>
            </p:cNvPr>
            <p:cNvSpPr txBox="1"/>
            <p:nvPr/>
          </p:nvSpPr>
          <p:spPr>
            <a:xfrm>
              <a:off x="9310448" y="9240543"/>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التبغ والإيواء </a:t>
              </a:r>
            </a:p>
          </p:txBody>
        </p:sp>
        <p:sp>
          <p:nvSpPr>
            <p:cNvPr id="101" name="TextBox 100">
              <a:extLst>
                <a:ext uri="{FF2B5EF4-FFF2-40B4-BE49-F238E27FC236}">
                  <a16:creationId xmlns:a16="http://schemas.microsoft.com/office/drawing/2014/main" id="{D2B458DE-0DB3-A0E8-252B-DD400ED8B607}"/>
                </a:ext>
              </a:extLst>
            </p:cNvPr>
            <p:cNvSpPr txBox="1"/>
            <p:nvPr/>
          </p:nvSpPr>
          <p:spPr>
            <a:xfrm>
              <a:off x="9364888" y="11111405"/>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أخرى</a:t>
              </a:r>
            </a:p>
          </p:txBody>
        </p:sp>
      </p:grpSp>
      <p:sp>
        <p:nvSpPr>
          <p:cNvPr id="261" name="Rectangle: Rounded Corners 260">
            <a:extLst>
              <a:ext uri="{FF2B5EF4-FFF2-40B4-BE49-F238E27FC236}">
                <a16:creationId xmlns:a16="http://schemas.microsoft.com/office/drawing/2014/main" id="{DAD97482-DCB9-B82E-756E-F2042308EA9D}"/>
              </a:ext>
            </a:extLst>
          </p:cNvPr>
          <p:cNvSpPr/>
          <p:nvPr/>
        </p:nvSpPr>
        <p:spPr>
          <a:xfrm>
            <a:off x="115617" y="1488435"/>
            <a:ext cx="24020043" cy="815152"/>
          </a:xfrm>
          <a:prstGeom prst="roundRect">
            <a:avLst>
              <a:gd name="adj" fmla="val 6592"/>
            </a:avLst>
          </a:prstGeom>
          <a:solidFill>
            <a:schemeClr val="bg1">
              <a:lumMod val="95000"/>
            </a:schemeClr>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TextBox 261">
            <a:extLst>
              <a:ext uri="{FF2B5EF4-FFF2-40B4-BE49-F238E27FC236}">
                <a16:creationId xmlns:a16="http://schemas.microsoft.com/office/drawing/2014/main" id="{16500E24-021A-35C8-66DF-5AA0FD806ECC}"/>
              </a:ext>
            </a:extLst>
          </p:cNvPr>
          <p:cNvSpPr txBox="1"/>
          <p:nvPr/>
        </p:nvSpPr>
        <p:spPr>
          <a:xfrm>
            <a:off x="13682652" y="1628448"/>
            <a:ext cx="9192723" cy="523220"/>
          </a:xfrm>
          <a:prstGeom prst="rect">
            <a:avLst/>
          </a:prstGeom>
          <a:noFill/>
        </p:spPr>
        <p:txBody>
          <a:bodyPr wrap="square" rtlCol="0">
            <a:spAutoFit/>
          </a:bodyPr>
          <a:lstStyle/>
          <a:p>
            <a:pPr algn="r"/>
            <a:r>
              <a:rPr lang="ar-SA" sz="2800">
                <a:solidFill>
                  <a:srgbClr val="106946"/>
                </a:solidFill>
                <a:latin typeface="Bahij TheSansArabic Bold" panose="02040503050201020203" charset="-78"/>
                <a:cs typeface="Bahij TheSansArabic Bold" panose="02040503050201020203" charset="-78"/>
              </a:rPr>
              <a:t>مقارنة الاداء حسب التبويب </a:t>
            </a:r>
            <a:endParaRPr lang="en-US" sz="2800">
              <a:solidFill>
                <a:srgbClr val="106946"/>
              </a:solidFill>
              <a:latin typeface="Bahij TheSansArabic Bold" panose="02040503050201020203" charset="-78"/>
              <a:cs typeface="Bahij TheSansArabic Bold" panose="02040503050201020203" charset="-78"/>
            </a:endParaRPr>
          </a:p>
        </p:txBody>
      </p:sp>
      <p:sp>
        <p:nvSpPr>
          <p:cNvPr id="263" name="Rectangle 262">
            <a:extLst>
              <a:ext uri="{FF2B5EF4-FFF2-40B4-BE49-F238E27FC236}">
                <a16:creationId xmlns:a16="http://schemas.microsoft.com/office/drawing/2014/main" id="{3B200D8B-A145-970E-19BB-80D4C3F87E17}"/>
              </a:ext>
            </a:extLst>
          </p:cNvPr>
          <p:cNvSpPr/>
          <p:nvPr/>
        </p:nvSpPr>
        <p:spPr>
          <a:xfrm>
            <a:off x="22963694" y="1482075"/>
            <a:ext cx="1171966" cy="846429"/>
          </a:xfrm>
          <a:prstGeom prst="rect">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4" name="Graphic 263" descr="Upward trend with solid fill">
            <a:extLst>
              <a:ext uri="{FF2B5EF4-FFF2-40B4-BE49-F238E27FC236}">
                <a16:creationId xmlns:a16="http://schemas.microsoft.com/office/drawing/2014/main" id="{96CA829E-BCA4-2340-484B-01D0B7EA25F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145423" y="1521744"/>
            <a:ext cx="757465" cy="757465"/>
          </a:xfrm>
          <a:prstGeom prst="rect">
            <a:avLst/>
          </a:prstGeom>
        </p:spPr>
      </p:pic>
      <p:sp>
        <p:nvSpPr>
          <p:cNvPr id="185" name="Rectangle: Rounded Corners 184">
            <a:extLst>
              <a:ext uri="{FF2B5EF4-FFF2-40B4-BE49-F238E27FC236}">
                <a16:creationId xmlns:a16="http://schemas.microsoft.com/office/drawing/2014/main" id="{9F5BAD9D-1CD9-A084-5A8E-BFCB4F94C95B}"/>
              </a:ext>
            </a:extLst>
          </p:cNvPr>
          <p:cNvSpPr/>
          <p:nvPr/>
        </p:nvSpPr>
        <p:spPr>
          <a:xfrm>
            <a:off x="12045918"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ectangle: Rounded Corners 185">
            <a:extLst>
              <a:ext uri="{FF2B5EF4-FFF2-40B4-BE49-F238E27FC236}">
                <a16:creationId xmlns:a16="http://schemas.microsoft.com/office/drawing/2014/main" id="{3FD1587E-B4C9-113E-1600-17472C403025}"/>
              </a:ext>
            </a:extLst>
          </p:cNvPr>
          <p:cNvSpPr/>
          <p:nvPr/>
        </p:nvSpPr>
        <p:spPr>
          <a:xfrm>
            <a:off x="12045918"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 name="Rectangle: Rounded Corners 187">
            <a:extLst>
              <a:ext uri="{FF2B5EF4-FFF2-40B4-BE49-F238E27FC236}">
                <a16:creationId xmlns:a16="http://schemas.microsoft.com/office/drawing/2014/main" id="{2CAFECCD-CB9F-6773-F67B-1BB5A4EF3353}"/>
              </a:ext>
            </a:extLst>
          </p:cNvPr>
          <p:cNvSpPr/>
          <p:nvPr/>
        </p:nvSpPr>
        <p:spPr>
          <a:xfrm>
            <a:off x="12045918"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Rectangle: Rounded Corners 188">
            <a:extLst>
              <a:ext uri="{FF2B5EF4-FFF2-40B4-BE49-F238E27FC236}">
                <a16:creationId xmlns:a16="http://schemas.microsoft.com/office/drawing/2014/main" id="{5B4A7DAC-D57B-4CCE-AE2E-89B6F91C55F7}"/>
              </a:ext>
            </a:extLst>
          </p:cNvPr>
          <p:cNvSpPr/>
          <p:nvPr/>
        </p:nvSpPr>
        <p:spPr>
          <a:xfrm>
            <a:off x="12045918"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 name="Rectangle: Rounded Corners 189">
            <a:extLst>
              <a:ext uri="{FF2B5EF4-FFF2-40B4-BE49-F238E27FC236}">
                <a16:creationId xmlns:a16="http://schemas.microsoft.com/office/drawing/2014/main" id="{008847C2-5957-9DE0-E07D-857190A38A4C}"/>
              </a:ext>
            </a:extLst>
          </p:cNvPr>
          <p:cNvSpPr/>
          <p:nvPr/>
        </p:nvSpPr>
        <p:spPr>
          <a:xfrm>
            <a:off x="12045918"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 name="TextBox 258">
            <a:extLst>
              <a:ext uri="{FF2B5EF4-FFF2-40B4-BE49-F238E27FC236}">
                <a16:creationId xmlns:a16="http://schemas.microsoft.com/office/drawing/2014/main" id="{6664AB38-7251-F57B-D707-385F6971AAA8}"/>
              </a:ext>
            </a:extLst>
          </p:cNvPr>
          <p:cNvSpPr txBox="1"/>
          <p:nvPr/>
        </p:nvSpPr>
        <p:spPr>
          <a:xfrm>
            <a:off x="12252029"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ديسمبر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555" name="Rectangle: Rounded Corners 554">
            <a:extLst>
              <a:ext uri="{FF2B5EF4-FFF2-40B4-BE49-F238E27FC236}">
                <a16:creationId xmlns:a16="http://schemas.microsoft.com/office/drawing/2014/main" id="{8BE8F478-A2DD-3841-5211-C49B5B138876}"/>
              </a:ext>
            </a:extLst>
          </p:cNvPr>
          <p:cNvSpPr/>
          <p:nvPr/>
        </p:nvSpPr>
        <p:spPr>
          <a:xfrm>
            <a:off x="14117845"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6" name="Rectangle: Rounded Corners 555">
            <a:extLst>
              <a:ext uri="{FF2B5EF4-FFF2-40B4-BE49-F238E27FC236}">
                <a16:creationId xmlns:a16="http://schemas.microsoft.com/office/drawing/2014/main" id="{0C7C0BC2-2872-3ED8-D48D-5A2692DA6C29}"/>
              </a:ext>
            </a:extLst>
          </p:cNvPr>
          <p:cNvSpPr/>
          <p:nvPr/>
        </p:nvSpPr>
        <p:spPr>
          <a:xfrm>
            <a:off x="14117845"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7" name="Rectangle: Rounded Corners 556">
            <a:extLst>
              <a:ext uri="{FF2B5EF4-FFF2-40B4-BE49-F238E27FC236}">
                <a16:creationId xmlns:a16="http://schemas.microsoft.com/office/drawing/2014/main" id="{F435CCDA-05CF-03D3-9B51-5B99B97975CC}"/>
              </a:ext>
            </a:extLst>
          </p:cNvPr>
          <p:cNvSpPr/>
          <p:nvPr/>
        </p:nvSpPr>
        <p:spPr>
          <a:xfrm>
            <a:off x="14117845"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Rounded Corners 557">
            <a:extLst>
              <a:ext uri="{FF2B5EF4-FFF2-40B4-BE49-F238E27FC236}">
                <a16:creationId xmlns:a16="http://schemas.microsoft.com/office/drawing/2014/main" id="{2ECDC854-8390-737D-0965-8CCDA545BADC}"/>
              </a:ext>
            </a:extLst>
          </p:cNvPr>
          <p:cNvSpPr/>
          <p:nvPr/>
        </p:nvSpPr>
        <p:spPr>
          <a:xfrm>
            <a:off x="14117845"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9" name="Rectangle: Rounded Corners 558">
            <a:extLst>
              <a:ext uri="{FF2B5EF4-FFF2-40B4-BE49-F238E27FC236}">
                <a16:creationId xmlns:a16="http://schemas.microsoft.com/office/drawing/2014/main" id="{B6D58D51-5543-9AD9-1838-2072A638B3D9}"/>
              </a:ext>
            </a:extLst>
          </p:cNvPr>
          <p:cNvSpPr/>
          <p:nvPr/>
        </p:nvSpPr>
        <p:spPr>
          <a:xfrm>
            <a:off x="14117845"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9" name="TextBox 568">
            <a:extLst>
              <a:ext uri="{FF2B5EF4-FFF2-40B4-BE49-F238E27FC236}">
                <a16:creationId xmlns:a16="http://schemas.microsoft.com/office/drawing/2014/main" id="{09B57377-DAC8-C17A-9891-A40E1EF053B1}"/>
              </a:ext>
            </a:extLst>
          </p:cNvPr>
          <p:cNvSpPr txBox="1"/>
          <p:nvPr/>
        </p:nvSpPr>
        <p:spPr>
          <a:xfrm>
            <a:off x="14323956"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نوفمبر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581" name="Rectangle: Rounded Corners 580">
            <a:extLst>
              <a:ext uri="{FF2B5EF4-FFF2-40B4-BE49-F238E27FC236}">
                <a16:creationId xmlns:a16="http://schemas.microsoft.com/office/drawing/2014/main" id="{F0FB292A-7C12-9913-ACF5-52DD96DD7421}"/>
              </a:ext>
            </a:extLst>
          </p:cNvPr>
          <p:cNvSpPr/>
          <p:nvPr/>
        </p:nvSpPr>
        <p:spPr>
          <a:xfrm>
            <a:off x="16189772"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2" name="Rectangle: Rounded Corners 581">
            <a:extLst>
              <a:ext uri="{FF2B5EF4-FFF2-40B4-BE49-F238E27FC236}">
                <a16:creationId xmlns:a16="http://schemas.microsoft.com/office/drawing/2014/main" id="{C0A207CB-99D5-DECF-E08C-722822CD2FE1}"/>
              </a:ext>
            </a:extLst>
          </p:cNvPr>
          <p:cNvSpPr/>
          <p:nvPr/>
        </p:nvSpPr>
        <p:spPr>
          <a:xfrm>
            <a:off x="16189772"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3" name="Rectangle: Rounded Corners 582">
            <a:extLst>
              <a:ext uri="{FF2B5EF4-FFF2-40B4-BE49-F238E27FC236}">
                <a16:creationId xmlns:a16="http://schemas.microsoft.com/office/drawing/2014/main" id="{EE384784-C729-6849-97B5-21C56A815A7B}"/>
              </a:ext>
            </a:extLst>
          </p:cNvPr>
          <p:cNvSpPr/>
          <p:nvPr/>
        </p:nvSpPr>
        <p:spPr>
          <a:xfrm>
            <a:off x="16189772"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4" name="Rectangle: Rounded Corners 583">
            <a:extLst>
              <a:ext uri="{FF2B5EF4-FFF2-40B4-BE49-F238E27FC236}">
                <a16:creationId xmlns:a16="http://schemas.microsoft.com/office/drawing/2014/main" id="{02E00411-6D89-948B-96CA-60F6F20EF6F8}"/>
              </a:ext>
            </a:extLst>
          </p:cNvPr>
          <p:cNvSpPr/>
          <p:nvPr/>
        </p:nvSpPr>
        <p:spPr>
          <a:xfrm>
            <a:off x="16189772"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5" name="Rectangle: Rounded Corners 584">
            <a:extLst>
              <a:ext uri="{FF2B5EF4-FFF2-40B4-BE49-F238E27FC236}">
                <a16:creationId xmlns:a16="http://schemas.microsoft.com/office/drawing/2014/main" id="{F40CC1D8-F511-0A85-3A2D-641FCE40BC69}"/>
              </a:ext>
            </a:extLst>
          </p:cNvPr>
          <p:cNvSpPr/>
          <p:nvPr/>
        </p:nvSpPr>
        <p:spPr>
          <a:xfrm>
            <a:off x="16189772"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5" name="TextBox 594">
            <a:extLst>
              <a:ext uri="{FF2B5EF4-FFF2-40B4-BE49-F238E27FC236}">
                <a16:creationId xmlns:a16="http://schemas.microsoft.com/office/drawing/2014/main" id="{C522025B-41E7-6BF3-A34B-F4F02107BDC7}"/>
              </a:ext>
            </a:extLst>
          </p:cNvPr>
          <p:cNvSpPr txBox="1"/>
          <p:nvPr/>
        </p:nvSpPr>
        <p:spPr>
          <a:xfrm>
            <a:off x="16395883"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أكتوبر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607" name="Rectangle: Rounded Corners 606">
            <a:extLst>
              <a:ext uri="{FF2B5EF4-FFF2-40B4-BE49-F238E27FC236}">
                <a16:creationId xmlns:a16="http://schemas.microsoft.com/office/drawing/2014/main" id="{07D660BC-696C-A32D-7F92-DB72B7A05D4B}"/>
              </a:ext>
            </a:extLst>
          </p:cNvPr>
          <p:cNvSpPr/>
          <p:nvPr/>
        </p:nvSpPr>
        <p:spPr>
          <a:xfrm>
            <a:off x="18261699"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8" name="Rectangle: Rounded Corners 607">
            <a:extLst>
              <a:ext uri="{FF2B5EF4-FFF2-40B4-BE49-F238E27FC236}">
                <a16:creationId xmlns:a16="http://schemas.microsoft.com/office/drawing/2014/main" id="{21B6961D-FCF8-DB41-8182-2102A426A0D3}"/>
              </a:ext>
            </a:extLst>
          </p:cNvPr>
          <p:cNvSpPr/>
          <p:nvPr/>
        </p:nvSpPr>
        <p:spPr>
          <a:xfrm>
            <a:off x="18261699"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9" name="Rectangle: Rounded Corners 608">
            <a:extLst>
              <a:ext uri="{FF2B5EF4-FFF2-40B4-BE49-F238E27FC236}">
                <a16:creationId xmlns:a16="http://schemas.microsoft.com/office/drawing/2014/main" id="{10FB0F9F-4876-A921-9EAC-5AE1DA621EC1}"/>
              </a:ext>
            </a:extLst>
          </p:cNvPr>
          <p:cNvSpPr/>
          <p:nvPr/>
        </p:nvSpPr>
        <p:spPr>
          <a:xfrm>
            <a:off x="18261699"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0" name="Rectangle: Rounded Corners 609">
            <a:extLst>
              <a:ext uri="{FF2B5EF4-FFF2-40B4-BE49-F238E27FC236}">
                <a16:creationId xmlns:a16="http://schemas.microsoft.com/office/drawing/2014/main" id="{E133F170-E6C7-E876-3AF5-42F632DB9F14}"/>
              </a:ext>
            </a:extLst>
          </p:cNvPr>
          <p:cNvSpPr/>
          <p:nvPr/>
        </p:nvSpPr>
        <p:spPr>
          <a:xfrm>
            <a:off x="18261699"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1" name="Rectangle: Rounded Corners 610">
            <a:extLst>
              <a:ext uri="{FF2B5EF4-FFF2-40B4-BE49-F238E27FC236}">
                <a16:creationId xmlns:a16="http://schemas.microsoft.com/office/drawing/2014/main" id="{76700576-FC71-7FD2-6166-AB467262C5C1}"/>
              </a:ext>
            </a:extLst>
          </p:cNvPr>
          <p:cNvSpPr/>
          <p:nvPr/>
        </p:nvSpPr>
        <p:spPr>
          <a:xfrm>
            <a:off x="18261699"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1" name="TextBox 620">
            <a:extLst>
              <a:ext uri="{FF2B5EF4-FFF2-40B4-BE49-F238E27FC236}">
                <a16:creationId xmlns:a16="http://schemas.microsoft.com/office/drawing/2014/main" id="{120D9499-AF51-141F-24F6-F8B87F7C3615}"/>
              </a:ext>
            </a:extLst>
          </p:cNvPr>
          <p:cNvSpPr txBox="1"/>
          <p:nvPr/>
        </p:nvSpPr>
        <p:spPr>
          <a:xfrm>
            <a:off x="18317631" y="2539034"/>
            <a:ext cx="1513335" cy="584775"/>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الإجمالي حتى سبتمبر</a:t>
            </a:r>
            <a:endParaRPr lang="en-US" sz="1600" b="1">
              <a:solidFill>
                <a:srgbClr val="106946"/>
              </a:solidFill>
              <a:latin typeface="Bahij TheSansArabic Bold" panose="02040503050201020203" charset="-78"/>
              <a:cs typeface="Bahij TheSansArabic Bold" panose="02040503050201020203" charset="-78"/>
            </a:endParaRPr>
          </a:p>
        </p:txBody>
      </p:sp>
      <p:graphicFrame>
        <p:nvGraphicFramePr>
          <p:cNvPr id="7" name="Chart 6">
            <a:extLst>
              <a:ext uri="{FF2B5EF4-FFF2-40B4-BE49-F238E27FC236}">
                <a16:creationId xmlns:a16="http://schemas.microsoft.com/office/drawing/2014/main" id="{60C5CD0A-871F-F6D5-D164-840ADDB3F572}"/>
              </a:ext>
            </a:extLst>
          </p:cNvPr>
          <p:cNvGraphicFramePr>
            <a:graphicFrameLocks noChangeAspect="1"/>
          </p:cNvGraphicFramePr>
          <p:nvPr>
            <p:extLst>
              <p:ext uri="{D42A27DB-BD31-4B8C-83A1-F6EECF244321}">
                <p14:modId xmlns:p14="http://schemas.microsoft.com/office/powerpoint/2010/main" val="3542228987"/>
              </p:ext>
            </p:extLst>
          </p:nvPr>
        </p:nvGraphicFramePr>
        <p:xfrm>
          <a:off x="12087820" y="2443600"/>
          <a:ext cx="1634354" cy="10276941"/>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8" name="Chart 7">
            <a:extLst>
              <a:ext uri="{FF2B5EF4-FFF2-40B4-BE49-F238E27FC236}">
                <a16:creationId xmlns:a16="http://schemas.microsoft.com/office/drawing/2014/main" id="{B496822D-F93C-B60F-9EB9-2F51FEB0EE96}"/>
              </a:ext>
            </a:extLst>
          </p:cNvPr>
          <p:cNvGraphicFramePr>
            <a:graphicFrameLocks noChangeAspect="1"/>
          </p:cNvGraphicFramePr>
          <p:nvPr>
            <p:extLst>
              <p:ext uri="{D42A27DB-BD31-4B8C-83A1-F6EECF244321}">
                <p14:modId xmlns:p14="http://schemas.microsoft.com/office/powerpoint/2010/main" val="2095440567"/>
              </p:ext>
            </p:extLst>
          </p:nvPr>
        </p:nvGraphicFramePr>
        <p:xfrm>
          <a:off x="14157889" y="2443600"/>
          <a:ext cx="1634354" cy="10276941"/>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Chart 10">
            <a:extLst>
              <a:ext uri="{FF2B5EF4-FFF2-40B4-BE49-F238E27FC236}">
                <a16:creationId xmlns:a16="http://schemas.microsoft.com/office/drawing/2014/main" id="{2CCD6606-AB3E-F0A1-69F5-D5D56FB61C9C}"/>
              </a:ext>
            </a:extLst>
          </p:cNvPr>
          <p:cNvGraphicFramePr>
            <a:graphicFrameLocks noChangeAspect="1"/>
          </p:cNvGraphicFramePr>
          <p:nvPr>
            <p:extLst>
              <p:ext uri="{D42A27DB-BD31-4B8C-83A1-F6EECF244321}">
                <p14:modId xmlns:p14="http://schemas.microsoft.com/office/powerpoint/2010/main" val="255261979"/>
              </p:ext>
            </p:extLst>
          </p:nvPr>
        </p:nvGraphicFramePr>
        <p:xfrm>
          <a:off x="16227958" y="2443600"/>
          <a:ext cx="1634354" cy="10276941"/>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2" name="Chart 11">
            <a:extLst>
              <a:ext uri="{FF2B5EF4-FFF2-40B4-BE49-F238E27FC236}">
                <a16:creationId xmlns:a16="http://schemas.microsoft.com/office/drawing/2014/main" id="{A50F971C-9886-21E3-0320-4A82CDCF7462}"/>
              </a:ext>
            </a:extLst>
          </p:cNvPr>
          <p:cNvGraphicFramePr>
            <a:graphicFrameLocks noChangeAspect="1"/>
          </p:cNvGraphicFramePr>
          <p:nvPr>
            <p:extLst>
              <p:ext uri="{D42A27DB-BD31-4B8C-83A1-F6EECF244321}">
                <p14:modId xmlns:p14="http://schemas.microsoft.com/office/powerpoint/2010/main" val="4249297210"/>
              </p:ext>
            </p:extLst>
          </p:nvPr>
        </p:nvGraphicFramePr>
        <p:xfrm>
          <a:off x="18298027" y="2443600"/>
          <a:ext cx="1634354" cy="10276941"/>
        </p:xfrm>
        <a:graphic>
          <a:graphicData uri="http://schemas.openxmlformats.org/drawingml/2006/chart">
            <c:chart xmlns:c="http://schemas.openxmlformats.org/drawingml/2006/chart" xmlns:r="http://schemas.openxmlformats.org/officeDocument/2006/relationships" r:id="rId7"/>
          </a:graphicData>
        </a:graphic>
      </p:graphicFrame>
      <p:grpSp>
        <p:nvGrpSpPr>
          <p:cNvPr id="613" name="Group 612">
            <a:extLst>
              <a:ext uri="{FF2B5EF4-FFF2-40B4-BE49-F238E27FC236}">
                <a16:creationId xmlns:a16="http://schemas.microsoft.com/office/drawing/2014/main" id="{5A5164F6-B597-7CBC-C817-6F7A89BFA009}"/>
              </a:ext>
            </a:extLst>
          </p:cNvPr>
          <p:cNvGrpSpPr/>
          <p:nvPr/>
        </p:nvGrpSpPr>
        <p:grpSpPr>
          <a:xfrm>
            <a:off x="18991259" y="3104190"/>
            <a:ext cx="847611" cy="316517"/>
            <a:chOff x="-6600343" y="3070054"/>
            <a:chExt cx="846866" cy="316517"/>
          </a:xfrm>
        </p:grpSpPr>
        <p:sp>
          <p:nvSpPr>
            <p:cNvPr id="630" name="Rectangle: Rounded Corners 629">
              <a:extLst>
                <a:ext uri="{FF2B5EF4-FFF2-40B4-BE49-F238E27FC236}">
                  <a16:creationId xmlns:a16="http://schemas.microsoft.com/office/drawing/2014/main" id="{4D851AA0-7F6B-0D43-C0E0-041ECED422E2}"/>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a:t>
              </a:r>
            </a:p>
          </p:txBody>
        </p:sp>
        <p:sp>
          <p:nvSpPr>
            <p:cNvPr id="631" name="Arrow: Down 630">
              <a:extLst>
                <a:ext uri="{FF2B5EF4-FFF2-40B4-BE49-F238E27FC236}">
                  <a16:creationId xmlns:a16="http://schemas.microsoft.com/office/drawing/2014/main" id="{8B482E05-9A37-2F9C-2596-172C589EE9B5}"/>
                </a:ext>
              </a:extLst>
            </p:cNvPr>
            <p:cNvSpPr/>
            <p:nvPr/>
          </p:nvSpPr>
          <p:spPr>
            <a:xfrm rot="10800000">
              <a:off x="-5996253" y="30942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4" name="Group 613">
            <a:extLst>
              <a:ext uri="{FF2B5EF4-FFF2-40B4-BE49-F238E27FC236}">
                <a16:creationId xmlns:a16="http://schemas.microsoft.com/office/drawing/2014/main" id="{F629106B-26DC-1D17-1396-DAE305D2D4E2}"/>
              </a:ext>
            </a:extLst>
          </p:cNvPr>
          <p:cNvGrpSpPr/>
          <p:nvPr/>
        </p:nvGrpSpPr>
        <p:grpSpPr>
          <a:xfrm>
            <a:off x="18991259" y="4979848"/>
            <a:ext cx="847611" cy="310752"/>
            <a:chOff x="-6600343" y="4603178"/>
            <a:chExt cx="846866" cy="310752"/>
          </a:xfrm>
        </p:grpSpPr>
        <p:sp>
          <p:nvSpPr>
            <p:cNvPr id="628" name="Rectangle: Rounded Corners 627">
              <a:extLst>
                <a:ext uri="{FF2B5EF4-FFF2-40B4-BE49-F238E27FC236}">
                  <a16:creationId xmlns:a16="http://schemas.microsoft.com/office/drawing/2014/main" id="{CD219C28-537E-2B05-F5F2-F5CDD95709E7}"/>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0%</a:t>
              </a:r>
            </a:p>
          </p:txBody>
        </p:sp>
        <p:sp>
          <p:nvSpPr>
            <p:cNvPr id="629" name="Arrow: Down 628">
              <a:extLst>
                <a:ext uri="{FF2B5EF4-FFF2-40B4-BE49-F238E27FC236}">
                  <a16:creationId xmlns:a16="http://schemas.microsoft.com/office/drawing/2014/main" id="{C1B5EF94-6E35-7158-066B-A7F0FA61A3E1}"/>
                </a:ext>
              </a:extLst>
            </p:cNvPr>
            <p:cNvSpPr/>
            <p:nvPr/>
          </p:nvSpPr>
          <p:spPr>
            <a:xfrm rot="10800000">
              <a:off x="-5996253" y="460932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5" name="Group 614">
            <a:extLst>
              <a:ext uri="{FF2B5EF4-FFF2-40B4-BE49-F238E27FC236}">
                <a16:creationId xmlns:a16="http://schemas.microsoft.com/office/drawing/2014/main" id="{8A8C96C5-BE3D-49C8-0E9F-9CA831498F0F}"/>
              </a:ext>
            </a:extLst>
          </p:cNvPr>
          <p:cNvGrpSpPr/>
          <p:nvPr/>
        </p:nvGrpSpPr>
        <p:grpSpPr>
          <a:xfrm>
            <a:off x="18991259" y="6849741"/>
            <a:ext cx="847611" cy="310752"/>
            <a:chOff x="-6600343" y="6171548"/>
            <a:chExt cx="846866" cy="310752"/>
          </a:xfrm>
        </p:grpSpPr>
        <p:sp>
          <p:nvSpPr>
            <p:cNvPr id="626" name="Rectangle: Rounded Corners 625">
              <a:extLst>
                <a:ext uri="{FF2B5EF4-FFF2-40B4-BE49-F238E27FC236}">
                  <a16:creationId xmlns:a16="http://schemas.microsoft.com/office/drawing/2014/main" id="{DF6DA10D-FAE5-3A92-7C46-B7C68BD58FDB}"/>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50%</a:t>
              </a:r>
            </a:p>
          </p:txBody>
        </p:sp>
        <p:sp>
          <p:nvSpPr>
            <p:cNvPr id="627" name="Arrow: Down 626">
              <a:extLst>
                <a:ext uri="{FF2B5EF4-FFF2-40B4-BE49-F238E27FC236}">
                  <a16:creationId xmlns:a16="http://schemas.microsoft.com/office/drawing/2014/main" id="{00B4C6B1-2D89-78C2-8C64-CBEAB6441F44}"/>
                </a:ext>
              </a:extLst>
            </p:cNvPr>
            <p:cNvSpPr/>
            <p:nvPr/>
          </p:nvSpPr>
          <p:spPr>
            <a:xfrm rot="10800000">
              <a:off x="-5996253" y="61776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6" name="Group 615">
            <a:extLst>
              <a:ext uri="{FF2B5EF4-FFF2-40B4-BE49-F238E27FC236}">
                <a16:creationId xmlns:a16="http://schemas.microsoft.com/office/drawing/2014/main" id="{F1CBA8E2-B38A-5F00-48CD-E749AE21CFA8}"/>
              </a:ext>
            </a:extLst>
          </p:cNvPr>
          <p:cNvGrpSpPr/>
          <p:nvPr/>
        </p:nvGrpSpPr>
        <p:grpSpPr>
          <a:xfrm>
            <a:off x="18991259" y="8719634"/>
            <a:ext cx="847611" cy="310752"/>
            <a:chOff x="-6600343" y="7739918"/>
            <a:chExt cx="846866" cy="310752"/>
          </a:xfrm>
        </p:grpSpPr>
        <p:sp>
          <p:nvSpPr>
            <p:cNvPr id="624" name="Rectangle: Rounded Corners 623">
              <a:extLst>
                <a:ext uri="{FF2B5EF4-FFF2-40B4-BE49-F238E27FC236}">
                  <a16:creationId xmlns:a16="http://schemas.microsoft.com/office/drawing/2014/main" id="{BDB0E986-B5F7-A8C4-BCF7-1CACFB6D72CE}"/>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-32%</a:t>
              </a:r>
            </a:p>
          </p:txBody>
        </p:sp>
        <p:sp>
          <p:nvSpPr>
            <p:cNvPr id="625" name="Arrow: Down 624">
              <a:extLst>
                <a:ext uri="{FF2B5EF4-FFF2-40B4-BE49-F238E27FC236}">
                  <a16:creationId xmlns:a16="http://schemas.microsoft.com/office/drawing/2014/main" id="{E73C869A-F621-1B1D-E6DC-368E6D849D29}"/>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8EC44929-308B-EF83-6E2B-0DF89C299172}"/>
              </a:ext>
            </a:extLst>
          </p:cNvPr>
          <p:cNvGrpSpPr/>
          <p:nvPr/>
        </p:nvGrpSpPr>
        <p:grpSpPr>
          <a:xfrm>
            <a:off x="18991259" y="10589527"/>
            <a:ext cx="847611" cy="310752"/>
            <a:chOff x="6117941" y="9303259"/>
            <a:chExt cx="847611" cy="310752"/>
          </a:xfrm>
        </p:grpSpPr>
        <p:sp>
          <p:nvSpPr>
            <p:cNvPr id="617" name="Rectangle: Rounded Corners 616">
              <a:extLst>
                <a:ext uri="{FF2B5EF4-FFF2-40B4-BE49-F238E27FC236}">
                  <a16:creationId xmlns:a16="http://schemas.microsoft.com/office/drawing/2014/main" id="{5AFF713B-1F6D-24A3-B23E-B1FB0EE28ACB}"/>
                </a:ext>
              </a:extLst>
            </p:cNvPr>
            <p:cNvSpPr/>
            <p:nvPr/>
          </p:nvSpPr>
          <p:spPr>
            <a:xfrm>
              <a:off x="6117941"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618" name="Arrow: Down 617">
              <a:extLst>
                <a:ext uri="{FF2B5EF4-FFF2-40B4-BE49-F238E27FC236}">
                  <a16:creationId xmlns:a16="http://schemas.microsoft.com/office/drawing/2014/main" id="{E768A28E-9B84-EFC0-29FA-99CB12409EAB}"/>
                </a:ext>
              </a:extLst>
            </p:cNvPr>
            <p:cNvSpPr/>
            <p:nvPr/>
          </p:nvSpPr>
          <p:spPr>
            <a:xfrm rot="10800000">
              <a:off x="6724596"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7" name="Group 586">
            <a:extLst>
              <a:ext uri="{FF2B5EF4-FFF2-40B4-BE49-F238E27FC236}">
                <a16:creationId xmlns:a16="http://schemas.microsoft.com/office/drawing/2014/main" id="{41E67761-9898-C290-D10F-5459C367A62A}"/>
              </a:ext>
            </a:extLst>
          </p:cNvPr>
          <p:cNvGrpSpPr/>
          <p:nvPr/>
        </p:nvGrpSpPr>
        <p:grpSpPr>
          <a:xfrm>
            <a:off x="16919332" y="3104190"/>
            <a:ext cx="847611" cy="316517"/>
            <a:chOff x="-6600343" y="3070054"/>
            <a:chExt cx="846866" cy="316517"/>
          </a:xfrm>
        </p:grpSpPr>
        <p:sp>
          <p:nvSpPr>
            <p:cNvPr id="604" name="Rectangle: Rounded Corners 603">
              <a:extLst>
                <a:ext uri="{FF2B5EF4-FFF2-40B4-BE49-F238E27FC236}">
                  <a16:creationId xmlns:a16="http://schemas.microsoft.com/office/drawing/2014/main" id="{E5E83A76-BF02-1BD8-8041-2B121C63EEEB}"/>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-80%</a:t>
              </a:r>
            </a:p>
          </p:txBody>
        </p:sp>
        <p:sp>
          <p:nvSpPr>
            <p:cNvPr id="605" name="Arrow: Down 604">
              <a:extLst>
                <a:ext uri="{FF2B5EF4-FFF2-40B4-BE49-F238E27FC236}">
                  <a16:creationId xmlns:a16="http://schemas.microsoft.com/office/drawing/2014/main" id="{BB1AF6D7-78ED-8476-CEFD-905221FFBC88}"/>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8" name="Group 587">
            <a:extLst>
              <a:ext uri="{FF2B5EF4-FFF2-40B4-BE49-F238E27FC236}">
                <a16:creationId xmlns:a16="http://schemas.microsoft.com/office/drawing/2014/main" id="{3E64E562-5A83-5E36-C354-96996EE0FDDC}"/>
              </a:ext>
            </a:extLst>
          </p:cNvPr>
          <p:cNvGrpSpPr/>
          <p:nvPr/>
        </p:nvGrpSpPr>
        <p:grpSpPr>
          <a:xfrm>
            <a:off x="16919332" y="4979848"/>
            <a:ext cx="847611" cy="310752"/>
            <a:chOff x="-6600343" y="4603178"/>
            <a:chExt cx="846866" cy="310752"/>
          </a:xfrm>
        </p:grpSpPr>
        <p:sp>
          <p:nvSpPr>
            <p:cNvPr id="602" name="Rectangle: Rounded Corners 601">
              <a:extLst>
                <a:ext uri="{FF2B5EF4-FFF2-40B4-BE49-F238E27FC236}">
                  <a16:creationId xmlns:a16="http://schemas.microsoft.com/office/drawing/2014/main" id="{B0F128A0-D15C-AED3-090E-0DE0136C0B05}"/>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-19%</a:t>
              </a:r>
            </a:p>
          </p:txBody>
        </p:sp>
        <p:sp>
          <p:nvSpPr>
            <p:cNvPr id="603" name="Arrow: Down 602">
              <a:extLst>
                <a:ext uri="{FF2B5EF4-FFF2-40B4-BE49-F238E27FC236}">
                  <a16:creationId xmlns:a16="http://schemas.microsoft.com/office/drawing/2014/main" id="{2CD18D91-2BF2-AD58-8212-19ED82169FDF}"/>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9" name="Group 588">
            <a:extLst>
              <a:ext uri="{FF2B5EF4-FFF2-40B4-BE49-F238E27FC236}">
                <a16:creationId xmlns:a16="http://schemas.microsoft.com/office/drawing/2014/main" id="{56B5B7A3-5CA0-5639-B1D5-223C8BB4CE44}"/>
              </a:ext>
            </a:extLst>
          </p:cNvPr>
          <p:cNvGrpSpPr/>
          <p:nvPr/>
        </p:nvGrpSpPr>
        <p:grpSpPr>
          <a:xfrm>
            <a:off x="16919332" y="6849741"/>
            <a:ext cx="847611" cy="310752"/>
            <a:chOff x="-6600343" y="6171548"/>
            <a:chExt cx="846866" cy="310752"/>
          </a:xfrm>
        </p:grpSpPr>
        <p:sp>
          <p:nvSpPr>
            <p:cNvPr id="600" name="Rectangle: Rounded Corners 599">
              <a:extLst>
                <a:ext uri="{FF2B5EF4-FFF2-40B4-BE49-F238E27FC236}">
                  <a16:creationId xmlns:a16="http://schemas.microsoft.com/office/drawing/2014/main" id="{922E9FF1-F12E-1B35-067C-78F41B428550}"/>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-34%</a:t>
              </a:r>
            </a:p>
          </p:txBody>
        </p:sp>
        <p:sp>
          <p:nvSpPr>
            <p:cNvPr id="601" name="Arrow: Down 600">
              <a:extLst>
                <a:ext uri="{FF2B5EF4-FFF2-40B4-BE49-F238E27FC236}">
                  <a16:creationId xmlns:a16="http://schemas.microsoft.com/office/drawing/2014/main" id="{1EE15B28-F9E7-700E-DE17-5607CC85BE1E}"/>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0" name="Group 589">
            <a:extLst>
              <a:ext uri="{FF2B5EF4-FFF2-40B4-BE49-F238E27FC236}">
                <a16:creationId xmlns:a16="http://schemas.microsoft.com/office/drawing/2014/main" id="{166E8A7A-D254-74B1-CCD5-71BE4C28DB6C}"/>
              </a:ext>
            </a:extLst>
          </p:cNvPr>
          <p:cNvGrpSpPr/>
          <p:nvPr/>
        </p:nvGrpSpPr>
        <p:grpSpPr>
          <a:xfrm>
            <a:off x="16919332" y="8719634"/>
            <a:ext cx="847611" cy="310752"/>
            <a:chOff x="-6600343" y="7739918"/>
            <a:chExt cx="846866" cy="310752"/>
          </a:xfrm>
        </p:grpSpPr>
        <p:sp>
          <p:nvSpPr>
            <p:cNvPr id="598" name="Rectangle: Rounded Corners 597">
              <a:extLst>
                <a:ext uri="{FF2B5EF4-FFF2-40B4-BE49-F238E27FC236}">
                  <a16:creationId xmlns:a16="http://schemas.microsoft.com/office/drawing/2014/main" id="{84873BCC-E288-9F4C-E343-405C526F2E6C}"/>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-33%</a:t>
              </a:r>
            </a:p>
          </p:txBody>
        </p:sp>
        <p:sp>
          <p:nvSpPr>
            <p:cNvPr id="599" name="Arrow: Down 598">
              <a:extLst>
                <a:ext uri="{FF2B5EF4-FFF2-40B4-BE49-F238E27FC236}">
                  <a16:creationId xmlns:a16="http://schemas.microsoft.com/office/drawing/2014/main" id="{492A501A-ABA5-8308-9BB3-B309FE2FD049}"/>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 name="Group 29">
            <a:extLst>
              <a:ext uri="{FF2B5EF4-FFF2-40B4-BE49-F238E27FC236}">
                <a16:creationId xmlns:a16="http://schemas.microsoft.com/office/drawing/2014/main" id="{D7D03B8C-A242-EE17-6053-E559789E53FA}"/>
              </a:ext>
            </a:extLst>
          </p:cNvPr>
          <p:cNvGrpSpPr/>
          <p:nvPr/>
        </p:nvGrpSpPr>
        <p:grpSpPr>
          <a:xfrm>
            <a:off x="16919332" y="10589527"/>
            <a:ext cx="847611" cy="310752"/>
            <a:chOff x="4404594" y="9303259"/>
            <a:chExt cx="847611" cy="310752"/>
          </a:xfrm>
        </p:grpSpPr>
        <p:sp>
          <p:nvSpPr>
            <p:cNvPr id="591" name="Rectangle: Rounded Corners 590">
              <a:extLst>
                <a:ext uri="{FF2B5EF4-FFF2-40B4-BE49-F238E27FC236}">
                  <a16:creationId xmlns:a16="http://schemas.microsoft.com/office/drawing/2014/main" id="{4E24C855-5CD5-4FFD-3B53-BEDB4DB5BD67}"/>
                </a:ext>
              </a:extLst>
            </p:cNvPr>
            <p:cNvSpPr/>
            <p:nvPr/>
          </p:nvSpPr>
          <p:spPr>
            <a:xfrm>
              <a:off x="4404594"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a:t>
              </a:r>
            </a:p>
          </p:txBody>
        </p:sp>
        <p:sp>
          <p:nvSpPr>
            <p:cNvPr id="592" name="Arrow: Down 591">
              <a:extLst>
                <a:ext uri="{FF2B5EF4-FFF2-40B4-BE49-F238E27FC236}">
                  <a16:creationId xmlns:a16="http://schemas.microsoft.com/office/drawing/2014/main" id="{BDC06B5E-ED23-0269-4163-E6BAED4BCB0D}"/>
                </a:ext>
              </a:extLst>
            </p:cNvPr>
            <p:cNvSpPr/>
            <p:nvPr/>
          </p:nvSpPr>
          <p:spPr>
            <a:xfrm rot="10800000">
              <a:off x="5011249"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1" name="Group 560">
            <a:extLst>
              <a:ext uri="{FF2B5EF4-FFF2-40B4-BE49-F238E27FC236}">
                <a16:creationId xmlns:a16="http://schemas.microsoft.com/office/drawing/2014/main" id="{F5AA3262-B859-4145-6581-FF7859C1C76C}"/>
              </a:ext>
            </a:extLst>
          </p:cNvPr>
          <p:cNvGrpSpPr/>
          <p:nvPr/>
        </p:nvGrpSpPr>
        <p:grpSpPr>
          <a:xfrm>
            <a:off x="14847405" y="3104190"/>
            <a:ext cx="847611" cy="316517"/>
            <a:chOff x="-6600343" y="3070054"/>
            <a:chExt cx="846866" cy="316517"/>
          </a:xfrm>
        </p:grpSpPr>
        <p:sp>
          <p:nvSpPr>
            <p:cNvPr id="578" name="Rectangle: Rounded Corners 577">
              <a:extLst>
                <a:ext uri="{FF2B5EF4-FFF2-40B4-BE49-F238E27FC236}">
                  <a16:creationId xmlns:a16="http://schemas.microsoft.com/office/drawing/2014/main" id="{258B8AC4-FC86-8C5F-EBEC-9B7A21399843}"/>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-84%</a:t>
              </a:r>
            </a:p>
          </p:txBody>
        </p:sp>
        <p:sp>
          <p:nvSpPr>
            <p:cNvPr id="579" name="Arrow: Down 578">
              <a:extLst>
                <a:ext uri="{FF2B5EF4-FFF2-40B4-BE49-F238E27FC236}">
                  <a16:creationId xmlns:a16="http://schemas.microsoft.com/office/drawing/2014/main" id="{2A34ED3C-A304-9A28-23F3-177C923B4024}"/>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76" name="Rectangle: Rounded Corners 575">
            <a:extLst>
              <a:ext uri="{FF2B5EF4-FFF2-40B4-BE49-F238E27FC236}">
                <a16:creationId xmlns:a16="http://schemas.microsoft.com/office/drawing/2014/main" id="{20ED13F2-2347-DD96-6B78-B53502DAFC10}"/>
              </a:ext>
            </a:extLst>
          </p:cNvPr>
          <p:cNvSpPr/>
          <p:nvPr/>
        </p:nvSpPr>
        <p:spPr>
          <a:xfrm>
            <a:off x="14847405" y="4979848"/>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-12%</a:t>
            </a:r>
          </a:p>
        </p:txBody>
      </p:sp>
      <p:grpSp>
        <p:nvGrpSpPr>
          <p:cNvPr id="563" name="Group 562">
            <a:extLst>
              <a:ext uri="{FF2B5EF4-FFF2-40B4-BE49-F238E27FC236}">
                <a16:creationId xmlns:a16="http://schemas.microsoft.com/office/drawing/2014/main" id="{E9C8E0FF-13D8-E516-E9FE-D63F013C8562}"/>
              </a:ext>
            </a:extLst>
          </p:cNvPr>
          <p:cNvGrpSpPr/>
          <p:nvPr/>
        </p:nvGrpSpPr>
        <p:grpSpPr>
          <a:xfrm>
            <a:off x="14847405" y="6849741"/>
            <a:ext cx="847611" cy="310752"/>
            <a:chOff x="-6600343" y="6171548"/>
            <a:chExt cx="846866" cy="310752"/>
          </a:xfrm>
        </p:grpSpPr>
        <p:sp>
          <p:nvSpPr>
            <p:cNvPr id="574" name="Rectangle: Rounded Corners 573">
              <a:extLst>
                <a:ext uri="{FF2B5EF4-FFF2-40B4-BE49-F238E27FC236}">
                  <a16:creationId xmlns:a16="http://schemas.microsoft.com/office/drawing/2014/main" id="{132A8D69-7CC1-134A-EFAB-B80FC5146EDB}"/>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-42%</a:t>
              </a:r>
            </a:p>
          </p:txBody>
        </p:sp>
        <p:sp>
          <p:nvSpPr>
            <p:cNvPr id="575" name="Arrow: Down 574">
              <a:extLst>
                <a:ext uri="{FF2B5EF4-FFF2-40B4-BE49-F238E27FC236}">
                  <a16:creationId xmlns:a16="http://schemas.microsoft.com/office/drawing/2014/main" id="{057775FD-30F3-79C0-82EF-AF48AA5FCBC6}"/>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4" name="Group 563">
            <a:extLst>
              <a:ext uri="{FF2B5EF4-FFF2-40B4-BE49-F238E27FC236}">
                <a16:creationId xmlns:a16="http://schemas.microsoft.com/office/drawing/2014/main" id="{21AE2629-D31D-977E-74C7-67D26DAEEB18}"/>
              </a:ext>
            </a:extLst>
          </p:cNvPr>
          <p:cNvGrpSpPr/>
          <p:nvPr/>
        </p:nvGrpSpPr>
        <p:grpSpPr>
          <a:xfrm>
            <a:off x="14847405" y="8719634"/>
            <a:ext cx="847611" cy="310752"/>
            <a:chOff x="-6600343" y="7739918"/>
            <a:chExt cx="846866" cy="310752"/>
          </a:xfrm>
        </p:grpSpPr>
        <p:sp>
          <p:nvSpPr>
            <p:cNvPr id="572" name="Rectangle: Rounded Corners 571">
              <a:extLst>
                <a:ext uri="{FF2B5EF4-FFF2-40B4-BE49-F238E27FC236}">
                  <a16:creationId xmlns:a16="http://schemas.microsoft.com/office/drawing/2014/main" id="{34C26535-C529-5844-60E4-C2440BE3CA31}"/>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-67%</a:t>
              </a:r>
            </a:p>
          </p:txBody>
        </p:sp>
        <p:sp>
          <p:nvSpPr>
            <p:cNvPr id="573" name="Arrow: Down 572">
              <a:extLst>
                <a:ext uri="{FF2B5EF4-FFF2-40B4-BE49-F238E27FC236}">
                  <a16:creationId xmlns:a16="http://schemas.microsoft.com/office/drawing/2014/main" id="{0045825F-9ECE-31EF-7D54-E01AD6A64CD6}"/>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646E2B42-CC3F-2260-26A5-CC8C99449431}"/>
              </a:ext>
            </a:extLst>
          </p:cNvPr>
          <p:cNvGrpSpPr/>
          <p:nvPr/>
        </p:nvGrpSpPr>
        <p:grpSpPr>
          <a:xfrm>
            <a:off x="14847405" y="10589527"/>
            <a:ext cx="847611" cy="310752"/>
            <a:chOff x="2691247" y="9303259"/>
            <a:chExt cx="847611" cy="310752"/>
          </a:xfrm>
        </p:grpSpPr>
        <p:sp>
          <p:nvSpPr>
            <p:cNvPr id="565" name="Rectangle: Rounded Corners 564">
              <a:extLst>
                <a:ext uri="{FF2B5EF4-FFF2-40B4-BE49-F238E27FC236}">
                  <a16:creationId xmlns:a16="http://schemas.microsoft.com/office/drawing/2014/main" id="{A0B4BEA7-2EAD-DE5C-6497-9A7F1CD733FA}"/>
                </a:ext>
              </a:extLst>
            </p:cNvPr>
            <p:cNvSpPr/>
            <p:nvPr/>
          </p:nvSpPr>
          <p:spPr>
            <a:xfrm>
              <a:off x="2691247"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566" name="Arrow: Down 565">
              <a:extLst>
                <a:ext uri="{FF2B5EF4-FFF2-40B4-BE49-F238E27FC236}">
                  <a16:creationId xmlns:a16="http://schemas.microsoft.com/office/drawing/2014/main" id="{D87B631B-7293-F71D-8C73-9D26CB2599F1}"/>
                </a:ext>
              </a:extLst>
            </p:cNvPr>
            <p:cNvSpPr/>
            <p:nvPr/>
          </p:nvSpPr>
          <p:spPr>
            <a:xfrm rot="10800000">
              <a:off x="3297902"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1" name="Group 270">
            <a:extLst>
              <a:ext uri="{FF2B5EF4-FFF2-40B4-BE49-F238E27FC236}">
                <a16:creationId xmlns:a16="http://schemas.microsoft.com/office/drawing/2014/main" id="{6896D789-F1FF-D344-FFB2-4AD3EDA8D596}"/>
              </a:ext>
            </a:extLst>
          </p:cNvPr>
          <p:cNvGrpSpPr/>
          <p:nvPr/>
        </p:nvGrpSpPr>
        <p:grpSpPr>
          <a:xfrm>
            <a:off x="12775478" y="3104190"/>
            <a:ext cx="847611" cy="316517"/>
            <a:chOff x="-6600343" y="3070054"/>
            <a:chExt cx="846866" cy="316517"/>
          </a:xfrm>
        </p:grpSpPr>
        <p:sp>
          <p:nvSpPr>
            <p:cNvPr id="312" name="Rectangle: Rounded Corners 311">
              <a:extLst>
                <a:ext uri="{FF2B5EF4-FFF2-40B4-BE49-F238E27FC236}">
                  <a16:creationId xmlns:a16="http://schemas.microsoft.com/office/drawing/2014/main" id="{C6AF0CDC-08C3-6A03-4B95-2FE9AAFE6FF8}"/>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-34%</a:t>
              </a:r>
            </a:p>
          </p:txBody>
        </p:sp>
        <p:sp>
          <p:nvSpPr>
            <p:cNvPr id="313" name="Arrow: Down 312">
              <a:extLst>
                <a:ext uri="{FF2B5EF4-FFF2-40B4-BE49-F238E27FC236}">
                  <a16:creationId xmlns:a16="http://schemas.microsoft.com/office/drawing/2014/main" id="{47D3F187-C4D8-7CF8-648D-9945351A671C}"/>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2" name="Group 271">
            <a:extLst>
              <a:ext uri="{FF2B5EF4-FFF2-40B4-BE49-F238E27FC236}">
                <a16:creationId xmlns:a16="http://schemas.microsoft.com/office/drawing/2014/main" id="{41BE0D3F-7583-9FDD-3AE8-B15643E338AB}"/>
              </a:ext>
            </a:extLst>
          </p:cNvPr>
          <p:cNvGrpSpPr/>
          <p:nvPr/>
        </p:nvGrpSpPr>
        <p:grpSpPr>
          <a:xfrm>
            <a:off x="12775478" y="4979848"/>
            <a:ext cx="847611" cy="310752"/>
            <a:chOff x="-6600343" y="4603178"/>
            <a:chExt cx="846866" cy="310752"/>
          </a:xfrm>
        </p:grpSpPr>
        <p:sp>
          <p:nvSpPr>
            <p:cNvPr id="310" name="Rectangle: Rounded Corners 309">
              <a:extLst>
                <a:ext uri="{FF2B5EF4-FFF2-40B4-BE49-F238E27FC236}">
                  <a16:creationId xmlns:a16="http://schemas.microsoft.com/office/drawing/2014/main" id="{EBBEAA1A-0B06-E795-DCA0-62FBFEF89BD5}"/>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a:t>
              </a:r>
            </a:p>
          </p:txBody>
        </p:sp>
        <p:sp>
          <p:nvSpPr>
            <p:cNvPr id="311" name="Arrow: Down 310">
              <a:extLst>
                <a:ext uri="{FF2B5EF4-FFF2-40B4-BE49-F238E27FC236}">
                  <a16:creationId xmlns:a16="http://schemas.microsoft.com/office/drawing/2014/main" id="{0F326441-3DB2-7D0E-64AE-9FCBB8059F98}"/>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3" name="Group 272">
            <a:extLst>
              <a:ext uri="{FF2B5EF4-FFF2-40B4-BE49-F238E27FC236}">
                <a16:creationId xmlns:a16="http://schemas.microsoft.com/office/drawing/2014/main" id="{437D9806-0725-AB44-26C5-12AFFFF13F94}"/>
              </a:ext>
            </a:extLst>
          </p:cNvPr>
          <p:cNvGrpSpPr/>
          <p:nvPr/>
        </p:nvGrpSpPr>
        <p:grpSpPr>
          <a:xfrm>
            <a:off x="12775478" y="6849741"/>
            <a:ext cx="847611" cy="310752"/>
            <a:chOff x="-6600343" y="6171548"/>
            <a:chExt cx="846866" cy="310752"/>
          </a:xfrm>
        </p:grpSpPr>
        <p:sp>
          <p:nvSpPr>
            <p:cNvPr id="308" name="Rectangle: Rounded Corners 307">
              <a:extLst>
                <a:ext uri="{FF2B5EF4-FFF2-40B4-BE49-F238E27FC236}">
                  <a16:creationId xmlns:a16="http://schemas.microsoft.com/office/drawing/2014/main" id="{C62E23B9-5A77-DBC8-8FF8-8EE176074112}"/>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-43%</a:t>
              </a:r>
            </a:p>
          </p:txBody>
        </p:sp>
        <p:sp>
          <p:nvSpPr>
            <p:cNvPr id="309" name="Arrow: Down 308">
              <a:extLst>
                <a:ext uri="{FF2B5EF4-FFF2-40B4-BE49-F238E27FC236}">
                  <a16:creationId xmlns:a16="http://schemas.microsoft.com/office/drawing/2014/main" id="{3BFA4FC9-EC23-5D68-101C-473056797668}"/>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4" name="Group 273">
            <a:extLst>
              <a:ext uri="{FF2B5EF4-FFF2-40B4-BE49-F238E27FC236}">
                <a16:creationId xmlns:a16="http://schemas.microsoft.com/office/drawing/2014/main" id="{DD54FB3E-9954-4DAE-CE94-C5F2009A814B}"/>
              </a:ext>
            </a:extLst>
          </p:cNvPr>
          <p:cNvGrpSpPr/>
          <p:nvPr/>
        </p:nvGrpSpPr>
        <p:grpSpPr>
          <a:xfrm>
            <a:off x="12775478" y="8719634"/>
            <a:ext cx="847611" cy="310752"/>
            <a:chOff x="-6600343" y="7739918"/>
            <a:chExt cx="846866" cy="310752"/>
          </a:xfrm>
        </p:grpSpPr>
        <p:sp>
          <p:nvSpPr>
            <p:cNvPr id="306" name="Rectangle: Rounded Corners 305">
              <a:extLst>
                <a:ext uri="{FF2B5EF4-FFF2-40B4-BE49-F238E27FC236}">
                  <a16:creationId xmlns:a16="http://schemas.microsoft.com/office/drawing/2014/main" id="{2919D0AE-1780-6A01-2404-83FD56B7C8BB}"/>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-67%</a:t>
              </a:r>
            </a:p>
          </p:txBody>
        </p:sp>
        <p:sp>
          <p:nvSpPr>
            <p:cNvPr id="307" name="Arrow: Down 306">
              <a:extLst>
                <a:ext uri="{FF2B5EF4-FFF2-40B4-BE49-F238E27FC236}">
                  <a16:creationId xmlns:a16="http://schemas.microsoft.com/office/drawing/2014/main" id="{C72F4FCB-795F-5CC3-AE9F-23B5E29F608E}"/>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547905BC-C28A-7DF6-B9DE-6952839508C1}"/>
              </a:ext>
            </a:extLst>
          </p:cNvPr>
          <p:cNvGrpSpPr/>
          <p:nvPr/>
        </p:nvGrpSpPr>
        <p:grpSpPr>
          <a:xfrm>
            <a:off x="12775478" y="10589527"/>
            <a:ext cx="847611" cy="310752"/>
            <a:chOff x="977900" y="9303259"/>
            <a:chExt cx="847611" cy="310752"/>
          </a:xfrm>
        </p:grpSpPr>
        <p:sp>
          <p:nvSpPr>
            <p:cNvPr id="275" name="Rectangle: Rounded Corners 274">
              <a:extLst>
                <a:ext uri="{FF2B5EF4-FFF2-40B4-BE49-F238E27FC236}">
                  <a16:creationId xmlns:a16="http://schemas.microsoft.com/office/drawing/2014/main" id="{E34C550E-C7E8-D8EF-05E2-C4986297A5EB}"/>
                </a:ext>
              </a:extLst>
            </p:cNvPr>
            <p:cNvSpPr/>
            <p:nvPr/>
          </p:nvSpPr>
          <p:spPr>
            <a:xfrm>
              <a:off x="977900"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276" name="Arrow: Down 275">
              <a:extLst>
                <a:ext uri="{FF2B5EF4-FFF2-40B4-BE49-F238E27FC236}">
                  <a16:creationId xmlns:a16="http://schemas.microsoft.com/office/drawing/2014/main" id="{60C83694-3056-077F-76A7-467C616E32BD}"/>
                </a:ext>
              </a:extLst>
            </p:cNvPr>
            <p:cNvSpPr/>
            <p:nvPr/>
          </p:nvSpPr>
          <p:spPr>
            <a:xfrm rot="10800000">
              <a:off x="1584555"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59" name="Rectangle: Rounded Corners 358">
            <a:extLst>
              <a:ext uri="{FF2B5EF4-FFF2-40B4-BE49-F238E27FC236}">
                <a16:creationId xmlns:a16="http://schemas.microsoft.com/office/drawing/2014/main" id="{5357C98F-9973-4BE5-A41D-354D293713EF}"/>
              </a:ext>
            </a:extLst>
          </p:cNvPr>
          <p:cNvSpPr/>
          <p:nvPr/>
        </p:nvSpPr>
        <p:spPr>
          <a:xfrm>
            <a:off x="9960436" y="30596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 name="Rectangle: Rounded Corners 360">
            <a:extLst>
              <a:ext uri="{FF2B5EF4-FFF2-40B4-BE49-F238E27FC236}">
                <a16:creationId xmlns:a16="http://schemas.microsoft.com/office/drawing/2014/main" id="{28FB5A69-B6E2-4026-BB41-8BACD2697AF0}"/>
              </a:ext>
            </a:extLst>
          </p:cNvPr>
          <p:cNvSpPr/>
          <p:nvPr/>
        </p:nvSpPr>
        <p:spPr>
          <a:xfrm>
            <a:off x="9960436" y="49305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 name="Rectangle: Rounded Corners 363">
            <a:extLst>
              <a:ext uri="{FF2B5EF4-FFF2-40B4-BE49-F238E27FC236}">
                <a16:creationId xmlns:a16="http://schemas.microsoft.com/office/drawing/2014/main" id="{5D7C9587-565E-4A55-ACE8-947245F33FD5}"/>
              </a:ext>
            </a:extLst>
          </p:cNvPr>
          <p:cNvSpPr/>
          <p:nvPr/>
        </p:nvSpPr>
        <p:spPr>
          <a:xfrm>
            <a:off x="9960436" y="68014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 name="Rectangle: Rounded Corners 364">
            <a:extLst>
              <a:ext uri="{FF2B5EF4-FFF2-40B4-BE49-F238E27FC236}">
                <a16:creationId xmlns:a16="http://schemas.microsoft.com/office/drawing/2014/main" id="{858837B3-6F58-437C-88DD-5B35F9E479BC}"/>
              </a:ext>
            </a:extLst>
          </p:cNvPr>
          <p:cNvSpPr/>
          <p:nvPr/>
        </p:nvSpPr>
        <p:spPr>
          <a:xfrm>
            <a:off x="9960436" y="867226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 name="Rectangle: Rounded Corners 365">
            <a:extLst>
              <a:ext uri="{FF2B5EF4-FFF2-40B4-BE49-F238E27FC236}">
                <a16:creationId xmlns:a16="http://schemas.microsoft.com/office/drawing/2014/main" id="{7B5CC64E-7D3D-4DA4-970B-A43A287BD81C}"/>
              </a:ext>
            </a:extLst>
          </p:cNvPr>
          <p:cNvSpPr/>
          <p:nvPr/>
        </p:nvSpPr>
        <p:spPr>
          <a:xfrm>
            <a:off x="9960436" y="1054312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 name="TextBox 367">
            <a:extLst>
              <a:ext uri="{FF2B5EF4-FFF2-40B4-BE49-F238E27FC236}">
                <a16:creationId xmlns:a16="http://schemas.microsoft.com/office/drawing/2014/main" id="{559BD6A4-90AF-4214-A5D4-485CF5FF0F9E}"/>
              </a:ext>
            </a:extLst>
          </p:cNvPr>
          <p:cNvSpPr txBox="1"/>
          <p:nvPr/>
        </p:nvSpPr>
        <p:spPr>
          <a:xfrm>
            <a:off x="10166547" y="2503858"/>
            <a:ext cx="1211402" cy="338554"/>
          </a:xfrm>
          <a:prstGeom prst="rect">
            <a:avLst/>
          </a:prstGeom>
          <a:noFill/>
        </p:spPr>
        <p:txBody>
          <a:bodyPr wrap="square" rtlCol="0">
            <a:spAutoFit/>
          </a:bodyPr>
          <a:lstStyle/>
          <a:p>
            <a:pPr algn="ctr"/>
            <a:r>
              <a:rPr lang="ar-SA" sz="1600" b="1">
                <a:solidFill>
                  <a:srgbClr val="106946"/>
                </a:solidFill>
                <a:latin typeface="Bahij TheSansArabic Bold" panose="02040503050201020203" charset="-78"/>
                <a:cs typeface="Bahij TheSansArabic Bold" panose="02040503050201020203" charset="-78"/>
              </a:rPr>
              <a:t>الإجمالي</a:t>
            </a:r>
            <a:endParaRPr lang="en-US" sz="1600" b="1">
              <a:solidFill>
                <a:srgbClr val="106946"/>
              </a:solidFill>
              <a:latin typeface="Bahij TheSansArabic Bold" panose="02040503050201020203" charset="-78"/>
              <a:cs typeface="Bahij TheSansArabic Bold" panose="02040503050201020203" charset="-78"/>
            </a:endParaRPr>
          </a:p>
        </p:txBody>
      </p:sp>
      <p:graphicFrame>
        <p:nvGraphicFramePr>
          <p:cNvPr id="369" name="Chart 368">
            <a:extLst>
              <a:ext uri="{FF2B5EF4-FFF2-40B4-BE49-F238E27FC236}">
                <a16:creationId xmlns:a16="http://schemas.microsoft.com/office/drawing/2014/main" id="{22B26B92-0135-4FA1-A293-5785995289AC}"/>
              </a:ext>
            </a:extLst>
          </p:cNvPr>
          <p:cNvGraphicFramePr>
            <a:graphicFrameLocks noChangeAspect="1"/>
          </p:cNvGraphicFramePr>
          <p:nvPr>
            <p:extLst>
              <p:ext uri="{D42A27DB-BD31-4B8C-83A1-F6EECF244321}">
                <p14:modId xmlns:p14="http://schemas.microsoft.com/office/powerpoint/2010/main" val="310669922"/>
              </p:ext>
            </p:extLst>
          </p:nvPr>
        </p:nvGraphicFramePr>
        <p:xfrm>
          <a:off x="9980223" y="2389010"/>
          <a:ext cx="1634354" cy="10276941"/>
        </p:xfrm>
        <a:graphic>
          <a:graphicData uri="http://schemas.openxmlformats.org/drawingml/2006/chart">
            <c:chart xmlns:c="http://schemas.openxmlformats.org/drawingml/2006/chart" xmlns:r="http://schemas.openxmlformats.org/officeDocument/2006/relationships" r:id="rId8"/>
          </a:graphicData>
        </a:graphic>
      </p:graphicFrame>
      <p:grpSp>
        <p:nvGrpSpPr>
          <p:cNvPr id="370" name="Group 369">
            <a:extLst>
              <a:ext uri="{FF2B5EF4-FFF2-40B4-BE49-F238E27FC236}">
                <a16:creationId xmlns:a16="http://schemas.microsoft.com/office/drawing/2014/main" id="{A0EAD65E-6E24-4619-BC4E-54D189F68667}"/>
              </a:ext>
            </a:extLst>
          </p:cNvPr>
          <p:cNvGrpSpPr/>
          <p:nvPr/>
        </p:nvGrpSpPr>
        <p:grpSpPr>
          <a:xfrm>
            <a:off x="10689996" y="3069014"/>
            <a:ext cx="847611" cy="316517"/>
            <a:chOff x="-6600343" y="3070054"/>
            <a:chExt cx="846866" cy="316517"/>
          </a:xfrm>
        </p:grpSpPr>
        <p:sp>
          <p:nvSpPr>
            <p:cNvPr id="371" name="Rectangle: Rounded Corners 370">
              <a:extLst>
                <a:ext uri="{FF2B5EF4-FFF2-40B4-BE49-F238E27FC236}">
                  <a16:creationId xmlns:a16="http://schemas.microsoft.com/office/drawing/2014/main" id="{1D1DAF71-750D-4036-90EF-BF98F8DDCCCE}"/>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-33%</a:t>
              </a:r>
            </a:p>
          </p:txBody>
        </p:sp>
        <p:sp>
          <p:nvSpPr>
            <p:cNvPr id="372" name="Arrow: Down 371">
              <a:extLst>
                <a:ext uri="{FF2B5EF4-FFF2-40B4-BE49-F238E27FC236}">
                  <a16:creationId xmlns:a16="http://schemas.microsoft.com/office/drawing/2014/main" id="{39DF7F4D-2904-4800-BCED-E88FF8CEB568}"/>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3" name="Group 372">
            <a:extLst>
              <a:ext uri="{FF2B5EF4-FFF2-40B4-BE49-F238E27FC236}">
                <a16:creationId xmlns:a16="http://schemas.microsoft.com/office/drawing/2014/main" id="{0DB391D6-C708-49E3-A023-6114FFDE62B6}"/>
              </a:ext>
            </a:extLst>
          </p:cNvPr>
          <p:cNvGrpSpPr/>
          <p:nvPr/>
        </p:nvGrpSpPr>
        <p:grpSpPr>
          <a:xfrm>
            <a:off x="10689996" y="4944672"/>
            <a:ext cx="847611" cy="310752"/>
            <a:chOff x="-6600343" y="4603178"/>
            <a:chExt cx="846866" cy="310752"/>
          </a:xfrm>
        </p:grpSpPr>
        <p:sp>
          <p:nvSpPr>
            <p:cNvPr id="374" name="Rectangle: Rounded Corners 373">
              <a:extLst>
                <a:ext uri="{FF2B5EF4-FFF2-40B4-BE49-F238E27FC236}">
                  <a16:creationId xmlns:a16="http://schemas.microsoft.com/office/drawing/2014/main" id="{8D67B281-074E-472B-ACBF-FBFF757BA7B4}"/>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a:t>
              </a:r>
            </a:p>
          </p:txBody>
        </p:sp>
        <p:sp>
          <p:nvSpPr>
            <p:cNvPr id="375" name="Arrow: Down 374">
              <a:extLst>
                <a:ext uri="{FF2B5EF4-FFF2-40B4-BE49-F238E27FC236}">
                  <a16:creationId xmlns:a16="http://schemas.microsoft.com/office/drawing/2014/main" id="{ED11C2BB-56AB-4DA7-BE2E-F7D33E02C343}"/>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6" name="Group 375">
            <a:extLst>
              <a:ext uri="{FF2B5EF4-FFF2-40B4-BE49-F238E27FC236}">
                <a16:creationId xmlns:a16="http://schemas.microsoft.com/office/drawing/2014/main" id="{3D01D444-4F2E-4341-A7D1-280B58D88B2A}"/>
              </a:ext>
            </a:extLst>
          </p:cNvPr>
          <p:cNvGrpSpPr/>
          <p:nvPr/>
        </p:nvGrpSpPr>
        <p:grpSpPr>
          <a:xfrm>
            <a:off x="10689996" y="6814565"/>
            <a:ext cx="847611" cy="310752"/>
            <a:chOff x="-6600343" y="6171548"/>
            <a:chExt cx="846866" cy="310752"/>
          </a:xfrm>
        </p:grpSpPr>
        <p:sp>
          <p:nvSpPr>
            <p:cNvPr id="377" name="Rectangle: Rounded Corners 376">
              <a:extLst>
                <a:ext uri="{FF2B5EF4-FFF2-40B4-BE49-F238E27FC236}">
                  <a16:creationId xmlns:a16="http://schemas.microsoft.com/office/drawing/2014/main" id="{D784ED6F-7ED9-4C7B-896B-771A90FFC1B9}"/>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28%</a:t>
              </a:r>
            </a:p>
          </p:txBody>
        </p:sp>
        <p:sp>
          <p:nvSpPr>
            <p:cNvPr id="378" name="Arrow: Down 377">
              <a:extLst>
                <a:ext uri="{FF2B5EF4-FFF2-40B4-BE49-F238E27FC236}">
                  <a16:creationId xmlns:a16="http://schemas.microsoft.com/office/drawing/2014/main" id="{8AC8EE4C-A8CE-448D-AABE-0156D1DF70C4}"/>
                </a:ext>
              </a:extLst>
            </p:cNvPr>
            <p:cNvSpPr/>
            <p:nvPr/>
          </p:nvSpPr>
          <p:spPr>
            <a:xfrm rot="10800000">
              <a:off x="-5996253" y="61776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9" name="Group 378">
            <a:extLst>
              <a:ext uri="{FF2B5EF4-FFF2-40B4-BE49-F238E27FC236}">
                <a16:creationId xmlns:a16="http://schemas.microsoft.com/office/drawing/2014/main" id="{0825C538-C546-4170-B78B-1B3C77E77551}"/>
              </a:ext>
            </a:extLst>
          </p:cNvPr>
          <p:cNvGrpSpPr/>
          <p:nvPr/>
        </p:nvGrpSpPr>
        <p:grpSpPr>
          <a:xfrm>
            <a:off x="10689996" y="8684458"/>
            <a:ext cx="847611" cy="310752"/>
            <a:chOff x="-6600343" y="7739918"/>
            <a:chExt cx="846866" cy="310752"/>
          </a:xfrm>
        </p:grpSpPr>
        <p:sp>
          <p:nvSpPr>
            <p:cNvPr id="380" name="Rectangle: Rounded Corners 379">
              <a:extLst>
                <a:ext uri="{FF2B5EF4-FFF2-40B4-BE49-F238E27FC236}">
                  <a16:creationId xmlns:a16="http://schemas.microsoft.com/office/drawing/2014/main" id="{069EE34A-FC9F-438F-BEF2-22F19CE763D8}"/>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-37%</a:t>
              </a:r>
            </a:p>
          </p:txBody>
        </p:sp>
        <p:sp>
          <p:nvSpPr>
            <p:cNvPr id="381" name="Arrow: Down 380">
              <a:extLst>
                <a:ext uri="{FF2B5EF4-FFF2-40B4-BE49-F238E27FC236}">
                  <a16:creationId xmlns:a16="http://schemas.microsoft.com/office/drawing/2014/main" id="{46F1BE54-2764-42FB-B74F-02D378F072CF}"/>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2" name="Group 381">
            <a:extLst>
              <a:ext uri="{FF2B5EF4-FFF2-40B4-BE49-F238E27FC236}">
                <a16:creationId xmlns:a16="http://schemas.microsoft.com/office/drawing/2014/main" id="{ED6573FB-E162-4C2D-8C85-746491751D49}"/>
              </a:ext>
            </a:extLst>
          </p:cNvPr>
          <p:cNvGrpSpPr/>
          <p:nvPr/>
        </p:nvGrpSpPr>
        <p:grpSpPr>
          <a:xfrm>
            <a:off x="10689996" y="10554351"/>
            <a:ext cx="847611" cy="310752"/>
            <a:chOff x="6117941" y="9303259"/>
            <a:chExt cx="847611" cy="310752"/>
          </a:xfrm>
        </p:grpSpPr>
        <p:sp>
          <p:nvSpPr>
            <p:cNvPr id="383" name="Rectangle: Rounded Corners 382">
              <a:extLst>
                <a:ext uri="{FF2B5EF4-FFF2-40B4-BE49-F238E27FC236}">
                  <a16:creationId xmlns:a16="http://schemas.microsoft.com/office/drawing/2014/main" id="{2FE94F3D-002E-4E01-8EFB-D146F7AB4FE0}"/>
                </a:ext>
              </a:extLst>
            </p:cNvPr>
            <p:cNvSpPr/>
            <p:nvPr/>
          </p:nvSpPr>
          <p:spPr>
            <a:xfrm>
              <a:off x="6117941"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384" name="Arrow: Down 383">
              <a:extLst>
                <a:ext uri="{FF2B5EF4-FFF2-40B4-BE49-F238E27FC236}">
                  <a16:creationId xmlns:a16="http://schemas.microsoft.com/office/drawing/2014/main" id="{F7A67BC6-4250-4961-BCC1-704FDD8C7D14}"/>
                </a:ext>
              </a:extLst>
            </p:cNvPr>
            <p:cNvSpPr/>
            <p:nvPr/>
          </p:nvSpPr>
          <p:spPr>
            <a:xfrm rot="10800000">
              <a:off x="6724596"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16" name="Group 415">
            <a:extLst>
              <a:ext uri="{FF2B5EF4-FFF2-40B4-BE49-F238E27FC236}">
                <a16:creationId xmlns:a16="http://schemas.microsoft.com/office/drawing/2014/main" id="{3C7FC7B0-CF8C-4E96-A914-E031C4DD1E9C}"/>
              </a:ext>
            </a:extLst>
          </p:cNvPr>
          <p:cNvGrpSpPr/>
          <p:nvPr/>
        </p:nvGrpSpPr>
        <p:grpSpPr>
          <a:xfrm>
            <a:off x="6819703" y="12285043"/>
            <a:ext cx="7660771" cy="353539"/>
            <a:chOff x="8533072" y="12285043"/>
            <a:chExt cx="7660771" cy="353539"/>
          </a:xfrm>
        </p:grpSpPr>
        <p:sp>
          <p:nvSpPr>
            <p:cNvPr id="417" name="TextBox 416">
              <a:extLst>
                <a:ext uri="{FF2B5EF4-FFF2-40B4-BE49-F238E27FC236}">
                  <a16:creationId xmlns:a16="http://schemas.microsoft.com/office/drawing/2014/main" id="{87874986-0C7B-4E3C-B433-F4AC6385E293}"/>
                </a:ext>
              </a:extLst>
            </p:cNvPr>
            <p:cNvSpPr txBox="1"/>
            <p:nvPr/>
          </p:nvSpPr>
          <p:spPr>
            <a:xfrm>
              <a:off x="12647295" y="12300028"/>
              <a:ext cx="1472071"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م</a:t>
              </a:r>
              <a:r>
                <a:rPr lang="ar-SA" sz="1600"/>
                <a:t>حصل </a:t>
              </a:r>
              <a:r>
                <a:rPr lang="ar-JO" sz="1600"/>
                <a:t>2026م</a:t>
              </a:r>
              <a:endParaRPr lang="ar-SA" sz="1600"/>
            </a:p>
          </p:txBody>
        </p:sp>
        <p:sp>
          <p:nvSpPr>
            <p:cNvPr id="418" name="Rectangle 417">
              <a:extLst>
                <a:ext uri="{FF2B5EF4-FFF2-40B4-BE49-F238E27FC236}">
                  <a16:creationId xmlns:a16="http://schemas.microsoft.com/office/drawing/2014/main" id="{F8E4317B-75E1-4645-8BA8-B6EB8108EAC1}"/>
                </a:ext>
              </a:extLst>
            </p:cNvPr>
            <p:cNvSpPr/>
            <p:nvPr/>
          </p:nvSpPr>
          <p:spPr>
            <a:xfrm>
              <a:off x="14096210" y="12393577"/>
              <a:ext cx="137160" cy="137160"/>
            </a:xfrm>
            <a:prstGeom prst="rect">
              <a:avLst/>
            </a:prstGeom>
            <a:solidFill>
              <a:srgbClr val="C5E0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sp>
          <p:nvSpPr>
            <p:cNvPr id="419" name="TextBox 418">
              <a:extLst>
                <a:ext uri="{FF2B5EF4-FFF2-40B4-BE49-F238E27FC236}">
                  <a16:creationId xmlns:a16="http://schemas.microsoft.com/office/drawing/2014/main" id="{9333048B-45DF-4EAC-B333-948AF627351A}"/>
                </a:ext>
              </a:extLst>
            </p:cNvPr>
            <p:cNvSpPr txBox="1"/>
            <p:nvPr/>
          </p:nvSpPr>
          <p:spPr>
            <a:xfrm>
              <a:off x="8533072" y="12285043"/>
              <a:ext cx="3955187"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نسبة</a:t>
              </a:r>
              <a:r>
                <a:rPr lang="ar-SA" sz="1600"/>
                <a:t> المحصل </a:t>
              </a:r>
              <a:r>
                <a:rPr lang="ar-JO" sz="1600"/>
                <a:t>من المستهدف</a:t>
              </a:r>
              <a:r>
                <a:rPr lang="ar-SA" sz="1600"/>
                <a:t> </a:t>
              </a:r>
              <a:r>
                <a:rPr lang="ar-JO" sz="1600"/>
                <a:t>لسنة 2026م</a:t>
              </a:r>
              <a:endParaRPr lang="ar-SA" sz="1600"/>
            </a:p>
          </p:txBody>
        </p:sp>
        <p:sp>
          <p:nvSpPr>
            <p:cNvPr id="420" name="Rectangle 419">
              <a:extLst>
                <a:ext uri="{FF2B5EF4-FFF2-40B4-BE49-F238E27FC236}">
                  <a16:creationId xmlns:a16="http://schemas.microsoft.com/office/drawing/2014/main" id="{E796A27E-7309-4916-96E0-40075F0943E7}"/>
                </a:ext>
              </a:extLst>
            </p:cNvPr>
            <p:cNvSpPr/>
            <p:nvPr/>
          </p:nvSpPr>
          <p:spPr>
            <a:xfrm>
              <a:off x="12478652" y="12378592"/>
              <a:ext cx="137160" cy="137160"/>
            </a:xfrm>
            <a:prstGeom prst="rect">
              <a:avLst/>
            </a:prstGeom>
            <a:solidFill>
              <a:srgbClr val="01686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sp>
          <p:nvSpPr>
            <p:cNvPr id="421" name="TextBox 420">
              <a:extLst>
                <a:ext uri="{FF2B5EF4-FFF2-40B4-BE49-F238E27FC236}">
                  <a16:creationId xmlns:a16="http://schemas.microsoft.com/office/drawing/2014/main" id="{B3DCC269-5BCA-4EB8-B0BC-213964409F60}"/>
                </a:ext>
              </a:extLst>
            </p:cNvPr>
            <p:cNvSpPr txBox="1"/>
            <p:nvPr/>
          </p:nvSpPr>
          <p:spPr>
            <a:xfrm>
              <a:off x="14335133" y="12286167"/>
              <a:ext cx="1731158"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مستهدف</a:t>
              </a:r>
              <a:r>
                <a:rPr lang="ar-SA" sz="1600"/>
                <a:t> </a:t>
              </a:r>
              <a:r>
                <a:rPr lang="ar-JO" sz="1600"/>
                <a:t>2026م</a:t>
              </a:r>
              <a:endParaRPr lang="ar-SA" sz="1600"/>
            </a:p>
          </p:txBody>
        </p:sp>
        <p:sp>
          <p:nvSpPr>
            <p:cNvPr id="422" name="Rectangle 421">
              <a:extLst>
                <a:ext uri="{FF2B5EF4-FFF2-40B4-BE49-F238E27FC236}">
                  <a16:creationId xmlns:a16="http://schemas.microsoft.com/office/drawing/2014/main" id="{41D48E0D-200D-4C0C-91FB-826F46F59588}"/>
                </a:ext>
              </a:extLst>
            </p:cNvPr>
            <p:cNvSpPr/>
            <p:nvPr/>
          </p:nvSpPr>
          <p:spPr>
            <a:xfrm>
              <a:off x="16056683" y="12379716"/>
              <a:ext cx="137160" cy="13716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grpSp>
      <p:sp>
        <p:nvSpPr>
          <p:cNvPr id="201" name="Rectangle: Rounded Corners 200">
            <a:extLst>
              <a:ext uri="{FF2B5EF4-FFF2-40B4-BE49-F238E27FC236}">
                <a16:creationId xmlns:a16="http://schemas.microsoft.com/office/drawing/2014/main" id="{CC441551-6BE9-449E-924D-075087731CFA}"/>
              </a:ext>
            </a:extLst>
          </p:cNvPr>
          <p:cNvSpPr/>
          <p:nvPr/>
        </p:nvSpPr>
        <p:spPr>
          <a:xfrm>
            <a:off x="371899" y="3079092"/>
            <a:ext cx="6948109" cy="1538675"/>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TextBox 201">
            <a:extLst>
              <a:ext uri="{FF2B5EF4-FFF2-40B4-BE49-F238E27FC236}">
                <a16:creationId xmlns:a16="http://schemas.microsoft.com/office/drawing/2014/main" id="{D1386BBA-1F2E-43B1-A022-DB455A7EF5AD}"/>
              </a:ext>
            </a:extLst>
          </p:cNvPr>
          <p:cNvSpPr txBox="1"/>
          <p:nvPr/>
        </p:nvSpPr>
        <p:spPr>
          <a:xfrm>
            <a:off x="1005378" y="2651007"/>
            <a:ext cx="5338274" cy="461665"/>
          </a:xfrm>
          <a:prstGeom prst="rect">
            <a:avLst/>
          </a:prstGeom>
          <a:noFill/>
        </p:spPr>
        <p:txBody>
          <a:bodyPr wrap="square" rtlCol="0">
            <a:spAutoFit/>
          </a:bodyPr>
          <a:lstStyle/>
          <a:p>
            <a:pPr algn="ctr"/>
            <a:r>
              <a:rPr lang="ar-SA" sz="2400" b="1">
                <a:solidFill>
                  <a:srgbClr val="106946"/>
                </a:solidFill>
                <a:latin typeface="Bahij TheSansArabic Bold" panose="02040503050201020203" charset="-78"/>
                <a:cs typeface="Bahij TheSansArabic Bold" panose="02040503050201020203" charset="-78"/>
              </a:rPr>
              <a:t>الإجمالي الكلي</a:t>
            </a:r>
            <a:endParaRPr lang="en-US" sz="2400" b="1">
              <a:solidFill>
                <a:srgbClr val="106946"/>
              </a:solidFill>
              <a:latin typeface="Bahij TheSansArabic Bold" panose="02040503050201020203" charset="-78"/>
              <a:cs typeface="Bahij TheSansArabic Bold" panose="02040503050201020203" charset="-78"/>
            </a:endParaRPr>
          </a:p>
        </p:txBody>
      </p:sp>
      <p:grpSp>
        <p:nvGrpSpPr>
          <p:cNvPr id="203" name="Group 202">
            <a:extLst>
              <a:ext uri="{FF2B5EF4-FFF2-40B4-BE49-F238E27FC236}">
                <a16:creationId xmlns:a16="http://schemas.microsoft.com/office/drawing/2014/main" id="{3F34B63E-CF59-49CF-BCB8-5F600C89639C}"/>
              </a:ext>
            </a:extLst>
          </p:cNvPr>
          <p:cNvGrpSpPr/>
          <p:nvPr/>
        </p:nvGrpSpPr>
        <p:grpSpPr>
          <a:xfrm>
            <a:off x="5366842" y="3088428"/>
            <a:ext cx="1953620" cy="518336"/>
            <a:chOff x="-6600343" y="3070054"/>
            <a:chExt cx="846866" cy="326513"/>
          </a:xfrm>
        </p:grpSpPr>
        <p:sp>
          <p:nvSpPr>
            <p:cNvPr id="204" name="Rectangle: Rounded Corners 203">
              <a:extLst>
                <a:ext uri="{FF2B5EF4-FFF2-40B4-BE49-F238E27FC236}">
                  <a16:creationId xmlns:a16="http://schemas.microsoft.com/office/drawing/2014/main" id="{27335556-057E-4B96-89B4-552F701399C9}"/>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sz="2400">
                  <a:solidFill>
                    <a:schemeClr val="bg1"/>
                  </a:solidFill>
                  <a:latin typeface="Bahij TheSansArabic Bold" panose="02040503050201020203" charset="-78"/>
                  <a:cs typeface="Bahij TheSansArabic Bold" panose="02040503050201020203" charset="-78"/>
                </a:rPr>
                <a:t>-12%</a:t>
              </a:r>
            </a:p>
          </p:txBody>
        </p:sp>
        <p:sp>
          <p:nvSpPr>
            <p:cNvPr id="205" name="Arrow: Down 204">
              <a:extLst>
                <a:ext uri="{FF2B5EF4-FFF2-40B4-BE49-F238E27FC236}">
                  <a16:creationId xmlns:a16="http://schemas.microsoft.com/office/drawing/2014/main" id="{E6AEA038-084A-474A-8407-230122B5F67A}"/>
                </a:ext>
              </a:extLst>
            </p:cNvPr>
            <p:cNvSpPr/>
            <p:nvPr/>
          </p:nvSpPr>
          <p:spPr>
            <a:xfrm>
              <a:off x="-5913236" y="3094297"/>
              <a:ext cx="151637" cy="302270"/>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06" name="Chart 205">
            <a:extLst>
              <a:ext uri="{FF2B5EF4-FFF2-40B4-BE49-F238E27FC236}">
                <a16:creationId xmlns:a16="http://schemas.microsoft.com/office/drawing/2014/main" id="{FC247DD4-CDB5-4627-AF24-A5A2E29E7B84}"/>
              </a:ext>
            </a:extLst>
          </p:cNvPr>
          <p:cNvGraphicFramePr>
            <a:graphicFrameLocks noChangeAspect="1"/>
          </p:cNvGraphicFramePr>
          <p:nvPr>
            <p:extLst>
              <p:ext uri="{D42A27DB-BD31-4B8C-83A1-F6EECF244321}">
                <p14:modId xmlns:p14="http://schemas.microsoft.com/office/powerpoint/2010/main" val="2079791373"/>
              </p:ext>
            </p:extLst>
          </p:nvPr>
        </p:nvGraphicFramePr>
        <p:xfrm>
          <a:off x="411752" y="3083654"/>
          <a:ext cx="7053703" cy="1985515"/>
        </p:xfrm>
        <a:graphic>
          <a:graphicData uri="http://schemas.openxmlformats.org/drawingml/2006/chart">
            <c:chart xmlns:c="http://schemas.openxmlformats.org/drawingml/2006/chart" xmlns:r="http://schemas.openxmlformats.org/officeDocument/2006/relationships" r:id="rId9"/>
          </a:graphicData>
        </a:graphic>
      </p:graphicFrame>
      <p:grpSp>
        <p:nvGrpSpPr>
          <p:cNvPr id="207" name="Group 206">
            <a:extLst>
              <a:ext uri="{FF2B5EF4-FFF2-40B4-BE49-F238E27FC236}">
                <a16:creationId xmlns:a16="http://schemas.microsoft.com/office/drawing/2014/main" id="{D8686071-66BC-4B62-B34E-0E54E082DC0E}"/>
              </a:ext>
            </a:extLst>
          </p:cNvPr>
          <p:cNvGrpSpPr/>
          <p:nvPr/>
        </p:nvGrpSpPr>
        <p:grpSpPr>
          <a:xfrm>
            <a:off x="436451" y="5836634"/>
            <a:ext cx="6809448" cy="6278855"/>
            <a:chOff x="12946824" y="9476819"/>
            <a:chExt cx="11234286" cy="3109028"/>
          </a:xfrm>
        </p:grpSpPr>
        <p:sp>
          <p:nvSpPr>
            <p:cNvPr id="208" name="Rectangle: Rounded Corners 207">
              <a:extLst>
                <a:ext uri="{FF2B5EF4-FFF2-40B4-BE49-F238E27FC236}">
                  <a16:creationId xmlns:a16="http://schemas.microsoft.com/office/drawing/2014/main" id="{9A9D702A-3797-4C14-8BB5-DCE53B905E92}"/>
                </a:ext>
              </a:extLst>
            </p:cNvPr>
            <p:cNvSpPr/>
            <p:nvPr/>
          </p:nvSpPr>
          <p:spPr>
            <a:xfrm>
              <a:off x="12946824" y="9476819"/>
              <a:ext cx="11234286" cy="2922951"/>
            </a:xfrm>
            <a:prstGeom prst="roundRect">
              <a:avLst>
                <a:gd name="adj" fmla="val 522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r-SA"/>
            </a:p>
          </p:txBody>
        </p:sp>
        <p:sp>
          <p:nvSpPr>
            <p:cNvPr id="209" name="TextBox 208">
              <a:extLst>
                <a:ext uri="{FF2B5EF4-FFF2-40B4-BE49-F238E27FC236}">
                  <a16:creationId xmlns:a16="http://schemas.microsoft.com/office/drawing/2014/main" id="{69F278D7-66DD-43FE-8BA4-981E91B72351}"/>
                </a:ext>
              </a:extLst>
            </p:cNvPr>
            <p:cNvSpPr txBox="1"/>
            <p:nvPr/>
          </p:nvSpPr>
          <p:spPr>
            <a:xfrm>
              <a:off x="13111567" y="10071277"/>
              <a:ext cx="10827240" cy="2514570"/>
            </a:xfrm>
            <a:prstGeom prst="rect">
              <a:avLst/>
            </a:prstGeom>
            <a:noFill/>
          </p:spPr>
          <p:txBody>
            <a:bodyPr wrap="square" rtlCol="1">
              <a:spAutoFit/>
            </a:bodyPr>
            <a:lstStyle/>
            <a:p>
              <a:pPr marL="285750" indent="-285750" algn="justLow" rtl="1">
                <a:spcAft>
                  <a:spcPts val="400"/>
                </a:spcAft>
                <a:buFont typeface="Arial" panose="020B0604020202020204" pitchFamily="34" charset="0"/>
                <a:buChar char="•"/>
              </a:pPr>
              <a:r>
                <a:rPr lang="ar-SA" sz="1500" b="1">
                  <a:solidFill>
                    <a:srgbClr val="01686A"/>
                  </a:solidFill>
                  <a:latin typeface="Bahij TheSansArabic Plain" panose="02040503050201020203" pitchFamily="18" charset="-78"/>
                  <a:cs typeface="Bahij TheSansArabic Plain" panose="02040503050201020203" pitchFamily="18" charset="-78"/>
                </a:rPr>
                <a:t xml:space="preserve">أسباب الأداء:</a:t>
              </a:r>
            </a:p>
            <a:p>
              <a:pPr marL="285750" indent="-285750" algn="justLow" rtl="1">
                <a:spcAft>
                  <a:spcPts val="400"/>
                </a:spcAft>
                <a:buFont typeface="Arial" panose="020B0604020202020204" pitchFamily="34" charset="0"/>
                <a:buChar char="•"/>
              </a:pPr>
              <a:r>
                <a:rPr lang="ar-SA" sz="1500">
                  <a:latin typeface="Bahij TheSansArabic Plain" panose="02040503050201020203" pitchFamily="18" charset="-78"/>
                  <a:cs typeface="Bahij TheSansArabic Plain" panose="02040503050201020203" pitchFamily="18" charset="-78"/>
                </a:rPr>
                <a:t xml:space="preserve">التوقع مبني على نموذج </a:t>
              </a:r>
              <a:r>
                <a:rPr lang="ar-SA" sz="1500" b="1">
                  <a:latin typeface="Bahij TheSansArabic Plain" panose="02040503050201020203" pitchFamily="18" charset="-78"/>
                  <a:cs typeface="Bahij TheSansArabic Plain" panose="02040503050201020203" pitchFamily="18" charset="-78"/>
                </a:rPr>
                <a:t xml:space="preserve">هولت وينترز</a:t>
              </a:r>
              <a:r>
                <a:rPr lang="ar-SA" sz="1500">
                  <a:latin typeface="Bahij TheSansArabic Plain" panose="02040503050201020203" pitchFamily="18" charset="-78"/>
                  <a:cs typeface="Bahij TheSansArabic Plain" panose="02040503050201020203" pitchFamily="18" charset="-78"/>
                </a:rPr>
                <a:t xml:space="preserve"> هجين (اختبار الربع الأخير 2025: +7%). أسباب الأداء حسب التبويب مقارنة بنفس الفترة من العام الماضي:</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إيرادات استثمارية: </a:t>
              </a:r>
              <a:r>
                <a:rPr lang="ar-SA" sz="1500">
                  <a:latin typeface="Bahij TheSansArabic Plain" panose="02040503050201020203" pitchFamily="18" charset="-78"/>
                  <a:cs typeface="Bahij TheSansArabic Plain" panose="02040503050201020203" pitchFamily="18" charset="-78"/>
                </a:rPr>
                <a:t xml:space="preserve">ريع الأراضي +29% (644م) وتأجير المرافق +40% (429م)، ويفترض هذا السيناريو عدم وصول دفعة تأجير المرافق خلال العام، لذا يقل التبويب عن المستهدف.</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الرسوم والتراخيص: </a:t>
              </a:r>
              <a:r>
                <a:rPr lang="ar-SA" sz="1500">
                  <a:latin typeface="Bahij TheSansArabic Plain" panose="02040503050201020203" pitchFamily="18" charset="-78"/>
                  <a:cs typeface="Bahij TheSansArabic Plain" panose="02040503050201020203" pitchFamily="18" charset="-78"/>
                </a:rPr>
                <a:t xml:space="preserve">عند المستهدف حتى سبتمبر؛ تراجع تراخيص المباني 19% يقابله ارتفاع القرارات المساحية 57% وجمع النفايات 12%.</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جزاءات وغرامات: </a:t>
              </a:r>
              <a:r>
                <a:rPr lang="ar-SA" sz="1500">
                  <a:latin typeface="Bahij TheSansArabic Plain" panose="02040503050201020203" pitchFamily="18" charset="-78"/>
                  <a:cs typeface="Bahij TheSansArabic Plain" panose="02040503050201020203" pitchFamily="18" charset="-78"/>
                </a:rPr>
                <a:t xml:space="preserve">تجاوز المستهدف بتحصيل استثنائي عبر التوريد والتنفيذ (جزاءات غير مصنفة 179م، والجزاءات والغرامات 103م) وارتفاع جزاءات الأنظمة 63%.</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التبغ والإيواء: </a:t>
              </a:r>
              <a:r>
                <a:rPr lang="ar-SA" sz="1500">
                  <a:latin typeface="Bahij TheSansArabic Plain" panose="02040503050201020203" pitchFamily="18" charset="-78"/>
                  <a:cs typeface="Bahij TheSansArabic Plain" panose="02040503050201020203" pitchFamily="18" charset="-78"/>
                </a:rPr>
                <a:t xml:space="preserve">انخفاض إشغال مرافق الإيواء 17% ورسوم مبيعات التبغ 9%، مع استقطاع 33م من إيرادات التبويب.</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أخرى: </a:t>
              </a:r>
              <a:r>
                <a:rPr lang="ar-SA" sz="1500">
                  <a:latin typeface="Bahij TheSansArabic Plain" panose="02040503050201020203" pitchFamily="18" charset="-78"/>
                  <a:cs typeface="Bahij TheSansArabic Plain" panose="02040503050201020203" pitchFamily="18" charset="-78"/>
                </a:rPr>
                <a:t xml:space="preserve">ارتفاع المبيعات الأخرى 109% (138م) وتوريد إيرادات متنوعة 55م.</a:t>
              </a:r>
            </a:p>
          </p:txBody>
        </p:sp>
      </p:grpSp>
      <p:sp>
        <p:nvSpPr>
          <p:cNvPr id="210" name="TextBox 209">
            <a:extLst>
              <a:ext uri="{FF2B5EF4-FFF2-40B4-BE49-F238E27FC236}">
                <a16:creationId xmlns:a16="http://schemas.microsoft.com/office/drawing/2014/main" id="{8D7E748E-5507-45CC-B9AA-785F4CE4D635}"/>
              </a:ext>
            </a:extLst>
          </p:cNvPr>
          <p:cNvSpPr txBox="1"/>
          <p:nvPr/>
        </p:nvSpPr>
        <p:spPr>
          <a:xfrm>
            <a:off x="1106486" y="6269831"/>
            <a:ext cx="5268254" cy="461665"/>
          </a:xfrm>
          <a:prstGeom prst="rect">
            <a:avLst/>
          </a:prstGeom>
          <a:noFill/>
        </p:spPr>
        <p:txBody>
          <a:bodyPr wrap="square" rtlCol="0">
            <a:spAutoFit/>
          </a:bodyPr>
          <a:lstStyle>
            <a:defPPr marR="0" lvl="0" algn="l" rtl="0">
              <a:lnSpc>
                <a:spcPct val="100000"/>
              </a:lnSpc>
              <a:spcBef>
                <a:spcPts val="0"/>
              </a:spcBef>
              <a:spcAft>
                <a:spcPts val="0"/>
              </a:spcAft>
            </a:defPPr>
            <a:lvl1pPr algn="ctr">
              <a:defRPr sz="1600">
                <a:solidFill>
                  <a:srgbClr val="106946"/>
                </a:solidFill>
                <a:latin typeface="Bahij TheSansArabic Bold" panose="02040503050201020203" charset="-78"/>
                <a:cs typeface="Bahij TheSansArabic Bold" panose="02040503050201020203" charset="-78"/>
              </a:defRPr>
            </a:lvl1pPr>
          </a:lstStyle>
          <a:p>
            <a:pPr algn="r"/>
            <a:r>
              <a:rPr lang="ar-SA" sz="2400">
                <a:solidFill>
                  <a:srgbClr val="00B050"/>
                </a:solidFill>
                <a:latin typeface="Bahij TheSansArabic Bold" panose="02040503050201020203" pitchFamily="18" charset="-78"/>
                <a:cs typeface="Bahij TheSansArabic Bold" panose="02040503050201020203" pitchFamily="18" charset="-78"/>
              </a:rPr>
              <a:t>منهجية تنبؤ بالربع الأخير من عام 2026</a:t>
            </a:r>
          </a:p>
        </p:txBody>
      </p:sp>
    </p:spTree>
    <p:extLst>
      <p:ext uri="{BB962C8B-B14F-4D97-AF65-F5344CB8AC3E}">
        <p14:creationId xmlns:p14="http://schemas.microsoft.com/office/powerpoint/2010/main" val="2964614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57;p1">
            <a:extLst>
              <a:ext uri="{FF2B5EF4-FFF2-40B4-BE49-F238E27FC236}">
                <a16:creationId xmlns:a16="http://schemas.microsoft.com/office/drawing/2014/main" id="{CF54A466-4C14-CFE8-ECA5-8B2AE5E29AA9}"/>
              </a:ext>
            </a:extLst>
          </p:cNvPr>
          <p:cNvSpPr txBox="1"/>
          <p:nvPr/>
        </p:nvSpPr>
        <p:spPr>
          <a:xfrm>
            <a:off x="2254297" y="5635069"/>
            <a:ext cx="11427133" cy="1972348"/>
          </a:xfrm>
          <a:prstGeom prst="rect">
            <a:avLst/>
          </a:prstGeom>
          <a:noFill/>
          <a:ln>
            <a:noFill/>
          </a:ln>
        </p:spPr>
        <p:txBody>
          <a:bodyPr spcFirstLastPara="1" wrap="square" lIns="243656" tIns="243656" rIns="243656" bIns="243656" anchor="t" anchorCtr="0">
            <a:spAutoFit/>
          </a:bodyPr>
          <a:lstStyle/>
          <a:p>
            <a:pPr algn="r" rtl="1">
              <a:buClr>
                <a:schemeClr val="lt1"/>
              </a:buClr>
              <a:buSzPts val="3600"/>
            </a:pPr>
            <a:r>
              <a:rPr lang="ar-SA" sz="9619">
                <a:solidFill>
                  <a:schemeClr val="bg1"/>
                </a:solidFill>
                <a:latin typeface="Bahij TheSansArabic ExtraBold" panose="02040503050201020203" pitchFamily="18" charset="-78"/>
                <a:ea typeface="Cairo"/>
                <a:cs typeface="Bahij TheSansArabic ExtraBold" panose="02040503050201020203" pitchFamily="18" charset="-78"/>
                <a:sym typeface="Cairo"/>
              </a:rPr>
              <a:t>شــــــكرًا</a:t>
            </a:r>
          </a:p>
        </p:txBody>
      </p:sp>
      <p:pic>
        <p:nvPicPr>
          <p:cNvPr id="3" name="Picture 4">
            <a:extLst>
              <a:ext uri="{FF2B5EF4-FFF2-40B4-BE49-F238E27FC236}">
                <a16:creationId xmlns:a16="http://schemas.microsoft.com/office/drawing/2014/main" id="{B41165FC-0622-4E6B-8BE5-267B9B367AB4}"/>
              </a:ext>
            </a:extLst>
          </p:cNvPr>
          <p:cNvPicPr>
            <a:picLocks noChangeAspect="1"/>
          </p:cNvPicPr>
          <p:nvPr/>
        </p:nvPicPr>
        <p:blipFill>
          <a:blip r:embed="rId2"/>
          <a:srcRect/>
          <a:stretch/>
        </p:blipFill>
        <p:spPr>
          <a:xfrm>
            <a:off x="18828357" y="896727"/>
            <a:ext cx="4690355" cy="1270574"/>
          </a:xfrm>
          <a:prstGeom prst="rect">
            <a:avLst/>
          </a:prstGeom>
        </p:spPr>
      </p:pic>
    </p:spTree>
    <p:extLst>
      <p:ext uri="{BB962C8B-B14F-4D97-AF65-F5344CB8AC3E}">
        <p14:creationId xmlns:p14="http://schemas.microsoft.com/office/powerpoint/2010/main" val="5551000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8DBA1-EB05-F5A5-81C7-676B509E2F15}"/>
            </a:ext>
          </a:extLst>
        </p:cNvPr>
        <p:cNvGrpSpPr/>
        <p:nvPr/>
      </p:nvGrpSpPr>
      <p:grpSpPr>
        <a:xfrm>
          <a:off x="0" y="0"/>
          <a:ext cx="0" cy="0"/>
          <a:chOff x="0" y="0"/>
          <a:chExt cx="0" cy="0"/>
        </a:xfrm>
      </p:grpSpPr>
      <p:sp>
        <p:nvSpPr>
          <p:cNvPr id="28" name="Rectangle 27">
            <a:extLst>
              <a:ext uri="{FF2B5EF4-FFF2-40B4-BE49-F238E27FC236}">
                <a16:creationId xmlns:a16="http://schemas.microsoft.com/office/drawing/2014/main" id="{721FCA79-B689-3E5C-ED9B-34B1063C05B4}"/>
              </a:ext>
            </a:extLst>
          </p:cNvPr>
          <p:cNvSpPr/>
          <p:nvPr/>
        </p:nvSpPr>
        <p:spPr>
          <a:xfrm>
            <a:off x="115617" y="2279209"/>
            <a:ext cx="24020043" cy="10406156"/>
          </a:xfrm>
          <a:prstGeom prst="rect">
            <a:avLst/>
          </a:prstGeom>
          <a:solidFill>
            <a:srgbClr val="F5F5F5"/>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B1AA1666-FA68-0FBD-24A5-DBD7AE6470F6}"/>
              </a:ext>
            </a:extLst>
          </p:cNvPr>
          <p:cNvGrpSpPr/>
          <p:nvPr/>
        </p:nvGrpSpPr>
        <p:grpSpPr>
          <a:xfrm>
            <a:off x="6688186" y="263023"/>
            <a:ext cx="17695824" cy="799889"/>
            <a:chOff x="6897658" y="1223860"/>
            <a:chExt cx="5473691" cy="430888"/>
          </a:xfrm>
        </p:grpSpPr>
        <p:grpSp>
          <p:nvGrpSpPr>
            <p:cNvPr id="13" name="Group 12">
              <a:extLst>
                <a:ext uri="{FF2B5EF4-FFF2-40B4-BE49-F238E27FC236}">
                  <a16:creationId xmlns:a16="http://schemas.microsoft.com/office/drawing/2014/main" id="{B077B9B0-E000-558F-4C96-FDDA0EC5B271}"/>
                </a:ext>
              </a:extLst>
            </p:cNvPr>
            <p:cNvGrpSpPr/>
            <p:nvPr/>
          </p:nvGrpSpPr>
          <p:grpSpPr>
            <a:xfrm>
              <a:off x="6897658" y="1223860"/>
              <a:ext cx="5473691" cy="430888"/>
              <a:chOff x="1533984" y="1062731"/>
              <a:chExt cx="10852794" cy="854330"/>
            </a:xfrm>
          </p:grpSpPr>
          <p:sp>
            <p:nvSpPr>
              <p:cNvPr id="14" name="Freeform 13">
                <a:extLst>
                  <a:ext uri="{FF2B5EF4-FFF2-40B4-BE49-F238E27FC236}">
                    <a16:creationId xmlns:a16="http://schemas.microsoft.com/office/drawing/2014/main" id="{43AEBF43-D85C-E14A-311F-917168516D90}"/>
                  </a:ext>
                </a:extLst>
              </p:cNvPr>
              <p:cNvSpPr/>
              <p:nvPr/>
            </p:nvSpPr>
            <p:spPr>
              <a:xfrm>
                <a:off x="4893052" y="1072296"/>
                <a:ext cx="7493726" cy="844765"/>
              </a:xfrm>
              <a:custGeom>
                <a:avLst/>
                <a:gdLst>
                  <a:gd name="connsiteX0" fmla="*/ 7493726 w 7493726"/>
                  <a:gd name="connsiteY0" fmla="*/ 0 h 844765"/>
                  <a:gd name="connsiteX1" fmla="*/ 7493726 w 7493726"/>
                  <a:gd name="connsiteY1" fmla="*/ 844765 h 844765"/>
                  <a:gd name="connsiteX2" fmla="*/ 0 w 7493726"/>
                  <a:gd name="connsiteY2" fmla="*/ 836298 h 844765"/>
                  <a:gd name="connsiteX3" fmla="*/ 508000 w 7493726"/>
                  <a:gd name="connsiteY3" fmla="*/ 16933 h 844765"/>
                  <a:gd name="connsiteX4" fmla="*/ 7493726 w 7493726"/>
                  <a:gd name="connsiteY4" fmla="*/ 0 h 844765"/>
                  <a:gd name="connsiteX5" fmla="*/ 690975 w 7493726"/>
                  <a:gd name="connsiteY5" fmla="*/ 105483 h 844765"/>
                  <a:gd name="connsiteX6" fmla="*/ 563975 w 7493726"/>
                  <a:gd name="connsiteY6" fmla="*/ 319779 h 844765"/>
                  <a:gd name="connsiteX7" fmla="*/ 817975 w 7493726"/>
                  <a:gd name="connsiteY7" fmla="*/ 319779 h 844765"/>
                  <a:gd name="connsiteX8" fmla="*/ 690975 w 7493726"/>
                  <a:gd name="connsiteY8" fmla="*/ 105483 h 844765"/>
                  <a:gd name="connsiteX9" fmla="*/ 256198 w 7493726"/>
                  <a:gd name="connsiteY9" fmla="*/ 515369 h 844765"/>
                  <a:gd name="connsiteX10" fmla="*/ 383198 w 7493726"/>
                  <a:gd name="connsiteY10" fmla="*/ 729665 h 844765"/>
                  <a:gd name="connsiteX11" fmla="*/ 510198 w 7493726"/>
                  <a:gd name="connsiteY11" fmla="*/ 515369 h 844765"/>
                  <a:gd name="connsiteX12" fmla="*/ 256198 w 7493726"/>
                  <a:gd name="connsiteY12" fmla="*/ 515369 h 844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493726" h="844765">
                    <a:moveTo>
                      <a:pt x="7493726" y="0"/>
                    </a:moveTo>
                    <a:lnTo>
                      <a:pt x="7493726" y="844765"/>
                    </a:lnTo>
                    <a:lnTo>
                      <a:pt x="0" y="836298"/>
                    </a:lnTo>
                    <a:lnTo>
                      <a:pt x="508000" y="16933"/>
                    </a:lnTo>
                    <a:lnTo>
                      <a:pt x="7493726" y="0"/>
                    </a:lnTo>
                    <a:close/>
                    <a:moveTo>
                      <a:pt x="690975" y="105483"/>
                    </a:moveTo>
                    <a:lnTo>
                      <a:pt x="563975" y="319779"/>
                    </a:lnTo>
                    <a:lnTo>
                      <a:pt x="817975" y="319779"/>
                    </a:lnTo>
                    <a:lnTo>
                      <a:pt x="690975" y="105483"/>
                    </a:lnTo>
                    <a:close/>
                    <a:moveTo>
                      <a:pt x="256198" y="515369"/>
                    </a:moveTo>
                    <a:lnTo>
                      <a:pt x="383198" y="729665"/>
                    </a:lnTo>
                    <a:lnTo>
                      <a:pt x="510198" y="515369"/>
                    </a:lnTo>
                    <a:lnTo>
                      <a:pt x="256198" y="515369"/>
                    </a:lnTo>
                    <a:close/>
                  </a:path>
                </a:pathLst>
              </a:cu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LB" sz="3608"/>
              </a:p>
            </p:txBody>
          </p:sp>
          <p:sp>
            <p:nvSpPr>
              <p:cNvPr id="15" name="Triangle 14">
                <a:extLst>
                  <a:ext uri="{FF2B5EF4-FFF2-40B4-BE49-F238E27FC236}">
                    <a16:creationId xmlns:a16="http://schemas.microsoft.com/office/drawing/2014/main" id="{971A2D07-8145-90A5-B6CC-2651DCC71C78}"/>
                  </a:ext>
                </a:extLst>
              </p:cNvPr>
              <p:cNvSpPr/>
              <p:nvPr/>
            </p:nvSpPr>
            <p:spPr>
              <a:xfrm>
                <a:off x="47034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6" name="Triangle 15">
                <a:extLst>
                  <a:ext uri="{FF2B5EF4-FFF2-40B4-BE49-F238E27FC236}">
                    <a16:creationId xmlns:a16="http://schemas.microsoft.com/office/drawing/2014/main" id="{A3A0A86C-7A03-6BE9-10B4-6C131016B2A1}"/>
                  </a:ext>
                </a:extLst>
              </p:cNvPr>
              <p:cNvSpPr/>
              <p:nvPr/>
            </p:nvSpPr>
            <p:spPr>
              <a:xfrm>
                <a:off x="35350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7" name="Triangle 16">
                <a:extLst>
                  <a:ext uri="{FF2B5EF4-FFF2-40B4-BE49-F238E27FC236}">
                    <a16:creationId xmlns:a16="http://schemas.microsoft.com/office/drawing/2014/main" id="{60505BCC-68E6-C3E2-1E15-4B0D96BCFC05}"/>
                  </a:ext>
                </a:extLst>
              </p:cNvPr>
              <p:cNvSpPr/>
              <p:nvPr/>
            </p:nvSpPr>
            <p:spPr>
              <a:xfrm>
                <a:off x="2375160"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8" name="Triangle 17">
                <a:extLst>
                  <a:ext uri="{FF2B5EF4-FFF2-40B4-BE49-F238E27FC236}">
                    <a16:creationId xmlns:a16="http://schemas.microsoft.com/office/drawing/2014/main" id="{5F9BEA0D-604B-CEF5-3C7B-DBBB37AD871C}"/>
                  </a:ext>
                </a:extLst>
              </p:cNvPr>
              <p:cNvSpPr/>
              <p:nvPr/>
            </p:nvSpPr>
            <p:spPr>
              <a:xfrm rot="10800000">
                <a:off x="44041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9" name="Triangle 18">
                <a:extLst>
                  <a:ext uri="{FF2B5EF4-FFF2-40B4-BE49-F238E27FC236}">
                    <a16:creationId xmlns:a16="http://schemas.microsoft.com/office/drawing/2014/main" id="{5EA82A37-70C7-5527-5353-42652B1479D9}"/>
                  </a:ext>
                </a:extLst>
              </p:cNvPr>
              <p:cNvSpPr/>
              <p:nvPr/>
            </p:nvSpPr>
            <p:spPr>
              <a:xfrm rot="10800000">
                <a:off x="2660051"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0" name="Triangle 19">
                <a:extLst>
                  <a:ext uri="{FF2B5EF4-FFF2-40B4-BE49-F238E27FC236}">
                    <a16:creationId xmlns:a16="http://schemas.microsoft.com/office/drawing/2014/main" id="{F97C3E02-72F4-6D04-133C-A0DFEDBD3441}"/>
                  </a:ext>
                </a:extLst>
              </p:cNvPr>
              <p:cNvSpPr/>
              <p:nvPr/>
            </p:nvSpPr>
            <p:spPr>
              <a:xfrm rot="10800000">
                <a:off x="15339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1" name="Triangle 20">
                <a:extLst>
                  <a:ext uri="{FF2B5EF4-FFF2-40B4-BE49-F238E27FC236}">
                    <a16:creationId xmlns:a16="http://schemas.microsoft.com/office/drawing/2014/main" id="{6682F398-CA34-8C50-5EB0-7A89436F0811}"/>
                  </a:ext>
                </a:extLst>
              </p:cNvPr>
              <p:cNvSpPr/>
              <p:nvPr/>
            </p:nvSpPr>
            <p:spPr>
              <a:xfrm>
                <a:off x="2900093"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2" name="Triangle 21">
                <a:extLst>
                  <a:ext uri="{FF2B5EF4-FFF2-40B4-BE49-F238E27FC236}">
                    <a16:creationId xmlns:a16="http://schemas.microsoft.com/office/drawing/2014/main" id="{724B218E-B970-C895-FE75-CB461BB5BD59}"/>
                  </a:ext>
                </a:extLst>
              </p:cNvPr>
              <p:cNvSpPr/>
              <p:nvPr/>
            </p:nvSpPr>
            <p:spPr>
              <a:xfrm>
                <a:off x="4127759"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3" name="Triangle 22">
                <a:extLst>
                  <a:ext uri="{FF2B5EF4-FFF2-40B4-BE49-F238E27FC236}">
                    <a16:creationId xmlns:a16="http://schemas.microsoft.com/office/drawing/2014/main" id="{53D5A865-70C6-51F1-FB5E-CE3D00F567AB}"/>
                  </a:ext>
                </a:extLst>
              </p:cNvPr>
              <p:cNvSpPr/>
              <p:nvPr/>
            </p:nvSpPr>
            <p:spPr>
              <a:xfrm rot="10800000">
                <a:off x="44041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4" name="Triangle 23">
                <a:extLst>
                  <a:ext uri="{FF2B5EF4-FFF2-40B4-BE49-F238E27FC236}">
                    <a16:creationId xmlns:a16="http://schemas.microsoft.com/office/drawing/2014/main" id="{B5B815C1-5E26-6603-DED0-9459C7E19A83}"/>
                  </a:ext>
                </a:extLst>
              </p:cNvPr>
              <p:cNvSpPr/>
              <p:nvPr/>
            </p:nvSpPr>
            <p:spPr>
              <a:xfrm rot="10800000">
                <a:off x="49883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grpSp>
        <p:sp>
          <p:nvSpPr>
            <p:cNvPr id="3" name="TextBox 2">
              <a:extLst>
                <a:ext uri="{FF2B5EF4-FFF2-40B4-BE49-F238E27FC236}">
                  <a16:creationId xmlns:a16="http://schemas.microsoft.com/office/drawing/2014/main" id="{D390DDCD-CC36-5797-C43D-3229F88E660A}"/>
                </a:ext>
              </a:extLst>
            </p:cNvPr>
            <p:cNvSpPr txBox="1"/>
            <p:nvPr/>
          </p:nvSpPr>
          <p:spPr>
            <a:xfrm>
              <a:off x="9033163" y="1296547"/>
              <a:ext cx="3250365" cy="281851"/>
            </a:xfrm>
            <a:prstGeom prst="rect">
              <a:avLst/>
            </a:prstGeom>
            <a:noFill/>
          </p:spPr>
          <p:txBody>
            <a:bodyPr wrap="square">
              <a:spAutoFit/>
            </a:bodyPr>
            <a:lstStyle/>
            <a:p>
              <a:pPr algn="justLow" defTabSz="916000" rtl="1">
                <a:buClr>
                  <a:prstClr val="white"/>
                </a:buClr>
                <a:buSzPts val="3600"/>
              </a:pPr>
              <a:r>
                <a:rPr lang="ar-SA" sz="2800" kern="1200">
                  <a:solidFill>
                    <a:schemeClr val="bg1"/>
                  </a:solidFill>
                  <a:latin typeface="Bahij TheSansArabic ExtraBold" panose="02040503050201020203" pitchFamily="18" charset="-78"/>
                  <a:ea typeface="Cairo"/>
                  <a:cs typeface="Bahij TheSansArabic ExtraBold" panose="02040503050201020203" pitchFamily="18" charset="-78"/>
                  <a:sym typeface="Cairo"/>
                </a:rPr>
                <a:t>السيناريو الأول — حوافز الموظفين</a:t>
              </a:r>
            </a:p>
          </p:txBody>
        </p:sp>
      </p:grpSp>
      <p:sp>
        <p:nvSpPr>
          <p:cNvPr id="261" name="Rectangle: Rounded Corners 260">
            <a:extLst>
              <a:ext uri="{FF2B5EF4-FFF2-40B4-BE49-F238E27FC236}">
                <a16:creationId xmlns:a16="http://schemas.microsoft.com/office/drawing/2014/main" id="{DAD97482-DCB9-B82E-756E-F2042308EA9D}"/>
              </a:ext>
            </a:extLst>
          </p:cNvPr>
          <p:cNvSpPr/>
          <p:nvPr/>
        </p:nvSpPr>
        <p:spPr>
          <a:xfrm>
            <a:off x="115617" y="1488435"/>
            <a:ext cx="24020043" cy="815152"/>
          </a:xfrm>
          <a:prstGeom prst="roundRect">
            <a:avLst>
              <a:gd name="adj" fmla="val 6592"/>
            </a:avLst>
          </a:prstGeom>
          <a:solidFill>
            <a:schemeClr val="bg1">
              <a:lumMod val="95000"/>
            </a:schemeClr>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TextBox 261">
            <a:extLst>
              <a:ext uri="{FF2B5EF4-FFF2-40B4-BE49-F238E27FC236}">
                <a16:creationId xmlns:a16="http://schemas.microsoft.com/office/drawing/2014/main" id="{16500E24-021A-35C8-66DF-5AA0FD806ECC}"/>
              </a:ext>
            </a:extLst>
          </p:cNvPr>
          <p:cNvSpPr txBox="1"/>
          <p:nvPr/>
        </p:nvSpPr>
        <p:spPr>
          <a:xfrm>
            <a:off x="13682652" y="1628448"/>
            <a:ext cx="9192723" cy="523220"/>
          </a:xfrm>
          <a:prstGeom prst="rect">
            <a:avLst/>
          </a:prstGeom>
          <a:noFill/>
        </p:spPr>
        <p:txBody>
          <a:bodyPr wrap="square" rtlCol="0">
            <a:spAutoFit/>
          </a:bodyPr>
          <a:lstStyle/>
          <a:p>
            <a:pPr algn="r"/>
            <a:r>
              <a:rPr lang="ar-SA" sz="2800">
                <a:solidFill>
                  <a:srgbClr val="106946"/>
                </a:solidFill>
                <a:latin typeface="Bahij TheSansArabic Bold" panose="02040503050201020203" charset="-78"/>
                <a:cs typeface="Bahij TheSansArabic Bold" panose="02040503050201020203" charset="-78"/>
              </a:rPr>
              <a:t>حوافز تحقيق الإيرادات وفق شروط الزيادة عن المقدّر</a:t>
            </a:r>
            <a:endParaRPr lang="en-US" sz="2800">
              <a:solidFill>
                <a:srgbClr val="106946"/>
              </a:solidFill>
              <a:latin typeface="Bahij TheSansArabic Bold" panose="02040503050201020203" charset="-78"/>
              <a:cs typeface="Bahij TheSansArabic Bold" panose="02040503050201020203" charset="-78"/>
            </a:endParaRPr>
          </a:p>
        </p:txBody>
      </p:sp>
      <p:sp>
        <p:nvSpPr>
          <p:cNvPr id="263" name="Rectangle 262">
            <a:extLst>
              <a:ext uri="{FF2B5EF4-FFF2-40B4-BE49-F238E27FC236}">
                <a16:creationId xmlns:a16="http://schemas.microsoft.com/office/drawing/2014/main" id="{3B200D8B-A145-970E-19BB-80D4C3F87E17}"/>
              </a:ext>
            </a:extLst>
          </p:cNvPr>
          <p:cNvSpPr/>
          <p:nvPr/>
        </p:nvSpPr>
        <p:spPr>
          <a:xfrm>
            <a:off x="22963694" y="1482075"/>
            <a:ext cx="1171966" cy="846429"/>
          </a:xfrm>
          <a:prstGeom prst="rect">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4" name="Graphic 263" descr="Upward trend with solid fill">
            <a:extLst>
              <a:ext uri="{FF2B5EF4-FFF2-40B4-BE49-F238E27FC236}">
                <a16:creationId xmlns:a16="http://schemas.microsoft.com/office/drawing/2014/main" id="{96CA829E-BCA4-2340-484B-01D0B7EA25F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145423" y="1521744"/>
            <a:ext cx="757465" cy="757465"/>
          </a:xfrm>
          <a:prstGeom prst="rect">
            <a:avLst/>
          </a:prstGeom>
        </p:spPr>
      </p:pic>
      <p:sp>
        <p:nvSpPr>
          <p:cNvPr id="1001" name="Inc 1001"/>
          <p:cNvSpPr/>
          <p:nvPr/>
        </p:nvSpPr>
        <p:spPr>
          <a:xfrm>
            <a:off x="17850000" y="2620000"/>
            <a:ext cx="5950000" cy="2900000"/>
          </a:xfrm>
          <a:prstGeom prst="roundRect">
            <a:avLst>
              <a:gd name="adj" fmla="val 8000"/>
            </a:avLst>
          </a:prstGeom>
          <a:solidFill>
            <a:srgbClr val="FFFFFF"/>
          </a:solidFill>
          <a:ln w="19050">
            <a:solidFill>
              <a:srgbClr val="D9D9D9"/>
            </a:solidFill>
          </a:ln>
          <a:effectLst>
            <a:outerShdw blurRad="190500" dist="38100" dir="5400000" algn="t" rotWithShape="0">
              <a:srgbClr val="000000">
                <a:alpha val="18000"/>
              </a:srgbClr>
            </a:outerShdw>
          </a:effectLst>
        </p:spPr>
        <p:txBody>
          <a:bodyPr wrap="square" lIns="91440" rIns="91440" tIns="45720" bIns="45720" rtlCol="1" anchor="ctr">
            <a:normAutofit/>
          </a:bodyPr>
          <a:lstStyle/>
          <a:p>
            <a:pPr algn="ctr" rtl="1">
              <a:spcBef>
                <a:spcPts val="0"/>
              </a:spcBef>
            </a:pPr>
            <a:r>
              <a:rPr lang="ar-SA" sz="2600" dirty="0">
                <a:solidFill>
                  <a:srgbClr val="595959"/>
                </a:solidFill>
                <a:latin typeface="Bahij TheSansArabic Bold"/>
                <a:cs typeface="Bahij TheSansArabic Bold"/>
              </a:rPr>
              <a:t>إجمالي الإيرادات المقدّرة</a:t>
            </a:r>
          </a:p>
          <a:p>
            <a:pPr algn="ctr" rtl="1">
              <a:spcBef>
                <a:spcPts val="1200"/>
              </a:spcBef>
            </a:pPr>
            <a:r>
              <a:rPr lang="ar-SA" sz="6000" dirty="0">
                <a:solidFill>
                  <a:srgbClr val="01686A"/>
                </a:solidFill>
                <a:latin typeface="Bahij TheSansArabic Bold"/>
                <a:cs typeface="Bahij TheSansArabic Bold"/>
              </a:rPr>
              <a:t>2,839.3</a:t>
            </a:r>
          </a:p>
          <a:p>
            <a:pPr algn="ctr" rtl="1">
              <a:spcBef>
                <a:spcPts val="0"/>
              </a:spcBef>
            </a:pPr>
            <a:r>
              <a:rPr lang="ar-SA" sz="2000" dirty="0">
                <a:solidFill>
                  <a:srgbClr val="595959"/>
                </a:solidFill>
                <a:latin typeface="Bahij TheSansArabic Plain"/>
                <a:cs typeface="Bahij TheSansArabic Plain"/>
              </a:rPr>
              <a:t>مليون ريال</a:t>
            </a:r>
          </a:p>
        </p:txBody>
      </p:sp>
      <p:sp>
        <p:nvSpPr>
          <p:cNvPr id="1002" name="Inc 1002"/>
          <p:cNvSpPr/>
          <p:nvPr/>
        </p:nvSpPr>
        <p:spPr>
          <a:xfrm>
            <a:off x="11650000" y="2620000"/>
            <a:ext cx="5950000" cy="2900000"/>
          </a:xfrm>
          <a:prstGeom prst="roundRect">
            <a:avLst>
              <a:gd name="adj" fmla="val 8000"/>
            </a:avLst>
          </a:prstGeom>
          <a:solidFill>
            <a:srgbClr val="FFFFFF"/>
          </a:solidFill>
          <a:ln w="19050">
            <a:solidFill>
              <a:srgbClr val="D9D9D9"/>
            </a:solidFill>
          </a:ln>
          <a:effectLst>
            <a:outerShdw blurRad="190500" dist="38100" dir="5400000" algn="t" rotWithShape="0">
              <a:srgbClr val="000000">
                <a:alpha val="18000"/>
              </a:srgbClr>
            </a:outerShdw>
          </a:effectLst>
        </p:spPr>
        <p:txBody>
          <a:bodyPr wrap="square" lIns="91440" rIns="91440" tIns="45720" bIns="45720" rtlCol="1" anchor="ctr">
            <a:normAutofit/>
          </a:bodyPr>
          <a:lstStyle/>
          <a:p>
            <a:pPr algn="ctr" rtl="1">
              <a:spcBef>
                <a:spcPts val="0"/>
              </a:spcBef>
            </a:pPr>
            <a:r>
              <a:rPr lang="ar-SA" sz="2600" dirty="0">
                <a:solidFill>
                  <a:srgbClr val="595959"/>
                </a:solidFill>
                <a:latin typeface="Bahij TheSansArabic Bold"/>
                <a:cs typeface="Bahij TheSansArabic Bold"/>
              </a:rPr>
              <a:t>إجمالي الإيرادات المحصّلة</a:t>
            </a:r>
          </a:p>
          <a:p>
            <a:pPr algn="ctr" rtl="1">
              <a:spcBef>
                <a:spcPts val="1200"/>
              </a:spcBef>
            </a:pPr>
            <a:r>
              <a:rPr lang="ar-SA" sz="6000" dirty="0">
                <a:solidFill>
                  <a:srgbClr val="01686A"/>
                </a:solidFill>
                <a:latin typeface="Bahij TheSansArabic Bold"/>
                <a:cs typeface="Bahij TheSansArabic Bold"/>
              </a:rPr>
              <a:t>3,378.9</a:t>
            </a:r>
          </a:p>
          <a:p>
            <a:pPr algn="ctr" rtl="1">
              <a:spcBef>
                <a:spcPts val="0"/>
              </a:spcBef>
            </a:pPr>
            <a:r>
              <a:rPr lang="ar-SA" sz="2000" dirty="0">
                <a:solidFill>
                  <a:srgbClr val="595959"/>
                </a:solidFill>
                <a:latin typeface="Bahij TheSansArabic Plain"/>
                <a:cs typeface="Bahij TheSansArabic Plain"/>
              </a:rPr>
              <a:t>مليون ريال</a:t>
            </a:r>
          </a:p>
        </p:txBody>
      </p:sp>
      <p:sp>
        <p:nvSpPr>
          <p:cNvPr id="1003" name="Inc 1003"/>
          <p:cNvSpPr/>
          <p:nvPr/>
        </p:nvSpPr>
        <p:spPr>
          <a:xfrm>
            <a:off x="580000" y="2500000"/>
            <a:ext cx="10820000" cy="3140000"/>
          </a:xfrm>
          <a:prstGeom prst="roundRect">
            <a:avLst>
              <a:gd name="adj" fmla="val 8000"/>
            </a:avLst>
          </a:prstGeom>
          <a:solidFill>
            <a:srgbClr val="106946"/>
          </a:solidFill>
          <a:ln>
            <a:noFill/>
          </a:ln>
          <a:effectLst>
            <a:outerShdw blurRad="190500" dist="38100" dir="5400000" algn="t" rotWithShape="0">
              <a:srgbClr val="000000">
                <a:alpha val="18000"/>
              </a:srgbClr>
            </a:outerShdw>
          </a:effectLst>
        </p:spPr>
        <p:txBody>
          <a:bodyPr wrap="square" lIns="91440" rIns="91440" tIns="45720" bIns="45720" rtlCol="1" anchor="ctr">
            <a:normAutofit/>
          </a:bodyPr>
          <a:lstStyle/>
          <a:p>
            <a:pPr algn="ctr" rtl="1">
              <a:spcBef>
                <a:spcPts val="0"/>
              </a:spcBef>
            </a:pPr>
            <a:r>
              <a:rPr lang="ar-SA" sz="3200" dirty="0">
                <a:solidFill>
                  <a:srgbClr val="FFFFFF"/>
                </a:solidFill>
                <a:latin typeface="Bahij TheSansArabic Bold"/>
                <a:cs typeface="Bahij TheSansArabic Bold"/>
              </a:rPr>
              <a:t>فائض الإيرادات</a:t>
            </a:r>
          </a:p>
          <a:p>
            <a:pPr algn="ctr" rtl="1">
              <a:spcBef>
                <a:spcPts val="600"/>
              </a:spcBef>
            </a:pPr>
            <a:r>
              <a:rPr lang="ar-SA" sz="9600" dirty="0">
                <a:solidFill>
                  <a:srgbClr val="FFFFFF"/>
                </a:solidFill>
                <a:latin typeface="Bahij TheSansArabic Bold"/>
                <a:cs typeface="Bahij TheSansArabic Bold"/>
              </a:rPr>
              <a:t>539.6</a:t>
            </a:r>
          </a:p>
          <a:p>
            <a:pPr algn="ctr" rtl="1">
              <a:spcBef>
                <a:spcPts val="0"/>
              </a:spcBef>
            </a:pPr>
            <a:r>
              <a:rPr lang="ar-SA" sz="2200" dirty="0">
                <a:solidFill>
                  <a:srgbClr val="E2F0D9"/>
                </a:solidFill>
                <a:latin typeface="Bahij TheSansArabic Plain"/>
                <a:cs typeface="Bahij TheSansArabic Plain"/>
              </a:rPr>
              <a:t>مليون ريال  |  زيادة 19.0% عن المقدّر</a:t>
            </a:r>
          </a:p>
        </p:txBody>
      </p:sp>
      <p:sp>
        <p:nvSpPr>
          <p:cNvPr id="1004" name="Inc 1004"/>
          <p:cNvSpPr/>
          <p:nvPr/>
        </p:nvSpPr>
        <p:spPr>
          <a:xfrm>
            <a:off x="580000" y="5470000"/>
            <a:ext cx="23220000" cy="420000"/>
          </a:xfrm>
          <a:prstGeom prst="roundRect">
            <a:avLst>
              <a:gd name="adj" fmla="val 8000"/>
            </a:avLst>
          </a:prstGeom>
          <a:noFill/>
          <a:ln>
            <a:noFill/>
          </a:ln>
        </p:spPr>
        <p:txBody>
          <a:bodyPr wrap="square" lIns="91440" rIns="91440" tIns="45720" bIns="45720" rtlCol="1" anchor="ctr">
            <a:normAutofit/>
          </a:bodyPr>
          <a:lstStyle/>
          <a:p>
            <a:pPr algn="r" rtl="1">
              <a:spcBef>
                <a:spcPts val="0"/>
              </a:spcBef>
            </a:pPr>
            <a:r>
              <a:rPr lang="ar-SA" sz="2600" dirty="0">
                <a:solidFill>
                  <a:srgbClr val="01686A"/>
                </a:solidFill>
                <a:latin typeface="Bahij TheSansArabic Bold"/>
                <a:cs typeface="Bahij TheSansArabic Bold"/>
              </a:rPr>
              <a:t>شروط احتساب الحوافز</a:t>
            </a:r>
          </a:p>
        </p:txBody>
      </p:sp>
      <p:sp>
        <p:nvSpPr>
          <p:cNvPr id="1005" name="Inc 1005"/>
          <p:cNvSpPr/>
          <p:nvPr/>
        </p:nvSpPr>
        <p:spPr>
          <a:xfrm>
            <a:off x="12900000" y="5950000"/>
            <a:ext cx="10900000" cy="3500000"/>
          </a:xfrm>
          <a:prstGeom prst="roundRect">
            <a:avLst>
              <a:gd name="adj" fmla="val 8000"/>
            </a:avLst>
          </a:prstGeom>
          <a:solidFill>
            <a:srgbClr val="FFFFFF"/>
          </a:solidFill>
          <a:ln w="25400">
            <a:solidFill>
              <a:srgbClr val="01686A"/>
            </a:solidFill>
          </a:ln>
          <a:effectLst>
            <a:outerShdw blurRad="190500" dist="38100" dir="5400000" algn="t" rotWithShape="0">
              <a:srgbClr val="000000">
                <a:alpha val="18000"/>
              </a:srgbClr>
            </a:outerShdw>
          </a:effectLst>
        </p:spPr>
        <p:txBody>
          <a:bodyPr wrap="square" lIns="91440" rIns="91440" tIns="45720" bIns="45720" rtlCol="1" anchor="ctr">
            <a:normAutofit/>
          </a:bodyPr>
          <a:lstStyle/>
          <a:p>
            <a:endParaRPr lang="ar-SA"/>
          </a:p>
        </p:txBody>
      </p:sp>
      <p:sp>
        <p:nvSpPr>
          <p:cNvPr id="1006" name="Inc 1006"/>
          <p:cNvSpPr/>
          <p:nvPr/>
        </p:nvSpPr>
        <p:spPr>
          <a:xfrm>
            <a:off x="22650000" y="6200000"/>
            <a:ext cx="850000" cy="850000"/>
          </a:xfrm>
          <a:prstGeom prst="ellipse">
            <a:avLst/>
          </a:prstGeom>
          <a:solidFill>
            <a:srgbClr val="01686A"/>
          </a:solidFill>
          <a:ln>
            <a:noFill/>
          </a:ln>
        </p:spPr>
        <p:txBody>
          <a:bodyPr wrap="square" lIns="91440" rIns="91440" tIns="45720" bIns="45720" rtlCol="1" anchor="ctr">
            <a:normAutofit/>
          </a:bodyPr>
          <a:lstStyle/>
          <a:p>
            <a:pPr algn="ctr" rtl="1">
              <a:spcBef>
                <a:spcPts val="0"/>
              </a:spcBef>
            </a:pPr>
            <a:r>
              <a:rPr lang="ar-SA" sz="3200" dirty="0">
                <a:solidFill>
                  <a:srgbClr val="FFFFFF"/>
                </a:solidFill>
                <a:latin typeface="Bahij TheSansArabic Bold"/>
                <a:cs typeface="Bahij TheSansArabic Bold"/>
              </a:rPr>
              <a:t>1</a:t>
            </a:r>
          </a:p>
        </p:txBody>
      </p:sp>
      <p:sp>
        <p:nvSpPr>
          <p:cNvPr id="1007" name="Inc 1007"/>
          <p:cNvSpPr/>
          <p:nvPr/>
        </p:nvSpPr>
        <p:spPr>
          <a:xfrm>
            <a:off x="13150000" y="6130000"/>
            <a:ext cx="9400000" cy="1250000"/>
          </a:xfrm>
          <a:prstGeom prst="roundRect">
            <a:avLst>
              <a:gd name="adj" fmla="val 8000"/>
            </a:avLst>
          </a:prstGeom>
          <a:noFill/>
          <a:ln>
            <a:noFill/>
          </a:ln>
        </p:spPr>
        <p:txBody>
          <a:bodyPr wrap="square" lIns="91440" rIns="91440" tIns="45720" bIns="45720" rtlCol="1" anchor="ctr">
            <a:normAutofit/>
          </a:bodyPr>
          <a:lstStyle/>
          <a:p>
            <a:pPr algn="r" rtl="1">
              <a:spcBef>
                <a:spcPts val="0"/>
              </a:spcBef>
            </a:pPr>
            <a:r>
              <a:rPr lang="ar-SA" sz="2200" dirty="0">
                <a:solidFill>
                  <a:srgbClr val="262626"/>
                </a:solidFill>
                <a:latin typeface="Bahij TheSansArabic Bold"/>
                <a:cs typeface="Bahij TheSansArabic Bold"/>
              </a:rPr>
              <a:t>عند تحقيق أي زيادة عن الإيرادات المقدّرة يُخصَّص 12% من المقدّر</a:t>
            </a:r>
          </a:p>
        </p:txBody>
      </p:sp>
      <p:sp>
        <p:nvSpPr>
          <p:cNvPr id="1008" name="Inc 1008"/>
          <p:cNvSpPr/>
          <p:nvPr/>
        </p:nvSpPr>
        <p:spPr>
          <a:xfrm>
            <a:off x="13300000" y="7600000"/>
            <a:ext cx="10100000" cy="1600000"/>
          </a:xfrm>
          <a:prstGeom prst="roundRect">
            <a:avLst>
              <a:gd name="adj" fmla="val 12000"/>
            </a:avLst>
          </a:prstGeom>
          <a:solidFill>
            <a:srgbClr val="F2F8F8"/>
          </a:solidFill>
          <a:ln>
            <a:noFill/>
          </a:ln>
        </p:spPr>
        <p:txBody>
          <a:bodyPr wrap="square" lIns="91440" rIns="91440" tIns="45720" bIns="45720" rtlCol="1" anchor="ctr">
            <a:normAutofit/>
          </a:bodyPr>
          <a:lstStyle/>
          <a:p>
            <a:pPr algn="ctr" rtl="1">
              <a:spcBef>
                <a:spcPts val="0"/>
              </a:spcBef>
            </a:pPr>
            <a:r>
              <a:rPr lang="ar-SA" sz="6000" dirty="0">
                <a:solidFill>
                  <a:srgbClr val="01686A"/>
                </a:solidFill>
                <a:latin typeface="Bahij TheSansArabic Bold"/>
                <a:cs typeface="Bahij TheSansArabic Bold"/>
              </a:rPr>
              <a:t>340.7</a:t>
            </a:r>
          </a:p>
          <a:p>
            <a:pPr algn="ctr" rtl="1">
              <a:spcBef>
                <a:spcPts val="0"/>
              </a:spcBef>
            </a:pPr>
            <a:r>
              <a:rPr lang="ar-SA" sz="2000" dirty="0">
                <a:solidFill>
                  <a:srgbClr val="595959"/>
                </a:solidFill>
                <a:latin typeface="Bahij TheSansArabic Plain"/>
                <a:cs typeface="Bahij TheSansArabic Plain"/>
              </a:rPr>
              <a:t>مليون ريال</a:t>
            </a:r>
          </a:p>
        </p:txBody>
      </p:sp>
      <p:sp>
        <p:nvSpPr>
          <p:cNvPr id="1009" name="Arrow 1009"/>
          <p:cNvSpPr/>
          <p:nvPr/>
        </p:nvSpPr>
        <p:spPr>
          <a:xfrm>
            <a:off x="11840000" y="7350000"/>
            <a:ext cx="880000" cy="700000"/>
          </a:xfrm>
          <a:prstGeom prst="leftArrow">
            <a:avLst/>
          </a:prstGeom>
          <a:solidFill>
            <a:srgbClr val="00B050"/>
          </a:solidFill>
          <a:ln>
            <a:noFill/>
          </a:ln>
        </p:spPr>
        <p:txBody>
          <a:bodyPr/>
          <a:lstStyle/>
          <a:p>
            <a:endParaRPr lang="ar-SA"/>
          </a:p>
        </p:txBody>
      </p:sp>
      <p:sp>
        <p:nvSpPr>
          <p:cNvPr id="1010" name="Inc 1010"/>
          <p:cNvSpPr/>
          <p:nvPr/>
        </p:nvSpPr>
        <p:spPr>
          <a:xfrm>
            <a:off x="580000" y="5950000"/>
            <a:ext cx="10900000" cy="3500000"/>
          </a:xfrm>
          <a:prstGeom prst="roundRect">
            <a:avLst>
              <a:gd name="adj" fmla="val 8000"/>
            </a:avLst>
          </a:prstGeom>
          <a:solidFill>
            <a:srgbClr val="FFFFFF"/>
          </a:solidFill>
          <a:ln w="25400">
            <a:solidFill>
              <a:srgbClr val="01686A"/>
            </a:solidFill>
          </a:ln>
          <a:effectLst>
            <a:outerShdw blurRad="190500" dist="38100" dir="5400000" algn="t" rotWithShape="0">
              <a:srgbClr val="000000">
                <a:alpha val="18000"/>
              </a:srgbClr>
            </a:outerShdw>
          </a:effectLst>
        </p:spPr>
        <p:txBody>
          <a:bodyPr wrap="square" lIns="91440" rIns="91440" tIns="45720" bIns="45720" rtlCol="1" anchor="ctr">
            <a:normAutofit/>
          </a:bodyPr>
          <a:lstStyle/>
          <a:p>
            <a:endParaRPr lang="ar-SA"/>
          </a:p>
        </p:txBody>
      </p:sp>
      <p:sp>
        <p:nvSpPr>
          <p:cNvPr id="1011" name="Inc 1011"/>
          <p:cNvSpPr/>
          <p:nvPr/>
        </p:nvSpPr>
        <p:spPr>
          <a:xfrm>
            <a:off x="10330000" y="6200000"/>
            <a:ext cx="850000" cy="850000"/>
          </a:xfrm>
          <a:prstGeom prst="ellipse">
            <a:avLst/>
          </a:prstGeom>
          <a:solidFill>
            <a:srgbClr val="01686A"/>
          </a:solidFill>
          <a:ln>
            <a:noFill/>
          </a:ln>
        </p:spPr>
        <p:txBody>
          <a:bodyPr wrap="square" lIns="91440" rIns="91440" tIns="45720" bIns="45720" rtlCol="1" anchor="ctr">
            <a:normAutofit/>
          </a:bodyPr>
          <a:lstStyle/>
          <a:p>
            <a:pPr algn="ctr" rtl="1">
              <a:spcBef>
                <a:spcPts val="0"/>
              </a:spcBef>
            </a:pPr>
            <a:r>
              <a:rPr lang="ar-SA" sz="3200" dirty="0">
                <a:solidFill>
                  <a:srgbClr val="FFFFFF"/>
                </a:solidFill>
                <a:latin typeface="Bahij TheSansArabic Bold"/>
                <a:cs typeface="Bahij TheSansArabic Bold"/>
              </a:rPr>
              <a:t>2</a:t>
            </a:r>
          </a:p>
        </p:txBody>
      </p:sp>
      <p:sp>
        <p:nvSpPr>
          <p:cNvPr id="1012" name="Inc 1012"/>
          <p:cNvSpPr/>
          <p:nvPr/>
        </p:nvSpPr>
        <p:spPr>
          <a:xfrm>
            <a:off x="830000" y="6130000"/>
            <a:ext cx="9400000" cy="1250000"/>
          </a:xfrm>
          <a:prstGeom prst="roundRect">
            <a:avLst>
              <a:gd name="adj" fmla="val 8000"/>
            </a:avLst>
          </a:prstGeom>
          <a:noFill/>
          <a:ln>
            <a:noFill/>
          </a:ln>
        </p:spPr>
        <p:txBody>
          <a:bodyPr wrap="square" lIns="91440" rIns="91440" tIns="45720" bIns="45720" rtlCol="1" anchor="ctr">
            <a:normAutofit/>
          </a:bodyPr>
          <a:lstStyle/>
          <a:p>
            <a:pPr algn="r" rtl="1">
              <a:spcBef>
                <a:spcPts val="0"/>
              </a:spcBef>
            </a:pPr>
            <a:r>
              <a:rPr lang="ar-SA" sz="2200" dirty="0">
                <a:solidFill>
                  <a:srgbClr val="262626"/>
                </a:solidFill>
                <a:latin typeface="Bahij TheSansArabic Bold"/>
                <a:cs typeface="Bahij TheSansArabic Bold"/>
              </a:rPr>
              <a:t>إجمالي الحوافز: 25% من مبلغ الـ12%</a:t>
            </a:r>
          </a:p>
        </p:txBody>
      </p:sp>
      <p:sp>
        <p:nvSpPr>
          <p:cNvPr id="1013" name="Inc 1013"/>
          <p:cNvSpPr/>
          <p:nvPr/>
        </p:nvSpPr>
        <p:spPr>
          <a:xfrm>
            <a:off x="980000" y="7600000"/>
            <a:ext cx="10100000" cy="1600000"/>
          </a:xfrm>
          <a:prstGeom prst="roundRect">
            <a:avLst>
              <a:gd name="adj" fmla="val 12000"/>
            </a:avLst>
          </a:prstGeom>
          <a:solidFill>
            <a:srgbClr val="F2F8F8"/>
          </a:solidFill>
          <a:ln>
            <a:noFill/>
          </a:ln>
        </p:spPr>
        <p:txBody>
          <a:bodyPr wrap="square" lIns="91440" rIns="91440" tIns="45720" bIns="45720" rtlCol="1" anchor="ctr">
            <a:normAutofit/>
          </a:bodyPr>
          <a:lstStyle/>
          <a:p>
            <a:pPr algn="ctr" rtl="1">
              <a:spcBef>
                <a:spcPts val="0"/>
              </a:spcBef>
            </a:pPr>
            <a:r>
              <a:rPr lang="ar-SA" sz="6000" dirty="0">
                <a:solidFill>
                  <a:srgbClr val="01686A"/>
                </a:solidFill>
                <a:latin typeface="Bahij TheSansArabic Bold"/>
                <a:cs typeface="Bahij TheSansArabic Bold"/>
              </a:rPr>
              <a:t>85.2</a:t>
            </a:r>
          </a:p>
          <a:p>
            <a:pPr algn="ctr" rtl="1">
              <a:spcBef>
                <a:spcPts val="0"/>
              </a:spcBef>
            </a:pPr>
            <a:r>
              <a:rPr lang="ar-SA" sz="2000" dirty="0">
                <a:solidFill>
                  <a:srgbClr val="595959"/>
                </a:solidFill>
                <a:latin typeface="Bahij TheSansArabic Plain"/>
                <a:cs typeface="Bahij TheSansArabic Plain"/>
              </a:rPr>
              <a:t>مليون ريال</a:t>
            </a:r>
          </a:p>
        </p:txBody>
      </p:sp>
      <p:sp>
        <p:nvSpPr>
          <p:cNvPr id="1014" name="Inc 1014"/>
          <p:cNvSpPr/>
          <p:nvPr/>
        </p:nvSpPr>
        <p:spPr>
          <a:xfrm>
            <a:off x="580000" y="9900000"/>
            <a:ext cx="23220000" cy="2580000"/>
          </a:xfrm>
          <a:prstGeom prst="roundRect">
            <a:avLst>
              <a:gd name="adj" fmla="val 8000"/>
            </a:avLst>
          </a:prstGeom>
          <a:solidFill>
            <a:srgbClr val="01686A"/>
          </a:solidFill>
          <a:ln>
            <a:noFill/>
          </a:ln>
          <a:effectLst>
            <a:outerShdw blurRad="190500" dist="38100" dir="5400000" algn="t" rotWithShape="0">
              <a:srgbClr val="000000">
                <a:alpha val="18000"/>
              </a:srgbClr>
            </a:outerShdw>
          </a:effectLst>
        </p:spPr>
        <p:txBody>
          <a:bodyPr wrap="square" lIns="91440" rIns="91440" tIns="45720" bIns="45720" rtlCol="1" anchor="ctr">
            <a:normAutofit/>
          </a:bodyPr>
          <a:lstStyle/>
          <a:p>
            <a:pPr algn="ctr" rtl="1">
              <a:spcBef>
                <a:spcPts val="0"/>
              </a:spcBef>
            </a:pPr>
            <a:r>
              <a:rPr lang="ar-SA" sz="3600" dirty="0">
                <a:solidFill>
                  <a:srgbClr val="FFFFFF"/>
                </a:solidFill>
                <a:latin typeface="Bahij TheSansArabic Bold"/>
                <a:cs typeface="Bahij TheSansArabic Bold"/>
              </a:rPr>
              <a:t>حوافز الموظفين</a:t>
            </a:r>
          </a:p>
          <a:p>
            <a:pPr algn="ctr" rtl="1">
              <a:spcBef>
                <a:spcPts val="0"/>
              </a:spcBef>
            </a:pPr>
            <a:r>
              <a:rPr lang="ar-SA" sz="10000" dirty="0">
                <a:solidFill>
                  <a:srgbClr val="FFFFFF"/>
                </a:solidFill>
                <a:latin typeface="Bahij TheSansArabic Bold"/>
                <a:cs typeface="Bahij TheSansArabic Bold"/>
              </a:rPr>
              <a:t>34.1</a:t>
            </a:r>
          </a:p>
          <a:p>
            <a:pPr algn="ctr" rtl="1">
              <a:spcBef>
                <a:spcPts val="0"/>
              </a:spcBef>
            </a:pPr>
            <a:r>
              <a:rPr lang="ar-SA" sz="2200" dirty="0">
                <a:solidFill>
                  <a:srgbClr val="E2F0D9"/>
                </a:solidFill>
                <a:latin typeface="Bahij TheSansArabic Plain"/>
                <a:cs typeface="Bahij TheSansArabic Plain"/>
              </a:rPr>
              <a:t>مليون ريال</a:t>
            </a:r>
          </a:p>
        </p:txBody>
      </p:sp>
      <p:sp>
        <p:nvSpPr>
          <p:cNvPr id="1015" name="Inc 1015"/>
          <p:cNvSpPr/>
          <p:nvPr/>
        </p:nvSpPr>
        <p:spPr>
          <a:xfrm>
            <a:off x="22770000" y="10200000"/>
            <a:ext cx="850000" cy="850000"/>
          </a:xfrm>
          <a:prstGeom prst="ellipse">
            <a:avLst/>
          </a:prstGeom>
          <a:solidFill>
            <a:srgbClr val="FFFFFF"/>
          </a:solidFill>
          <a:ln>
            <a:noFill/>
          </a:ln>
        </p:spPr>
        <p:txBody>
          <a:bodyPr wrap="square" lIns="91440" rIns="91440" tIns="45720" bIns="45720" rtlCol="1" anchor="ctr">
            <a:normAutofit/>
          </a:bodyPr>
          <a:lstStyle/>
          <a:p>
            <a:pPr algn="ctr" rtl="1">
              <a:spcBef>
                <a:spcPts val="0"/>
              </a:spcBef>
            </a:pPr>
            <a:r>
              <a:rPr lang="ar-SA" sz="3200" dirty="0">
                <a:solidFill>
                  <a:srgbClr val="01686A"/>
                </a:solidFill>
                <a:latin typeface="Bahij TheSansArabic Bold"/>
                <a:cs typeface="Bahij TheSansArabic Bold"/>
              </a:rPr>
              <a:t>3</a:t>
            </a:r>
          </a:p>
        </p:txBody>
      </p:sp>
      <p:sp>
        <p:nvSpPr>
          <p:cNvPr id="1016" name="Inc 1016"/>
          <p:cNvSpPr/>
          <p:nvPr/>
        </p:nvSpPr>
        <p:spPr>
          <a:xfrm>
            <a:off x="14200000" y="10200000"/>
            <a:ext cx="8450000" cy="850000"/>
          </a:xfrm>
          <a:prstGeom prst="roundRect">
            <a:avLst>
              <a:gd name="adj" fmla="val 8000"/>
            </a:avLst>
          </a:prstGeom>
          <a:noFill/>
          <a:ln>
            <a:noFill/>
          </a:ln>
        </p:spPr>
        <p:txBody>
          <a:bodyPr wrap="square" lIns="91440" rIns="91440" tIns="45720" bIns="45720" rtlCol="1" anchor="ctr">
            <a:normAutofit/>
          </a:bodyPr>
          <a:lstStyle/>
          <a:p>
            <a:pPr algn="r" rtl="1">
              <a:spcBef>
                <a:spcPts val="0"/>
              </a:spcBef>
            </a:pPr>
            <a:r>
              <a:rPr lang="ar-SA" sz="2200" dirty="0">
                <a:solidFill>
                  <a:srgbClr val="FFFFFF"/>
                </a:solidFill>
                <a:latin typeface="Bahij TheSansArabic Bold"/>
                <a:cs typeface="Bahij TheSansArabic Bold"/>
              </a:rPr>
              <a:t>حوافز الموظفين: 40% من إجمالي الحوافز</a:t>
            </a:r>
          </a:p>
        </p:txBody>
      </p:sp>
    </p:spTree>
    <p:extLst>
      <p:ext uri="{BB962C8B-B14F-4D97-AF65-F5344CB8AC3E}">
        <p14:creationId xmlns:p14="http://schemas.microsoft.com/office/powerpoint/2010/main" val="29646142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8DBA1-EB05-F5A5-81C7-676B509E2F15}"/>
            </a:ext>
          </a:extLst>
        </p:cNvPr>
        <p:cNvGrpSpPr/>
        <p:nvPr/>
      </p:nvGrpSpPr>
      <p:grpSpPr>
        <a:xfrm>
          <a:off x="0" y="0"/>
          <a:ext cx="0" cy="0"/>
          <a:chOff x="0" y="0"/>
          <a:chExt cx="0" cy="0"/>
        </a:xfrm>
      </p:grpSpPr>
      <p:sp>
        <p:nvSpPr>
          <p:cNvPr id="28" name="Rectangle 27">
            <a:extLst>
              <a:ext uri="{FF2B5EF4-FFF2-40B4-BE49-F238E27FC236}">
                <a16:creationId xmlns:a16="http://schemas.microsoft.com/office/drawing/2014/main" id="{721FCA79-B689-3E5C-ED9B-34B1063C05B4}"/>
              </a:ext>
            </a:extLst>
          </p:cNvPr>
          <p:cNvSpPr/>
          <p:nvPr/>
        </p:nvSpPr>
        <p:spPr>
          <a:xfrm>
            <a:off x="115617" y="2279209"/>
            <a:ext cx="24020043" cy="10406156"/>
          </a:xfrm>
          <a:prstGeom prst="rect">
            <a:avLst/>
          </a:prstGeom>
          <a:solidFill>
            <a:srgbClr val="F5F5F5"/>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B1AA1666-FA68-0FBD-24A5-DBD7AE6470F6}"/>
              </a:ext>
            </a:extLst>
          </p:cNvPr>
          <p:cNvGrpSpPr/>
          <p:nvPr/>
        </p:nvGrpSpPr>
        <p:grpSpPr>
          <a:xfrm>
            <a:off x="6688186" y="263023"/>
            <a:ext cx="17695824" cy="799889"/>
            <a:chOff x="6897658" y="1223860"/>
            <a:chExt cx="5473691" cy="430888"/>
          </a:xfrm>
        </p:grpSpPr>
        <p:grpSp>
          <p:nvGrpSpPr>
            <p:cNvPr id="13" name="Group 12">
              <a:extLst>
                <a:ext uri="{FF2B5EF4-FFF2-40B4-BE49-F238E27FC236}">
                  <a16:creationId xmlns:a16="http://schemas.microsoft.com/office/drawing/2014/main" id="{B077B9B0-E000-558F-4C96-FDDA0EC5B271}"/>
                </a:ext>
              </a:extLst>
            </p:cNvPr>
            <p:cNvGrpSpPr/>
            <p:nvPr/>
          </p:nvGrpSpPr>
          <p:grpSpPr>
            <a:xfrm>
              <a:off x="6897658" y="1223860"/>
              <a:ext cx="5473691" cy="430888"/>
              <a:chOff x="1533984" y="1062731"/>
              <a:chExt cx="10852794" cy="854330"/>
            </a:xfrm>
          </p:grpSpPr>
          <p:sp>
            <p:nvSpPr>
              <p:cNvPr id="14" name="Freeform 13">
                <a:extLst>
                  <a:ext uri="{FF2B5EF4-FFF2-40B4-BE49-F238E27FC236}">
                    <a16:creationId xmlns:a16="http://schemas.microsoft.com/office/drawing/2014/main" id="{43AEBF43-D85C-E14A-311F-917168516D90}"/>
                  </a:ext>
                </a:extLst>
              </p:cNvPr>
              <p:cNvSpPr/>
              <p:nvPr/>
            </p:nvSpPr>
            <p:spPr>
              <a:xfrm>
                <a:off x="4893052" y="1072296"/>
                <a:ext cx="7493726" cy="844765"/>
              </a:xfrm>
              <a:custGeom>
                <a:avLst/>
                <a:gdLst>
                  <a:gd name="connsiteX0" fmla="*/ 7493726 w 7493726"/>
                  <a:gd name="connsiteY0" fmla="*/ 0 h 844765"/>
                  <a:gd name="connsiteX1" fmla="*/ 7493726 w 7493726"/>
                  <a:gd name="connsiteY1" fmla="*/ 844765 h 844765"/>
                  <a:gd name="connsiteX2" fmla="*/ 0 w 7493726"/>
                  <a:gd name="connsiteY2" fmla="*/ 836298 h 844765"/>
                  <a:gd name="connsiteX3" fmla="*/ 508000 w 7493726"/>
                  <a:gd name="connsiteY3" fmla="*/ 16933 h 844765"/>
                  <a:gd name="connsiteX4" fmla="*/ 7493726 w 7493726"/>
                  <a:gd name="connsiteY4" fmla="*/ 0 h 844765"/>
                  <a:gd name="connsiteX5" fmla="*/ 690975 w 7493726"/>
                  <a:gd name="connsiteY5" fmla="*/ 105483 h 844765"/>
                  <a:gd name="connsiteX6" fmla="*/ 563975 w 7493726"/>
                  <a:gd name="connsiteY6" fmla="*/ 319779 h 844765"/>
                  <a:gd name="connsiteX7" fmla="*/ 817975 w 7493726"/>
                  <a:gd name="connsiteY7" fmla="*/ 319779 h 844765"/>
                  <a:gd name="connsiteX8" fmla="*/ 690975 w 7493726"/>
                  <a:gd name="connsiteY8" fmla="*/ 105483 h 844765"/>
                  <a:gd name="connsiteX9" fmla="*/ 256198 w 7493726"/>
                  <a:gd name="connsiteY9" fmla="*/ 515369 h 844765"/>
                  <a:gd name="connsiteX10" fmla="*/ 383198 w 7493726"/>
                  <a:gd name="connsiteY10" fmla="*/ 729665 h 844765"/>
                  <a:gd name="connsiteX11" fmla="*/ 510198 w 7493726"/>
                  <a:gd name="connsiteY11" fmla="*/ 515369 h 844765"/>
                  <a:gd name="connsiteX12" fmla="*/ 256198 w 7493726"/>
                  <a:gd name="connsiteY12" fmla="*/ 515369 h 844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493726" h="844765">
                    <a:moveTo>
                      <a:pt x="7493726" y="0"/>
                    </a:moveTo>
                    <a:lnTo>
                      <a:pt x="7493726" y="844765"/>
                    </a:lnTo>
                    <a:lnTo>
                      <a:pt x="0" y="836298"/>
                    </a:lnTo>
                    <a:lnTo>
                      <a:pt x="508000" y="16933"/>
                    </a:lnTo>
                    <a:lnTo>
                      <a:pt x="7493726" y="0"/>
                    </a:lnTo>
                    <a:close/>
                    <a:moveTo>
                      <a:pt x="690975" y="105483"/>
                    </a:moveTo>
                    <a:lnTo>
                      <a:pt x="563975" y="319779"/>
                    </a:lnTo>
                    <a:lnTo>
                      <a:pt x="817975" y="319779"/>
                    </a:lnTo>
                    <a:lnTo>
                      <a:pt x="690975" y="105483"/>
                    </a:lnTo>
                    <a:close/>
                    <a:moveTo>
                      <a:pt x="256198" y="515369"/>
                    </a:moveTo>
                    <a:lnTo>
                      <a:pt x="383198" y="729665"/>
                    </a:lnTo>
                    <a:lnTo>
                      <a:pt x="510198" y="515369"/>
                    </a:lnTo>
                    <a:lnTo>
                      <a:pt x="256198" y="515369"/>
                    </a:lnTo>
                    <a:close/>
                  </a:path>
                </a:pathLst>
              </a:cu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LB" sz="3608"/>
              </a:p>
            </p:txBody>
          </p:sp>
          <p:sp>
            <p:nvSpPr>
              <p:cNvPr id="15" name="Triangle 14">
                <a:extLst>
                  <a:ext uri="{FF2B5EF4-FFF2-40B4-BE49-F238E27FC236}">
                    <a16:creationId xmlns:a16="http://schemas.microsoft.com/office/drawing/2014/main" id="{971A2D07-8145-90A5-B6CC-2651DCC71C78}"/>
                  </a:ext>
                </a:extLst>
              </p:cNvPr>
              <p:cNvSpPr/>
              <p:nvPr/>
            </p:nvSpPr>
            <p:spPr>
              <a:xfrm>
                <a:off x="47034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6" name="Triangle 15">
                <a:extLst>
                  <a:ext uri="{FF2B5EF4-FFF2-40B4-BE49-F238E27FC236}">
                    <a16:creationId xmlns:a16="http://schemas.microsoft.com/office/drawing/2014/main" id="{A3A0A86C-7A03-6BE9-10B4-6C131016B2A1}"/>
                  </a:ext>
                </a:extLst>
              </p:cNvPr>
              <p:cNvSpPr/>
              <p:nvPr/>
            </p:nvSpPr>
            <p:spPr>
              <a:xfrm>
                <a:off x="35350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7" name="Triangle 16">
                <a:extLst>
                  <a:ext uri="{FF2B5EF4-FFF2-40B4-BE49-F238E27FC236}">
                    <a16:creationId xmlns:a16="http://schemas.microsoft.com/office/drawing/2014/main" id="{60505BCC-68E6-C3E2-1E15-4B0D96BCFC05}"/>
                  </a:ext>
                </a:extLst>
              </p:cNvPr>
              <p:cNvSpPr/>
              <p:nvPr/>
            </p:nvSpPr>
            <p:spPr>
              <a:xfrm>
                <a:off x="2375160"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8" name="Triangle 17">
                <a:extLst>
                  <a:ext uri="{FF2B5EF4-FFF2-40B4-BE49-F238E27FC236}">
                    <a16:creationId xmlns:a16="http://schemas.microsoft.com/office/drawing/2014/main" id="{5F9BEA0D-604B-CEF5-3C7B-DBBB37AD871C}"/>
                  </a:ext>
                </a:extLst>
              </p:cNvPr>
              <p:cNvSpPr/>
              <p:nvPr/>
            </p:nvSpPr>
            <p:spPr>
              <a:xfrm rot="10800000">
                <a:off x="44041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9" name="Triangle 18">
                <a:extLst>
                  <a:ext uri="{FF2B5EF4-FFF2-40B4-BE49-F238E27FC236}">
                    <a16:creationId xmlns:a16="http://schemas.microsoft.com/office/drawing/2014/main" id="{5EA82A37-70C7-5527-5353-42652B1479D9}"/>
                  </a:ext>
                </a:extLst>
              </p:cNvPr>
              <p:cNvSpPr/>
              <p:nvPr/>
            </p:nvSpPr>
            <p:spPr>
              <a:xfrm rot="10800000">
                <a:off x="2660051"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0" name="Triangle 19">
                <a:extLst>
                  <a:ext uri="{FF2B5EF4-FFF2-40B4-BE49-F238E27FC236}">
                    <a16:creationId xmlns:a16="http://schemas.microsoft.com/office/drawing/2014/main" id="{F97C3E02-72F4-6D04-133C-A0DFEDBD3441}"/>
                  </a:ext>
                </a:extLst>
              </p:cNvPr>
              <p:cNvSpPr/>
              <p:nvPr/>
            </p:nvSpPr>
            <p:spPr>
              <a:xfrm rot="10800000">
                <a:off x="15339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1" name="Triangle 20">
                <a:extLst>
                  <a:ext uri="{FF2B5EF4-FFF2-40B4-BE49-F238E27FC236}">
                    <a16:creationId xmlns:a16="http://schemas.microsoft.com/office/drawing/2014/main" id="{6682F398-CA34-8C50-5EB0-7A89436F0811}"/>
                  </a:ext>
                </a:extLst>
              </p:cNvPr>
              <p:cNvSpPr/>
              <p:nvPr/>
            </p:nvSpPr>
            <p:spPr>
              <a:xfrm>
                <a:off x="2900093"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2" name="Triangle 21">
                <a:extLst>
                  <a:ext uri="{FF2B5EF4-FFF2-40B4-BE49-F238E27FC236}">
                    <a16:creationId xmlns:a16="http://schemas.microsoft.com/office/drawing/2014/main" id="{724B218E-B970-C895-FE75-CB461BB5BD59}"/>
                  </a:ext>
                </a:extLst>
              </p:cNvPr>
              <p:cNvSpPr/>
              <p:nvPr/>
            </p:nvSpPr>
            <p:spPr>
              <a:xfrm>
                <a:off x="4127759"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3" name="Triangle 22">
                <a:extLst>
                  <a:ext uri="{FF2B5EF4-FFF2-40B4-BE49-F238E27FC236}">
                    <a16:creationId xmlns:a16="http://schemas.microsoft.com/office/drawing/2014/main" id="{53D5A865-70C6-51F1-FB5E-CE3D00F567AB}"/>
                  </a:ext>
                </a:extLst>
              </p:cNvPr>
              <p:cNvSpPr/>
              <p:nvPr/>
            </p:nvSpPr>
            <p:spPr>
              <a:xfrm rot="10800000">
                <a:off x="44041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4" name="Triangle 23">
                <a:extLst>
                  <a:ext uri="{FF2B5EF4-FFF2-40B4-BE49-F238E27FC236}">
                    <a16:creationId xmlns:a16="http://schemas.microsoft.com/office/drawing/2014/main" id="{B5B815C1-5E26-6603-DED0-9459C7E19A83}"/>
                  </a:ext>
                </a:extLst>
              </p:cNvPr>
              <p:cNvSpPr/>
              <p:nvPr/>
            </p:nvSpPr>
            <p:spPr>
              <a:xfrm rot="10800000">
                <a:off x="49883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grpSp>
        <p:sp>
          <p:nvSpPr>
            <p:cNvPr id="3" name="TextBox 2">
              <a:extLst>
                <a:ext uri="{FF2B5EF4-FFF2-40B4-BE49-F238E27FC236}">
                  <a16:creationId xmlns:a16="http://schemas.microsoft.com/office/drawing/2014/main" id="{D390DDCD-CC36-5797-C43D-3229F88E660A}"/>
                </a:ext>
              </a:extLst>
            </p:cNvPr>
            <p:cNvSpPr txBox="1"/>
            <p:nvPr/>
          </p:nvSpPr>
          <p:spPr>
            <a:xfrm>
              <a:off x="9033163" y="1296547"/>
              <a:ext cx="3250365" cy="281851"/>
            </a:xfrm>
            <a:prstGeom prst="rect">
              <a:avLst/>
            </a:prstGeom>
            <a:noFill/>
          </p:spPr>
          <p:txBody>
            <a:bodyPr wrap="square">
              <a:spAutoFit/>
            </a:bodyPr>
            <a:lstStyle/>
            <a:p>
              <a:pPr algn="justLow" defTabSz="916000" rtl="1">
                <a:buClr>
                  <a:prstClr val="white"/>
                </a:buClr>
                <a:buSzPts val="3600"/>
              </a:pPr>
              <a:r>
                <a:rPr lang="ar-SA" sz="2800" kern="1200">
                  <a:solidFill>
                    <a:schemeClr val="bg1"/>
                  </a:solidFill>
                  <a:latin typeface="Bahij TheSansArabic ExtraBold" panose="02040503050201020203" pitchFamily="18" charset="-78"/>
                  <a:ea typeface="Cairo"/>
                  <a:cs typeface="Bahij TheSansArabic ExtraBold" panose="02040503050201020203" pitchFamily="18" charset="-78"/>
                  <a:sym typeface="Cairo"/>
                </a:rPr>
                <a:t>السيناريو الثاني — حوافز الموظفين</a:t>
              </a:r>
            </a:p>
          </p:txBody>
        </p:sp>
      </p:grpSp>
      <p:sp>
        <p:nvSpPr>
          <p:cNvPr id="261" name="Rectangle: Rounded Corners 260">
            <a:extLst>
              <a:ext uri="{FF2B5EF4-FFF2-40B4-BE49-F238E27FC236}">
                <a16:creationId xmlns:a16="http://schemas.microsoft.com/office/drawing/2014/main" id="{DAD97482-DCB9-B82E-756E-F2042308EA9D}"/>
              </a:ext>
            </a:extLst>
          </p:cNvPr>
          <p:cNvSpPr/>
          <p:nvPr/>
        </p:nvSpPr>
        <p:spPr>
          <a:xfrm>
            <a:off x="115617" y="1488435"/>
            <a:ext cx="24020043" cy="815152"/>
          </a:xfrm>
          <a:prstGeom prst="roundRect">
            <a:avLst>
              <a:gd name="adj" fmla="val 6592"/>
            </a:avLst>
          </a:prstGeom>
          <a:solidFill>
            <a:schemeClr val="bg1">
              <a:lumMod val="95000"/>
            </a:schemeClr>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TextBox 261">
            <a:extLst>
              <a:ext uri="{FF2B5EF4-FFF2-40B4-BE49-F238E27FC236}">
                <a16:creationId xmlns:a16="http://schemas.microsoft.com/office/drawing/2014/main" id="{16500E24-021A-35C8-66DF-5AA0FD806ECC}"/>
              </a:ext>
            </a:extLst>
          </p:cNvPr>
          <p:cNvSpPr txBox="1"/>
          <p:nvPr/>
        </p:nvSpPr>
        <p:spPr>
          <a:xfrm>
            <a:off x="13682652" y="1628448"/>
            <a:ext cx="9192723" cy="523220"/>
          </a:xfrm>
          <a:prstGeom prst="rect">
            <a:avLst/>
          </a:prstGeom>
          <a:noFill/>
        </p:spPr>
        <p:txBody>
          <a:bodyPr wrap="square" rtlCol="0">
            <a:spAutoFit/>
          </a:bodyPr>
          <a:lstStyle/>
          <a:p>
            <a:pPr algn="r"/>
            <a:r>
              <a:rPr lang="ar-SA" sz="2800">
                <a:solidFill>
                  <a:srgbClr val="106946"/>
                </a:solidFill>
                <a:latin typeface="Bahij TheSansArabic Bold" panose="02040503050201020203" charset="-78"/>
                <a:cs typeface="Bahij TheSansArabic Bold" panose="02040503050201020203" charset="-78"/>
              </a:rPr>
              <a:t>حوافز تحقيق الإيرادات وفق شروط الزيادة عن المقدّر</a:t>
            </a:r>
            <a:endParaRPr lang="en-US" sz="2800">
              <a:solidFill>
                <a:srgbClr val="106946"/>
              </a:solidFill>
              <a:latin typeface="Bahij TheSansArabic Bold" panose="02040503050201020203" charset="-78"/>
              <a:cs typeface="Bahij TheSansArabic Bold" panose="02040503050201020203" charset="-78"/>
            </a:endParaRPr>
          </a:p>
        </p:txBody>
      </p:sp>
      <p:sp>
        <p:nvSpPr>
          <p:cNvPr id="263" name="Rectangle 262">
            <a:extLst>
              <a:ext uri="{FF2B5EF4-FFF2-40B4-BE49-F238E27FC236}">
                <a16:creationId xmlns:a16="http://schemas.microsoft.com/office/drawing/2014/main" id="{3B200D8B-A145-970E-19BB-80D4C3F87E17}"/>
              </a:ext>
            </a:extLst>
          </p:cNvPr>
          <p:cNvSpPr/>
          <p:nvPr/>
        </p:nvSpPr>
        <p:spPr>
          <a:xfrm>
            <a:off x="22963694" y="1482075"/>
            <a:ext cx="1171966" cy="846429"/>
          </a:xfrm>
          <a:prstGeom prst="rect">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4" name="Graphic 263" descr="Upward trend with solid fill">
            <a:extLst>
              <a:ext uri="{FF2B5EF4-FFF2-40B4-BE49-F238E27FC236}">
                <a16:creationId xmlns:a16="http://schemas.microsoft.com/office/drawing/2014/main" id="{96CA829E-BCA4-2340-484B-01D0B7EA25F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145423" y="1521744"/>
            <a:ext cx="757465" cy="757465"/>
          </a:xfrm>
          <a:prstGeom prst="rect">
            <a:avLst/>
          </a:prstGeom>
        </p:spPr>
      </p:pic>
      <p:sp>
        <p:nvSpPr>
          <p:cNvPr id="1017" name="Inc 1017"/>
          <p:cNvSpPr/>
          <p:nvPr/>
        </p:nvSpPr>
        <p:spPr>
          <a:xfrm>
            <a:off x="17850000" y="2620000"/>
            <a:ext cx="5950000" cy="2900000"/>
          </a:xfrm>
          <a:prstGeom prst="roundRect">
            <a:avLst>
              <a:gd name="adj" fmla="val 8000"/>
            </a:avLst>
          </a:prstGeom>
          <a:solidFill>
            <a:srgbClr val="FFFFFF"/>
          </a:solidFill>
          <a:ln w="19050">
            <a:solidFill>
              <a:srgbClr val="D9D9D9"/>
            </a:solidFill>
          </a:ln>
          <a:effectLst>
            <a:outerShdw blurRad="190500" dist="38100" dir="5400000" algn="t" rotWithShape="0">
              <a:srgbClr val="000000">
                <a:alpha val="18000"/>
              </a:srgbClr>
            </a:outerShdw>
          </a:effectLst>
        </p:spPr>
        <p:txBody>
          <a:bodyPr wrap="square" lIns="91440" rIns="91440" tIns="45720" bIns="45720" rtlCol="1" anchor="ctr">
            <a:normAutofit/>
          </a:bodyPr>
          <a:lstStyle/>
          <a:p>
            <a:pPr algn="ctr" rtl="1">
              <a:spcBef>
                <a:spcPts val="0"/>
              </a:spcBef>
            </a:pPr>
            <a:r>
              <a:rPr lang="ar-SA" sz="2600" dirty="0">
                <a:solidFill>
                  <a:srgbClr val="595959"/>
                </a:solidFill>
                <a:latin typeface="Bahij TheSansArabic Bold"/>
                <a:cs typeface="Bahij TheSansArabic Bold"/>
              </a:rPr>
              <a:t>إجمالي الإيرادات المقدّرة</a:t>
            </a:r>
          </a:p>
          <a:p>
            <a:pPr algn="ctr" rtl="1">
              <a:spcBef>
                <a:spcPts val="1200"/>
              </a:spcBef>
            </a:pPr>
            <a:r>
              <a:rPr lang="ar-SA" sz="6000" dirty="0">
                <a:solidFill>
                  <a:srgbClr val="01686A"/>
                </a:solidFill>
                <a:latin typeface="Bahij TheSansArabic Bold"/>
                <a:cs typeface="Bahij TheSansArabic Bold"/>
              </a:rPr>
              <a:t>2,839.3</a:t>
            </a:r>
          </a:p>
          <a:p>
            <a:pPr algn="ctr" rtl="1">
              <a:spcBef>
                <a:spcPts val="0"/>
              </a:spcBef>
            </a:pPr>
            <a:r>
              <a:rPr lang="ar-SA" sz="2000" dirty="0">
                <a:solidFill>
                  <a:srgbClr val="595959"/>
                </a:solidFill>
                <a:latin typeface="Bahij TheSansArabic Plain"/>
                <a:cs typeface="Bahij TheSansArabic Plain"/>
              </a:rPr>
              <a:t>مليون ريال</a:t>
            </a:r>
          </a:p>
        </p:txBody>
      </p:sp>
      <p:sp>
        <p:nvSpPr>
          <p:cNvPr id="1018" name="Inc 1018"/>
          <p:cNvSpPr/>
          <p:nvPr/>
        </p:nvSpPr>
        <p:spPr>
          <a:xfrm>
            <a:off x="11650000" y="2620000"/>
            <a:ext cx="5950000" cy="2900000"/>
          </a:xfrm>
          <a:prstGeom prst="roundRect">
            <a:avLst>
              <a:gd name="adj" fmla="val 8000"/>
            </a:avLst>
          </a:prstGeom>
          <a:solidFill>
            <a:srgbClr val="FFFFFF"/>
          </a:solidFill>
          <a:ln w="19050">
            <a:solidFill>
              <a:srgbClr val="D9D9D9"/>
            </a:solidFill>
          </a:ln>
          <a:effectLst>
            <a:outerShdw blurRad="190500" dist="38100" dir="5400000" algn="t" rotWithShape="0">
              <a:srgbClr val="000000">
                <a:alpha val="18000"/>
              </a:srgbClr>
            </a:outerShdw>
          </a:effectLst>
        </p:spPr>
        <p:txBody>
          <a:bodyPr wrap="square" lIns="91440" rIns="91440" tIns="45720" bIns="45720" rtlCol="1" anchor="ctr">
            <a:normAutofit/>
          </a:bodyPr>
          <a:lstStyle/>
          <a:p>
            <a:pPr algn="ctr" rtl="1">
              <a:spcBef>
                <a:spcPts val="0"/>
              </a:spcBef>
            </a:pPr>
            <a:r>
              <a:rPr lang="ar-SA" sz="2600" dirty="0">
                <a:solidFill>
                  <a:srgbClr val="595959"/>
                </a:solidFill>
                <a:latin typeface="Bahij TheSansArabic Bold"/>
                <a:cs typeface="Bahij TheSansArabic Bold"/>
              </a:rPr>
              <a:t>إجمالي الإيرادات المحصّلة</a:t>
            </a:r>
          </a:p>
          <a:p>
            <a:pPr algn="ctr" rtl="1">
              <a:spcBef>
                <a:spcPts val="1200"/>
              </a:spcBef>
            </a:pPr>
            <a:r>
              <a:rPr lang="ar-SA" sz="6000" dirty="0">
                <a:solidFill>
                  <a:srgbClr val="01686A"/>
                </a:solidFill>
                <a:latin typeface="Bahij TheSansArabic Bold"/>
                <a:cs typeface="Bahij TheSansArabic Bold"/>
              </a:rPr>
              <a:t>2,824.7</a:t>
            </a:r>
          </a:p>
          <a:p>
            <a:pPr algn="ctr" rtl="1">
              <a:spcBef>
                <a:spcPts val="0"/>
              </a:spcBef>
            </a:pPr>
            <a:r>
              <a:rPr lang="ar-SA" sz="2000" dirty="0">
                <a:solidFill>
                  <a:srgbClr val="595959"/>
                </a:solidFill>
                <a:latin typeface="Bahij TheSansArabic Plain"/>
                <a:cs typeface="Bahij TheSansArabic Plain"/>
              </a:rPr>
              <a:t>مليون ريال</a:t>
            </a:r>
          </a:p>
        </p:txBody>
      </p:sp>
      <p:sp>
        <p:nvSpPr>
          <p:cNvPr id="1019" name="Inc 1019"/>
          <p:cNvSpPr/>
          <p:nvPr/>
        </p:nvSpPr>
        <p:spPr>
          <a:xfrm>
            <a:off x="580000" y="2500000"/>
            <a:ext cx="10820000" cy="3140000"/>
          </a:xfrm>
          <a:prstGeom prst="roundRect">
            <a:avLst>
              <a:gd name="adj" fmla="val 8000"/>
            </a:avLst>
          </a:prstGeom>
          <a:solidFill>
            <a:srgbClr val="C00000"/>
          </a:solidFill>
          <a:ln>
            <a:noFill/>
          </a:ln>
          <a:effectLst>
            <a:outerShdw blurRad="190500" dist="38100" dir="5400000" algn="t" rotWithShape="0">
              <a:srgbClr val="000000">
                <a:alpha val="18000"/>
              </a:srgbClr>
            </a:outerShdw>
          </a:effectLst>
        </p:spPr>
        <p:txBody>
          <a:bodyPr wrap="square" lIns="91440" rIns="91440" tIns="45720" bIns="45720" rtlCol="1" anchor="ctr">
            <a:normAutofit/>
          </a:bodyPr>
          <a:lstStyle/>
          <a:p>
            <a:pPr algn="ctr" rtl="1">
              <a:spcBef>
                <a:spcPts val="0"/>
              </a:spcBef>
            </a:pPr>
            <a:r>
              <a:rPr lang="ar-SA" sz="3200" dirty="0">
                <a:solidFill>
                  <a:srgbClr val="FFFFFF"/>
                </a:solidFill>
                <a:latin typeface="Bahij TheSansArabic Bold"/>
                <a:cs typeface="Bahij TheSansArabic Bold"/>
              </a:rPr>
              <a:t>فائض الإيرادات</a:t>
            </a:r>
          </a:p>
          <a:p>
            <a:pPr algn="ctr" rtl="1">
              <a:spcBef>
                <a:spcPts val="600"/>
              </a:spcBef>
            </a:pPr>
            <a:r>
              <a:rPr lang="ar-SA" sz="8000" dirty="0">
                <a:solidFill>
                  <a:srgbClr val="FFFFFF"/>
                </a:solidFill>
                <a:latin typeface="Bahij TheSansArabic Bold"/>
                <a:cs typeface="Bahij TheSansArabic Bold"/>
              </a:rPr>
              <a:t>لا يوجد فائض</a:t>
            </a:r>
          </a:p>
          <a:p>
            <a:pPr algn="ctr" rtl="1">
              <a:spcBef>
                <a:spcPts val="0"/>
              </a:spcBef>
            </a:pPr>
            <a:r>
              <a:rPr lang="ar-SA" sz="2200" dirty="0">
                <a:solidFill>
                  <a:srgbClr val="F8CBAD"/>
                </a:solidFill>
                <a:latin typeface="Bahij TheSansArabic Plain"/>
                <a:cs typeface="Bahij TheSansArabic Plain"/>
              </a:rPr>
              <a:t>المحصّل أقل من المقدّر بـ 14.6 مليون ريال</a:t>
            </a:r>
          </a:p>
        </p:txBody>
      </p:sp>
      <p:sp>
        <p:nvSpPr>
          <p:cNvPr id="1020" name="Inc 1020"/>
          <p:cNvSpPr/>
          <p:nvPr/>
        </p:nvSpPr>
        <p:spPr>
          <a:xfrm>
            <a:off x="580000" y="5470000"/>
            <a:ext cx="23220000" cy="420000"/>
          </a:xfrm>
          <a:prstGeom prst="roundRect">
            <a:avLst>
              <a:gd name="adj" fmla="val 8000"/>
            </a:avLst>
          </a:prstGeom>
          <a:noFill/>
          <a:ln>
            <a:noFill/>
          </a:ln>
        </p:spPr>
        <p:txBody>
          <a:bodyPr wrap="square" lIns="91440" rIns="91440" tIns="45720" bIns="45720" rtlCol="1" anchor="ctr">
            <a:normAutofit/>
          </a:bodyPr>
          <a:lstStyle/>
          <a:p>
            <a:pPr algn="r" rtl="1">
              <a:spcBef>
                <a:spcPts val="0"/>
              </a:spcBef>
            </a:pPr>
            <a:r>
              <a:rPr lang="ar-SA" sz="2600" dirty="0">
                <a:solidFill>
                  <a:srgbClr val="01686A"/>
                </a:solidFill>
                <a:latin typeface="Bahij TheSansArabic Bold"/>
                <a:cs typeface="Bahij TheSansArabic Bold"/>
              </a:rPr>
              <a:t>شروط احتساب الحوافز</a:t>
            </a:r>
          </a:p>
        </p:txBody>
      </p:sp>
      <p:sp>
        <p:nvSpPr>
          <p:cNvPr id="1021" name="Inc 1021"/>
          <p:cNvSpPr/>
          <p:nvPr/>
        </p:nvSpPr>
        <p:spPr>
          <a:xfrm>
            <a:off x="12900000" y="5950000"/>
            <a:ext cx="10900000" cy="3500000"/>
          </a:xfrm>
          <a:prstGeom prst="roundRect">
            <a:avLst>
              <a:gd name="adj" fmla="val 8000"/>
            </a:avLst>
          </a:prstGeom>
          <a:solidFill>
            <a:srgbClr val="FFFFFF"/>
          </a:solidFill>
          <a:ln w="25400">
            <a:solidFill>
              <a:srgbClr val="01686A"/>
            </a:solidFill>
          </a:ln>
          <a:effectLst>
            <a:outerShdw blurRad="190500" dist="38100" dir="5400000" algn="t" rotWithShape="0">
              <a:srgbClr val="000000">
                <a:alpha val="18000"/>
              </a:srgbClr>
            </a:outerShdw>
          </a:effectLst>
        </p:spPr>
        <p:txBody>
          <a:bodyPr wrap="square" lIns="91440" rIns="91440" tIns="45720" bIns="45720" rtlCol="1" anchor="ctr">
            <a:normAutofit/>
          </a:bodyPr>
          <a:lstStyle/>
          <a:p>
            <a:endParaRPr lang="ar-SA"/>
          </a:p>
        </p:txBody>
      </p:sp>
      <p:sp>
        <p:nvSpPr>
          <p:cNvPr id="1022" name="Inc 1022"/>
          <p:cNvSpPr/>
          <p:nvPr/>
        </p:nvSpPr>
        <p:spPr>
          <a:xfrm>
            <a:off x="22650000" y="6200000"/>
            <a:ext cx="850000" cy="850000"/>
          </a:xfrm>
          <a:prstGeom prst="ellipse">
            <a:avLst/>
          </a:prstGeom>
          <a:solidFill>
            <a:srgbClr val="01686A"/>
          </a:solidFill>
          <a:ln>
            <a:noFill/>
          </a:ln>
        </p:spPr>
        <p:txBody>
          <a:bodyPr wrap="square" lIns="91440" rIns="91440" tIns="45720" bIns="45720" rtlCol="1" anchor="ctr">
            <a:normAutofit/>
          </a:bodyPr>
          <a:lstStyle/>
          <a:p>
            <a:pPr algn="ctr" rtl="1">
              <a:spcBef>
                <a:spcPts val="0"/>
              </a:spcBef>
            </a:pPr>
            <a:r>
              <a:rPr lang="ar-SA" sz="3200" dirty="0">
                <a:solidFill>
                  <a:srgbClr val="FFFFFF"/>
                </a:solidFill>
                <a:latin typeface="Bahij TheSansArabic Bold"/>
                <a:cs typeface="Bahij TheSansArabic Bold"/>
              </a:rPr>
              <a:t>1</a:t>
            </a:r>
          </a:p>
        </p:txBody>
      </p:sp>
      <p:sp>
        <p:nvSpPr>
          <p:cNvPr id="1023" name="Inc 1023"/>
          <p:cNvSpPr/>
          <p:nvPr/>
        </p:nvSpPr>
        <p:spPr>
          <a:xfrm>
            <a:off x="13150000" y="6130000"/>
            <a:ext cx="9400000" cy="1250000"/>
          </a:xfrm>
          <a:prstGeom prst="roundRect">
            <a:avLst>
              <a:gd name="adj" fmla="val 8000"/>
            </a:avLst>
          </a:prstGeom>
          <a:noFill/>
          <a:ln>
            <a:noFill/>
          </a:ln>
        </p:spPr>
        <p:txBody>
          <a:bodyPr wrap="square" lIns="91440" rIns="91440" tIns="45720" bIns="45720" rtlCol="1" anchor="ctr">
            <a:normAutofit/>
          </a:bodyPr>
          <a:lstStyle/>
          <a:p>
            <a:pPr algn="r" rtl="1">
              <a:spcBef>
                <a:spcPts val="0"/>
              </a:spcBef>
            </a:pPr>
            <a:r>
              <a:rPr lang="ar-SA" sz="2200" dirty="0">
                <a:solidFill>
                  <a:srgbClr val="262626"/>
                </a:solidFill>
                <a:latin typeface="Bahij TheSansArabic Bold"/>
                <a:cs typeface="Bahij TheSansArabic Bold"/>
              </a:rPr>
              <a:t>عند تحقيق أي زيادة عن الإيرادات المقدّرة يُخصَّص 12% من المقدّر</a:t>
            </a:r>
          </a:p>
        </p:txBody>
      </p:sp>
      <p:sp>
        <p:nvSpPr>
          <p:cNvPr id="1024" name="Inc 1024"/>
          <p:cNvSpPr/>
          <p:nvPr/>
        </p:nvSpPr>
        <p:spPr>
          <a:xfrm>
            <a:off x="13300000" y="7600000"/>
            <a:ext cx="10100000" cy="1600000"/>
          </a:xfrm>
          <a:prstGeom prst="roundRect">
            <a:avLst>
              <a:gd name="adj" fmla="val 12000"/>
            </a:avLst>
          </a:prstGeom>
          <a:solidFill>
            <a:srgbClr val="F2F8F8"/>
          </a:solidFill>
          <a:ln>
            <a:noFill/>
          </a:ln>
        </p:spPr>
        <p:txBody>
          <a:bodyPr wrap="square" lIns="91440" rIns="91440" tIns="45720" bIns="45720" rtlCol="1" anchor="ctr">
            <a:normAutofit/>
          </a:bodyPr>
          <a:lstStyle/>
          <a:p>
            <a:pPr algn="ctr" rtl="1">
              <a:spcBef>
                <a:spcPts val="0"/>
              </a:spcBef>
            </a:pPr>
            <a:r>
              <a:rPr lang="ar-SA" sz="6000" dirty="0">
                <a:solidFill>
                  <a:srgbClr val="595959"/>
                </a:solidFill>
                <a:latin typeface="Bahij TheSansArabic Bold"/>
                <a:cs typeface="Bahij TheSansArabic Bold"/>
              </a:rPr>
              <a:t>0</a:t>
            </a:r>
          </a:p>
          <a:p>
            <a:pPr algn="ctr" rtl="1">
              <a:spcBef>
                <a:spcPts val="0"/>
              </a:spcBef>
            </a:pPr>
            <a:r>
              <a:rPr lang="ar-SA" sz="2000" dirty="0">
                <a:solidFill>
                  <a:srgbClr val="595959"/>
                </a:solidFill>
                <a:latin typeface="Bahij TheSansArabic Plain"/>
                <a:cs typeface="Bahij TheSansArabic Plain"/>
              </a:rPr>
              <a:t>مليون ريال</a:t>
            </a:r>
          </a:p>
        </p:txBody>
      </p:sp>
      <p:sp>
        <p:nvSpPr>
          <p:cNvPr id="1025" name="Arrow 1025"/>
          <p:cNvSpPr/>
          <p:nvPr/>
        </p:nvSpPr>
        <p:spPr>
          <a:xfrm>
            <a:off x="11840000" y="7350000"/>
            <a:ext cx="880000" cy="700000"/>
          </a:xfrm>
          <a:prstGeom prst="leftArrow">
            <a:avLst/>
          </a:prstGeom>
          <a:solidFill>
            <a:srgbClr val="00B050"/>
          </a:solidFill>
          <a:ln>
            <a:noFill/>
          </a:ln>
        </p:spPr>
        <p:txBody>
          <a:bodyPr/>
          <a:lstStyle/>
          <a:p>
            <a:endParaRPr lang="ar-SA"/>
          </a:p>
        </p:txBody>
      </p:sp>
      <p:sp>
        <p:nvSpPr>
          <p:cNvPr id="1026" name="Inc 1026"/>
          <p:cNvSpPr/>
          <p:nvPr/>
        </p:nvSpPr>
        <p:spPr>
          <a:xfrm>
            <a:off x="580000" y="5950000"/>
            <a:ext cx="10900000" cy="3500000"/>
          </a:xfrm>
          <a:prstGeom prst="roundRect">
            <a:avLst>
              <a:gd name="adj" fmla="val 8000"/>
            </a:avLst>
          </a:prstGeom>
          <a:solidFill>
            <a:srgbClr val="FFFFFF"/>
          </a:solidFill>
          <a:ln w="25400">
            <a:solidFill>
              <a:srgbClr val="01686A"/>
            </a:solidFill>
          </a:ln>
          <a:effectLst>
            <a:outerShdw blurRad="190500" dist="38100" dir="5400000" algn="t" rotWithShape="0">
              <a:srgbClr val="000000">
                <a:alpha val="18000"/>
              </a:srgbClr>
            </a:outerShdw>
          </a:effectLst>
        </p:spPr>
        <p:txBody>
          <a:bodyPr wrap="square" lIns="91440" rIns="91440" tIns="45720" bIns="45720" rtlCol="1" anchor="ctr">
            <a:normAutofit/>
          </a:bodyPr>
          <a:lstStyle/>
          <a:p>
            <a:endParaRPr lang="ar-SA"/>
          </a:p>
        </p:txBody>
      </p:sp>
      <p:sp>
        <p:nvSpPr>
          <p:cNvPr id="1027" name="Inc 1027"/>
          <p:cNvSpPr/>
          <p:nvPr/>
        </p:nvSpPr>
        <p:spPr>
          <a:xfrm>
            <a:off x="10330000" y="6200000"/>
            <a:ext cx="850000" cy="850000"/>
          </a:xfrm>
          <a:prstGeom prst="ellipse">
            <a:avLst/>
          </a:prstGeom>
          <a:solidFill>
            <a:srgbClr val="01686A"/>
          </a:solidFill>
          <a:ln>
            <a:noFill/>
          </a:ln>
        </p:spPr>
        <p:txBody>
          <a:bodyPr wrap="square" lIns="91440" rIns="91440" tIns="45720" bIns="45720" rtlCol="1" anchor="ctr">
            <a:normAutofit/>
          </a:bodyPr>
          <a:lstStyle/>
          <a:p>
            <a:pPr algn="ctr" rtl="1">
              <a:spcBef>
                <a:spcPts val="0"/>
              </a:spcBef>
            </a:pPr>
            <a:r>
              <a:rPr lang="ar-SA" sz="3200" dirty="0">
                <a:solidFill>
                  <a:srgbClr val="FFFFFF"/>
                </a:solidFill>
                <a:latin typeface="Bahij TheSansArabic Bold"/>
                <a:cs typeface="Bahij TheSansArabic Bold"/>
              </a:rPr>
              <a:t>2</a:t>
            </a:r>
          </a:p>
        </p:txBody>
      </p:sp>
      <p:sp>
        <p:nvSpPr>
          <p:cNvPr id="1028" name="Inc 1028"/>
          <p:cNvSpPr/>
          <p:nvPr/>
        </p:nvSpPr>
        <p:spPr>
          <a:xfrm>
            <a:off x="830000" y="6130000"/>
            <a:ext cx="9400000" cy="1250000"/>
          </a:xfrm>
          <a:prstGeom prst="roundRect">
            <a:avLst>
              <a:gd name="adj" fmla="val 8000"/>
            </a:avLst>
          </a:prstGeom>
          <a:noFill/>
          <a:ln>
            <a:noFill/>
          </a:ln>
        </p:spPr>
        <p:txBody>
          <a:bodyPr wrap="square" lIns="91440" rIns="91440" tIns="45720" bIns="45720" rtlCol="1" anchor="ctr">
            <a:normAutofit/>
          </a:bodyPr>
          <a:lstStyle/>
          <a:p>
            <a:pPr algn="r" rtl="1">
              <a:spcBef>
                <a:spcPts val="0"/>
              </a:spcBef>
            </a:pPr>
            <a:r>
              <a:rPr lang="ar-SA" sz="2200" dirty="0">
                <a:solidFill>
                  <a:srgbClr val="262626"/>
                </a:solidFill>
                <a:latin typeface="Bahij TheSansArabic Bold"/>
                <a:cs typeface="Bahij TheSansArabic Bold"/>
              </a:rPr>
              <a:t>إجمالي الحوافز: 25% من مبلغ الـ12%</a:t>
            </a:r>
          </a:p>
        </p:txBody>
      </p:sp>
      <p:sp>
        <p:nvSpPr>
          <p:cNvPr id="1029" name="Inc 1029"/>
          <p:cNvSpPr/>
          <p:nvPr/>
        </p:nvSpPr>
        <p:spPr>
          <a:xfrm>
            <a:off x="980000" y="7600000"/>
            <a:ext cx="10100000" cy="1600000"/>
          </a:xfrm>
          <a:prstGeom prst="roundRect">
            <a:avLst>
              <a:gd name="adj" fmla="val 12000"/>
            </a:avLst>
          </a:prstGeom>
          <a:solidFill>
            <a:srgbClr val="F2F8F8"/>
          </a:solidFill>
          <a:ln>
            <a:noFill/>
          </a:ln>
        </p:spPr>
        <p:txBody>
          <a:bodyPr wrap="square" lIns="91440" rIns="91440" tIns="45720" bIns="45720" rtlCol="1" anchor="ctr">
            <a:normAutofit/>
          </a:bodyPr>
          <a:lstStyle/>
          <a:p>
            <a:pPr algn="ctr" rtl="1">
              <a:spcBef>
                <a:spcPts val="0"/>
              </a:spcBef>
            </a:pPr>
            <a:r>
              <a:rPr lang="ar-SA" sz="6000" dirty="0">
                <a:solidFill>
                  <a:srgbClr val="595959"/>
                </a:solidFill>
                <a:latin typeface="Bahij TheSansArabic Bold"/>
                <a:cs typeface="Bahij TheSansArabic Bold"/>
              </a:rPr>
              <a:t>0</a:t>
            </a:r>
          </a:p>
          <a:p>
            <a:pPr algn="ctr" rtl="1">
              <a:spcBef>
                <a:spcPts val="0"/>
              </a:spcBef>
            </a:pPr>
            <a:r>
              <a:rPr lang="ar-SA" sz="2000" dirty="0">
                <a:solidFill>
                  <a:srgbClr val="595959"/>
                </a:solidFill>
                <a:latin typeface="Bahij TheSansArabic Plain"/>
                <a:cs typeface="Bahij TheSansArabic Plain"/>
              </a:rPr>
              <a:t>مليون ريال</a:t>
            </a:r>
          </a:p>
        </p:txBody>
      </p:sp>
      <p:sp>
        <p:nvSpPr>
          <p:cNvPr id="1030" name="Inc 1030"/>
          <p:cNvSpPr/>
          <p:nvPr/>
        </p:nvSpPr>
        <p:spPr>
          <a:xfrm>
            <a:off x="580000" y="9900000"/>
            <a:ext cx="23220000" cy="2580000"/>
          </a:xfrm>
          <a:prstGeom prst="roundRect">
            <a:avLst>
              <a:gd name="adj" fmla="val 8000"/>
            </a:avLst>
          </a:prstGeom>
          <a:solidFill>
            <a:srgbClr val="7F7F7F"/>
          </a:solidFill>
          <a:ln>
            <a:noFill/>
          </a:ln>
          <a:effectLst>
            <a:outerShdw blurRad="190500" dist="38100" dir="5400000" algn="t" rotWithShape="0">
              <a:srgbClr val="000000">
                <a:alpha val="18000"/>
              </a:srgbClr>
            </a:outerShdw>
          </a:effectLst>
        </p:spPr>
        <p:txBody>
          <a:bodyPr wrap="square" lIns="91440" rIns="91440" tIns="45720" bIns="45720" rtlCol="1" anchor="ctr">
            <a:normAutofit/>
          </a:bodyPr>
          <a:lstStyle/>
          <a:p>
            <a:pPr algn="ctr" rtl="1">
              <a:spcBef>
                <a:spcPts val="0"/>
              </a:spcBef>
            </a:pPr>
            <a:r>
              <a:rPr lang="ar-SA" sz="3600" dirty="0">
                <a:solidFill>
                  <a:srgbClr val="FFFFFF"/>
                </a:solidFill>
                <a:latin typeface="Bahij TheSansArabic Bold"/>
                <a:cs typeface="Bahij TheSansArabic Bold"/>
              </a:rPr>
              <a:t>حوافز الموظفين</a:t>
            </a:r>
          </a:p>
          <a:p>
            <a:pPr algn="ctr" rtl="1">
              <a:spcBef>
                <a:spcPts val="0"/>
              </a:spcBef>
            </a:pPr>
            <a:r>
              <a:rPr lang="ar-SA" sz="10000" dirty="0">
                <a:solidFill>
                  <a:srgbClr val="FFFFFF"/>
                </a:solidFill>
                <a:latin typeface="Bahij TheSansArabic Bold"/>
                <a:cs typeface="Bahij TheSansArabic Bold"/>
              </a:rPr>
              <a:t>0</a:t>
            </a:r>
          </a:p>
          <a:p>
            <a:pPr algn="ctr" rtl="1">
              <a:spcBef>
                <a:spcPts val="0"/>
              </a:spcBef>
            </a:pPr>
            <a:r>
              <a:rPr lang="ar-SA" sz="2200" dirty="0">
                <a:solidFill>
                  <a:srgbClr val="FFFFFF"/>
                </a:solidFill>
                <a:latin typeface="Bahij TheSansArabic Plain"/>
                <a:cs typeface="Bahij TheSansArabic Plain"/>
              </a:rPr>
              <a:t>لم يتحقق شرط الزيادة عن الإيرادات المقدّرة، فلا تُستحق حوافز</a:t>
            </a:r>
          </a:p>
        </p:txBody>
      </p:sp>
      <p:sp>
        <p:nvSpPr>
          <p:cNvPr id="1031" name="Inc 1031"/>
          <p:cNvSpPr/>
          <p:nvPr/>
        </p:nvSpPr>
        <p:spPr>
          <a:xfrm>
            <a:off x="22770000" y="10200000"/>
            <a:ext cx="850000" cy="850000"/>
          </a:xfrm>
          <a:prstGeom prst="ellipse">
            <a:avLst/>
          </a:prstGeom>
          <a:solidFill>
            <a:srgbClr val="FFFFFF"/>
          </a:solidFill>
          <a:ln>
            <a:noFill/>
          </a:ln>
        </p:spPr>
        <p:txBody>
          <a:bodyPr wrap="square" lIns="91440" rIns="91440" tIns="45720" bIns="45720" rtlCol="1" anchor="ctr">
            <a:normAutofit/>
          </a:bodyPr>
          <a:lstStyle/>
          <a:p>
            <a:pPr algn="ctr" rtl="1">
              <a:spcBef>
                <a:spcPts val="0"/>
              </a:spcBef>
            </a:pPr>
            <a:r>
              <a:rPr lang="ar-SA" sz="3200" dirty="0">
                <a:solidFill>
                  <a:srgbClr val="7F7F7F"/>
                </a:solidFill>
                <a:latin typeface="Bahij TheSansArabic Bold"/>
                <a:cs typeface="Bahij TheSansArabic Bold"/>
              </a:rPr>
              <a:t>3</a:t>
            </a:r>
          </a:p>
        </p:txBody>
      </p:sp>
      <p:sp>
        <p:nvSpPr>
          <p:cNvPr id="1032" name="Inc 1032"/>
          <p:cNvSpPr/>
          <p:nvPr/>
        </p:nvSpPr>
        <p:spPr>
          <a:xfrm>
            <a:off x="14200000" y="10200000"/>
            <a:ext cx="8450000" cy="850000"/>
          </a:xfrm>
          <a:prstGeom prst="roundRect">
            <a:avLst>
              <a:gd name="adj" fmla="val 8000"/>
            </a:avLst>
          </a:prstGeom>
          <a:noFill/>
          <a:ln>
            <a:noFill/>
          </a:ln>
        </p:spPr>
        <p:txBody>
          <a:bodyPr wrap="square" lIns="91440" rIns="91440" tIns="45720" bIns="45720" rtlCol="1" anchor="ctr">
            <a:normAutofit/>
          </a:bodyPr>
          <a:lstStyle/>
          <a:p>
            <a:pPr algn="r" rtl="1">
              <a:spcBef>
                <a:spcPts val="0"/>
              </a:spcBef>
            </a:pPr>
            <a:r>
              <a:rPr lang="ar-SA" sz="2200" dirty="0">
                <a:solidFill>
                  <a:srgbClr val="FFFFFF"/>
                </a:solidFill>
                <a:latin typeface="Bahij TheSansArabic Bold"/>
                <a:cs typeface="Bahij TheSansArabic Bold"/>
              </a:rPr>
              <a:t>حوافز الموظفين: 40% من إجمالي الحوافز</a:t>
            </a:r>
          </a:p>
        </p:txBody>
      </p:sp>
    </p:spTree>
    <p:extLst>
      <p:ext uri="{BB962C8B-B14F-4D97-AF65-F5344CB8AC3E}">
        <p14:creationId xmlns:p14="http://schemas.microsoft.com/office/powerpoint/2010/main" val="296461421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ADV_TOP" val="123.2499"/>
  <p:tag name="ADV_LEFT" val="25.37504"/>
  <p:tag name="ADV_HEIGHT" val="361.75"/>
  <p:tag name="ADV_WIDTH" val="328.7599"/>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COPYRIGHT1" val="TRUE"/>
</p:tagLst>
</file>

<file path=ppt/theme/theme1.xml><?xml version="1.0" encoding="utf-8"?>
<a:theme xmlns:a="http://schemas.openxmlformats.org/drawingml/2006/main" name="1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Design Hub Brand refresh layout - Arabic">
  <a:themeElements>
    <a:clrScheme name="KPMG_MAR">
      <a:dk1>
        <a:srgbClr val="000000"/>
      </a:dk1>
      <a:lt1>
        <a:srgbClr val="FFFFFF"/>
      </a:lt1>
      <a:dk2>
        <a:srgbClr val="00338D"/>
      </a:dk2>
      <a:lt2>
        <a:srgbClr val="E5E5E5"/>
      </a:lt2>
      <a:accent1>
        <a:srgbClr val="1E49E2"/>
      </a:accent1>
      <a:accent2>
        <a:srgbClr val="00338D"/>
      </a:accent2>
      <a:accent3>
        <a:srgbClr val="0C233C"/>
      </a:accent3>
      <a:accent4>
        <a:srgbClr val="00B8F5"/>
      </a:accent4>
      <a:accent5>
        <a:srgbClr val="7213EA"/>
      </a:accent5>
      <a:accent6>
        <a:srgbClr val="FD349C"/>
      </a:accent6>
      <a:hlink>
        <a:srgbClr val="00B8F5"/>
      </a:hlink>
      <a:folHlink>
        <a:srgbClr val="098E7E"/>
      </a:folHlink>
    </a:clrScheme>
    <a:fontScheme name="Custom 11">
      <a:majorFont>
        <a:latin typeface="DIN Next LT Arabic"/>
        <a:ea typeface=""/>
        <a:cs typeface=""/>
      </a:majorFont>
      <a:minorFont>
        <a:latin typeface="DIN Next LT Arabic"/>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lIns="54610" tIns="54610" rIns="54610" bIns="54610" rtlCol="0" anchor="ctr"/>
      <a:lstStyle>
        <a:defPPr algn="l">
          <a:defRPr sz="15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accent3"/>
          </a:solidFill>
        </a:ln>
      </a:spPr>
      <a:bodyPr/>
      <a:lstStyle/>
      <a:style>
        <a:lnRef idx="1">
          <a:schemeClr val="accent1"/>
        </a:lnRef>
        <a:fillRef idx="0">
          <a:schemeClr val="accent1"/>
        </a:fillRef>
        <a:effectRef idx="0">
          <a:schemeClr val="accent1"/>
        </a:effectRef>
        <a:fontRef idx="minor">
          <a:schemeClr val="tx1"/>
        </a:fontRef>
      </a:style>
    </a:lnDef>
    <a:txDef>
      <a:spPr/>
      <a:bodyPr vert="horz" wrap="square" lIns="0" tIns="0" rIns="0" bIns="0" rtlCol="0" anchor="t" anchorCtr="0">
        <a:noAutofit/>
      </a:bodyPr>
      <a:lstStyle>
        <a:defPPr algn="l">
          <a:spcAft>
            <a:spcPts val="600"/>
          </a:spcAft>
          <a:defRPr sz="1500" b="1" dirty="0" smtClean="0">
            <a:solidFill>
              <a:schemeClr val="tx2"/>
            </a:solidFill>
          </a:defRPr>
        </a:defPPr>
      </a:lstStyle>
    </a:txDef>
  </a:objectDefaults>
  <a:extraClrSchemeLst/>
  <a:custClrLst>
    <a:custClr name="KPMG Blue">
      <a:srgbClr val="00338D"/>
    </a:custClr>
    <a:custClr name="Cobalt">
      <a:srgbClr val="1E49E2"/>
    </a:custClr>
    <a:custClr name="Dark Blue">
      <a:srgbClr val="0C233C"/>
    </a:custClr>
    <a:custClr name="Light Blue">
      <a:srgbClr val="ACEAFF"/>
    </a:custClr>
    <a:custClr name="Pacific Blue">
      <a:srgbClr val="00B8F5"/>
    </a:custClr>
    <a:custClr name="Purple">
      <a:srgbClr val="7213EA"/>
    </a:custClr>
    <a:custClr name="Pink">
      <a:srgbClr val="FD349C"/>
    </a:custClr>
    <a:custClr name="Blank">
      <a:srgbClr val="FFFFFF"/>
    </a:custClr>
    <a:custClr name="Blank">
      <a:srgbClr val="FFFFFF"/>
    </a:custClr>
    <a:custClr name="Blank">
      <a:srgbClr val="FFFFFF"/>
    </a:custClr>
    <a:custClr name="Blue">
      <a:srgbClr val="76D2FF"/>
    </a:custClr>
    <a:custClr name="Dark Purple">
      <a:srgbClr val="510DBC"/>
    </a:custClr>
    <a:custClr name="Light Purple">
      <a:srgbClr val="B497FF"/>
    </a:custClr>
    <a:custClr name="Dark Pink">
      <a:srgbClr val="AB0D82"/>
    </a:custClr>
    <a:custClr name="Light Pink">
      <a:srgbClr val="FFA3DA"/>
    </a:custClr>
    <a:custClr name="Dark Green">
      <a:srgbClr val="098E7E"/>
    </a:custClr>
    <a:custClr name="Green">
      <a:srgbClr val="00C0AE"/>
    </a:custClr>
    <a:custClr name="Light Green">
      <a:srgbClr val="63EBDA"/>
    </a:custClr>
    <a:custClr name="Blank">
      <a:srgbClr val="FFFFFF"/>
    </a:custClr>
    <a:custClr name="Blank">
      <a:srgbClr val="FFFFFF"/>
    </a:custClr>
    <a:custClr name="Gray 1">
      <a:srgbClr val="333333"/>
    </a:custClr>
    <a:custClr name="Gray 2">
      <a:srgbClr val="666666"/>
    </a:custClr>
    <a:custClr name="Gray 3">
      <a:srgbClr val="989898"/>
    </a:custClr>
    <a:custClr name="Gray 4">
      <a:srgbClr val="B2B2B2"/>
    </a:custClr>
    <a:custClr name="Gray 5">
      <a:srgbClr val="E5E5E5"/>
    </a:custClr>
    <a:custClr name="Blank">
      <a:srgbClr val="FFFFFF"/>
    </a:custClr>
    <a:custClr name="Blank">
      <a:srgbClr val="FFFFFF"/>
    </a:custClr>
    <a:custClr name="Blank">
      <a:srgbClr val="FFFFFF"/>
    </a:custClr>
    <a:custClr name="Blank">
      <a:srgbClr val="FFFFFF"/>
    </a:custClr>
    <a:custClr name="Blank">
      <a:srgbClr val="FFFFFF"/>
    </a:custClr>
  </a:custClrLst>
  <a:extLst>
    <a:ext uri="{05A4C25C-085E-4340-85A3-A5531E510DB2}">
      <thm15:themeFamily xmlns:thm15="http://schemas.microsoft.com/office/thememl/2012/main" name="EMA MADE Rapid Template - AUDIT - FINAL.potx  -  Read-Only" id="{BBE06C01-0598-49EF-B6A8-C8D98A76597B}" vid="{E256C935-C30F-4E91-B169-D319DD15BB67}"/>
    </a:ext>
  </a:extLst>
</a:theme>
</file>

<file path=ppt/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deff24bb-2089-4400-8c8e-f71e680378b2}" enabled="0" method="" siteId="{deff24bb-2089-4400-8c8e-f71e680378b2}" removed="1"/>
</clbl:labelList>
</file>

<file path=docProps/app.xml><?xml version="1.0" encoding="utf-8"?>
<Properties xmlns="http://schemas.openxmlformats.org/officeDocument/2006/extended-properties" xmlns:vt="http://schemas.openxmlformats.org/officeDocument/2006/docPropsVTypes">
  <Template/>
  <TotalTime>262</TotalTime>
  <Words>551</Words>
  <Application>Microsoft Office PowerPoint</Application>
  <PresentationFormat>Custom</PresentationFormat>
  <Paragraphs>184</Paragraphs>
  <Slides>4</Slides>
  <Notes>2</Notes>
  <HiddenSlides>0</HiddenSlides>
  <MMClips>0</MMClips>
  <ScaleCrop>false</ScaleCrop>
  <HeadingPairs>
    <vt:vector size="8" baseType="variant">
      <vt:variant>
        <vt:lpstr>Fonts Used</vt:lpstr>
      </vt:variant>
      <vt:variant>
        <vt:i4>8</vt:i4>
      </vt:variant>
      <vt:variant>
        <vt:lpstr>Theme</vt:lpstr>
      </vt:variant>
      <vt:variant>
        <vt:i4>2</vt:i4>
      </vt:variant>
      <vt:variant>
        <vt:lpstr>Embedded OLE Servers</vt:lpstr>
      </vt:variant>
      <vt:variant>
        <vt:i4>1</vt:i4>
      </vt:variant>
      <vt:variant>
        <vt:lpstr>Slide Titles</vt:lpstr>
      </vt:variant>
      <vt:variant>
        <vt:i4>4</vt:i4>
      </vt:variant>
    </vt:vector>
  </HeadingPairs>
  <TitlesOfParts>
    <vt:vector size="15" baseType="lpstr">
      <vt:lpstr>Bahij TheSansArabic Bold</vt:lpstr>
      <vt:lpstr>Bahij TheSansArabic ExtraBold</vt:lpstr>
      <vt:lpstr>Bahij TheSansArabic Plain</vt:lpstr>
      <vt:lpstr>Arial</vt:lpstr>
      <vt:lpstr>KPMG Bold</vt:lpstr>
      <vt:lpstr>DIN Next LT Arabic</vt:lpstr>
      <vt:lpstr>Calibri</vt:lpstr>
      <vt:lpstr>Calibri Light</vt:lpstr>
      <vt:lpstr>1_Office Theme</vt:lpstr>
      <vt:lpstr>Design Hub Brand refresh layout - Arabic</vt:lpstr>
      <vt:lpstr>think-cell Slide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Sara Al Otaibi</dc:creator>
  <cp:lastModifiedBy>faisal alateeq</cp:lastModifiedBy>
  <cp:revision>3</cp:revision>
  <cp:lastPrinted>2025-06-30T08:28:38Z</cp:lastPrinted>
  <dcterms:created xsi:type="dcterms:W3CDTF">2023-09-18T05:33:56Z</dcterms:created>
  <dcterms:modified xsi:type="dcterms:W3CDTF">2026-10-19T18:04:45Z</dcterms:modified>
</cp:coreProperties>
</file>